
<file path=[Content_Types].xml><?xml version="1.0" encoding="utf-8"?>
<Types xmlns="http://schemas.openxmlformats.org/package/2006/content-types">
  <Default Extension="bin" ContentType="application/vnd.openxmlformats-officedocument.oleObject"/>
  <Default Extension="emf" ContentType="image/x-emf"/>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2" r:id="rId1"/>
    <p:sldMasterId id="2147483755" r:id="rId2"/>
  </p:sldMasterIdLst>
  <p:notesMasterIdLst>
    <p:notesMasterId r:id="rId12"/>
  </p:notesMasterIdLst>
  <p:handoutMasterIdLst>
    <p:handoutMasterId r:id="rId13"/>
  </p:handoutMasterIdLst>
  <p:sldIdLst>
    <p:sldId id="446" r:id="rId3"/>
    <p:sldId id="454" r:id="rId4"/>
    <p:sldId id="451" r:id="rId5"/>
    <p:sldId id="309" r:id="rId6"/>
    <p:sldId id="347" r:id="rId7"/>
    <p:sldId id="346" r:id="rId8"/>
    <p:sldId id="460" r:id="rId9"/>
    <p:sldId id="280" r:id="rId10"/>
    <p:sldId id="459" r:id="rId11"/>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A5CC341-ACCF-364D-A204-E7A205404AAC}">
          <p14:sldIdLst>
            <p14:sldId id="446"/>
            <p14:sldId id="454"/>
            <p14:sldId id="451"/>
            <p14:sldId id="309"/>
            <p14:sldId id="347"/>
            <p14:sldId id="346"/>
            <p14:sldId id="460"/>
            <p14:sldId id="280"/>
            <p14:sldId id="459"/>
          </p14:sldIdLst>
        </p14:section>
      </p14:sectionLst>
    </p:ext>
    <p:ext uri="{EFAFB233-063F-42B5-8137-9DF3F51BA10A}">
      <p15:sldGuideLst xmlns:p15="http://schemas.microsoft.com/office/powerpoint/2012/main">
        <p15:guide id="1" orient="horz" pos="2137" userDrawn="1">
          <p15:clr>
            <a:srgbClr val="A4A3A4"/>
          </p15:clr>
        </p15:guide>
        <p15:guide id="2" pos="3839"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7F7F7F"/>
    <a:srgbClr val="404040"/>
    <a:srgbClr val="FCFCFC"/>
    <a:srgbClr val="08BBEE"/>
    <a:srgbClr val="FFDF01"/>
    <a:srgbClr val="002D5B"/>
    <a:srgbClr val="0059B3"/>
    <a:srgbClr val="006AC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17" autoAdjust="0"/>
    <p:restoredTop sz="92226" autoAdjust="0"/>
  </p:normalViewPr>
  <p:slideViewPr>
    <p:cSldViewPr snapToGrid="0" snapToObjects="1" showGuides="1">
      <p:cViewPr>
        <p:scale>
          <a:sx n="125" d="100"/>
          <a:sy n="125" d="100"/>
        </p:scale>
        <p:origin x="1488" y="432"/>
      </p:cViewPr>
      <p:guideLst>
        <p:guide orient="horz" pos="2137"/>
        <p:guide pos="3839"/>
      </p:guideLst>
    </p:cSldViewPr>
  </p:slideViewPr>
  <p:outlineViewPr>
    <p:cViewPr>
      <p:scale>
        <a:sx n="33" d="100"/>
        <a:sy n="33" d="100"/>
      </p:scale>
      <p:origin x="0" y="-15752"/>
    </p:cViewPr>
  </p:outlineViewPr>
  <p:notesTextViewPr>
    <p:cViewPr>
      <p:scale>
        <a:sx n="75" d="100"/>
        <a:sy n="75" d="100"/>
      </p:scale>
      <p:origin x="0" y="0"/>
    </p:cViewPr>
  </p:notesTextViewPr>
  <p:sorterViewPr>
    <p:cViewPr>
      <p:scale>
        <a:sx n="75" d="100"/>
        <a:sy n="75" d="100"/>
      </p:scale>
      <p:origin x="0" y="0"/>
    </p:cViewPr>
  </p:sorterViewPr>
  <p:notesViewPr>
    <p:cSldViewPr snapToGrid="0" snapToObjects="1">
      <p:cViewPr varScale="1">
        <p:scale>
          <a:sx n="107" d="100"/>
          <a:sy n="107" d="100"/>
        </p:scale>
        <p:origin x="5368"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handoutMaster" Target="handoutMasters/handout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C4A4BB-AE2E-754B-BB10-9FCF23C76BF7}" type="datetimeFigureOut">
              <a:rPr lang="en-US" smtClean="0"/>
              <a:t>8/2/2026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99D527-B2F8-6044-AC71-684087D6F80A}" type="slidenum">
              <a:rPr lang="en-US" smtClean="0"/>
              <a:t>‹#›</a:t>
            </a:fld>
            <a:endParaRPr lang="en-US"/>
          </a:p>
        </p:txBody>
      </p:sp>
    </p:spTree>
    <p:extLst>
      <p:ext uri="{BB962C8B-B14F-4D97-AF65-F5344CB8AC3E}">
        <p14:creationId xmlns:p14="http://schemas.microsoft.com/office/powerpoint/2010/main" val="30325038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984E60-267E-4A48-BBD9-FC067C3C41FA}" type="datetimeFigureOut">
              <a:rPr lang="en-US" smtClean="0"/>
              <a:t>8/2/2026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1A2D1-3CE5-3E49-B561-D98940B9A455}" type="slidenum">
              <a:rPr lang="en-US" smtClean="0"/>
              <a:t>‹#›</a:t>
            </a:fld>
            <a:endParaRPr lang="en-US"/>
          </a:p>
        </p:txBody>
      </p:sp>
    </p:spTree>
    <p:extLst>
      <p:ext uri="{BB962C8B-B14F-4D97-AF65-F5344CB8AC3E}">
        <p14:creationId xmlns:p14="http://schemas.microsoft.com/office/powerpoint/2010/main" val="114612369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763732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6712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lear">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1336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ft">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685802"/>
            <a:ext cx="5027613"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7613" cy="1828800"/>
          </a:xfrm>
          <a:prstGeom prst="rect">
            <a:avLst/>
          </a:prstGeom>
          <a:noFill/>
        </p:spPr>
        <p:txBody>
          <a:bodyPr vert="horz" wrap="none" lIns="0" tIns="91440" rIns="0" bIns="0" anchor="t" anchorCtr="0">
            <a:noAutofit/>
          </a:bodyPr>
          <a:lstStyle>
            <a:lvl1pPr marL="0" indent="0" algn="l">
              <a:buNone/>
              <a:defRPr sz="3000" b="1" i="0">
                <a:solidFill>
                  <a:schemeClr val="tx1">
                    <a:lumMod val="75000"/>
                    <a:lumOff val="25000"/>
                  </a:schemeClr>
                </a:solidFill>
                <a:latin typeface="Raleway" charset="0"/>
                <a:ea typeface="Raleway" charset="0"/>
                <a:cs typeface="Raleway" charset="0"/>
              </a:defRPr>
            </a:lvl1pPr>
          </a:lstStyle>
          <a:p>
            <a:pPr lvl="0"/>
            <a:r>
              <a:rPr lang="es-ES_tradnl" dirty="0"/>
              <a:t>PUT YOUR </a:t>
            </a:r>
          </a:p>
          <a:p>
            <a:pPr lvl="0"/>
            <a:r>
              <a:rPr lang="es-ES_tradnl" dirty="0"/>
              <a:t>BIG TITLE </a:t>
            </a:r>
          </a:p>
          <a:p>
            <a:pPr lvl="0"/>
            <a:r>
              <a:rPr lang="es-ES_tradnl" dirty="0"/>
              <a:t>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Tree>
    <p:extLst>
      <p:ext uri="{BB962C8B-B14F-4D97-AF65-F5344CB8AC3E}">
        <p14:creationId xmlns:p14="http://schemas.microsoft.com/office/powerpoint/2010/main" val="1934047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text / Right">
    <p:spTree>
      <p:nvGrpSpPr>
        <p:cNvPr id="1" name=""/>
        <p:cNvGrpSpPr/>
        <p:nvPr/>
      </p:nvGrpSpPr>
      <p:grpSpPr>
        <a:xfrm>
          <a:off x="0" y="0"/>
          <a:ext cx="0" cy="0"/>
          <a:chOff x="0" y="0"/>
          <a:chExt cx="0" cy="0"/>
        </a:xfrm>
      </p:grpSpPr>
      <p:sp>
        <p:nvSpPr>
          <p:cNvPr id="11" name="Rectángulo redondeado 4"/>
          <p:cNvSpPr/>
          <p:nvPr userDrawn="1"/>
        </p:nvSpPr>
        <p:spPr>
          <a:xfrm>
            <a:off x="6265863"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16" name="Marcador de texto 7"/>
          <p:cNvSpPr>
            <a:spLocks noGrp="1"/>
          </p:cNvSpPr>
          <p:nvPr>
            <p:ph type="body" sz="quarter" idx="11" hasCustomPrompt="1"/>
          </p:nvPr>
        </p:nvSpPr>
        <p:spPr>
          <a:xfrm>
            <a:off x="6570663" y="685802"/>
            <a:ext cx="5080133"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7" name="Marcador de texto 7"/>
          <p:cNvSpPr>
            <a:spLocks noGrp="1"/>
          </p:cNvSpPr>
          <p:nvPr>
            <p:ph type="body" sz="quarter" idx="12" hasCustomPrompt="1"/>
          </p:nvPr>
        </p:nvSpPr>
        <p:spPr>
          <a:xfrm>
            <a:off x="6583379" y="1104900"/>
            <a:ext cx="5067284" cy="1828800"/>
          </a:xfrm>
          <a:prstGeom prst="rect">
            <a:avLst/>
          </a:prstGeom>
          <a:noFill/>
        </p:spPr>
        <p:txBody>
          <a:bodyPr vert="horz" wrap="none" lIns="0" tIns="91440" rIns="0" bIns="0" anchor="t" anchorCtr="0">
            <a:noAutofit/>
          </a:bodyPr>
          <a:lstStyle>
            <a:lvl1pPr marL="0" indent="0" algn="l">
              <a:buNone/>
              <a:defRPr sz="3000" b="1" i="0">
                <a:solidFill>
                  <a:schemeClr val="tx1">
                    <a:lumMod val="75000"/>
                    <a:lumOff val="25000"/>
                  </a:schemeClr>
                </a:solidFill>
                <a:latin typeface="Raleway" charset="0"/>
                <a:ea typeface="Raleway" charset="0"/>
                <a:cs typeface="Raleway" charset="0"/>
              </a:defRPr>
            </a:lvl1pPr>
          </a:lstStyle>
          <a:p>
            <a:pPr lvl="0"/>
            <a:r>
              <a:rPr lang="es-ES_tradnl" dirty="0"/>
              <a:t>PUT YOUR </a:t>
            </a:r>
          </a:p>
          <a:p>
            <a:pPr lvl="0"/>
            <a:r>
              <a:rPr lang="es-ES_tradnl" dirty="0"/>
              <a:t>BIG TITLE </a:t>
            </a:r>
          </a:p>
          <a:p>
            <a:pPr lvl="0"/>
            <a:r>
              <a:rPr lang="es-ES_tradnl" dirty="0"/>
              <a:t>HERE</a:t>
            </a:r>
          </a:p>
        </p:txBody>
      </p:sp>
      <p:sp>
        <p:nvSpPr>
          <p:cNvPr id="18" name="Text Placeholder 2"/>
          <p:cNvSpPr>
            <a:spLocks noGrp="1"/>
          </p:cNvSpPr>
          <p:nvPr>
            <p:ph type="body" sz="quarter" idx="13" hasCustomPrompt="1"/>
          </p:nvPr>
        </p:nvSpPr>
        <p:spPr>
          <a:xfrm>
            <a:off x="6583379" y="2933700"/>
            <a:ext cx="5067284" cy="323850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p>
        </p:txBody>
      </p:sp>
    </p:spTree>
    <p:extLst>
      <p:ext uri="{BB962C8B-B14F-4D97-AF65-F5344CB8AC3E}">
        <p14:creationId xmlns:p14="http://schemas.microsoft.com/office/powerpoint/2010/main" val="2023572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Right">
    <p:spTree>
      <p:nvGrpSpPr>
        <p:cNvPr id="1" name=""/>
        <p:cNvGrpSpPr/>
        <p:nvPr/>
      </p:nvGrpSpPr>
      <p:grpSpPr>
        <a:xfrm>
          <a:off x="0" y="0"/>
          <a:ext cx="0" cy="0"/>
          <a:chOff x="0" y="0"/>
          <a:chExt cx="0" cy="0"/>
        </a:xfrm>
      </p:grpSpPr>
      <p:sp>
        <p:nvSpPr>
          <p:cNvPr id="11" name="Rectángulo redondeado 4"/>
          <p:cNvSpPr/>
          <p:nvPr userDrawn="1"/>
        </p:nvSpPr>
        <p:spPr>
          <a:xfrm>
            <a:off x="6265863"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16" name="Marcador de texto 7"/>
          <p:cNvSpPr>
            <a:spLocks noGrp="1"/>
          </p:cNvSpPr>
          <p:nvPr>
            <p:ph type="body" sz="quarter" idx="11" hasCustomPrompt="1"/>
          </p:nvPr>
        </p:nvSpPr>
        <p:spPr>
          <a:xfrm>
            <a:off x="6570663" y="685802"/>
            <a:ext cx="5080133"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7" name="Marcador de texto 7"/>
          <p:cNvSpPr>
            <a:spLocks noGrp="1"/>
          </p:cNvSpPr>
          <p:nvPr>
            <p:ph type="body" sz="quarter" idx="12" hasCustomPrompt="1"/>
          </p:nvPr>
        </p:nvSpPr>
        <p:spPr>
          <a:xfrm>
            <a:off x="6583379" y="1104900"/>
            <a:ext cx="5067284" cy="1828800"/>
          </a:xfrm>
          <a:prstGeom prst="rect">
            <a:avLst/>
          </a:prstGeom>
          <a:noFill/>
        </p:spPr>
        <p:txBody>
          <a:bodyPr vert="horz" wrap="none" lIns="0" tIns="91440" rIns="0" bIns="0" anchor="t" anchorCtr="0">
            <a:noAutofit/>
          </a:bodyPr>
          <a:lstStyle>
            <a:lvl1pPr marL="0" indent="0" algn="l">
              <a:buNone/>
              <a:defRPr sz="3000" b="1" i="0">
                <a:solidFill>
                  <a:schemeClr val="tx1">
                    <a:lumMod val="75000"/>
                    <a:lumOff val="25000"/>
                  </a:schemeClr>
                </a:solidFill>
                <a:latin typeface="Raleway" charset="0"/>
                <a:ea typeface="Raleway" charset="0"/>
                <a:cs typeface="Raleway" charset="0"/>
              </a:defRPr>
            </a:lvl1pPr>
          </a:lstStyle>
          <a:p>
            <a:pPr lvl="0"/>
            <a:r>
              <a:rPr lang="es-ES_tradnl" dirty="0"/>
              <a:t>PUT YOUR </a:t>
            </a:r>
          </a:p>
          <a:p>
            <a:pPr lvl="0"/>
            <a:r>
              <a:rPr lang="es-ES_tradnl" dirty="0"/>
              <a:t>BIG TITLE </a:t>
            </a:r>
          </a:p>
          <a:p>
            <a:pPr lvl="0"/>
            <a:r>
              <a:rPr lang="es-ES_tradnl" dirty="0"/>
              <a:t>HERE</a:t>
            </a:r>
          </a:p>
        </p:txBody>
      </p:sp>
    </p:spTree>
    <p:extLst>
      <p:ext uri="{BB962C8B-B14F-4D97-AF65-F5344CB8AC3E}">
        <p14:creationId xmlns:p14="http://schemas.microsoft.com/office/powerpoint/2010/main" val="1856659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Center">
    <p:spTree>
      <p:nvGrpSpPr>
        <p:cNvPr id="1" name=""/>
        <p:cNvGrpSpPr/>
        <p:nvPr/>
      </p:nvGrpSpPr>
      <p:grpSpPr>
        <a:xfrm>
          <a:off x="0" y="0"/>
          <a:ext cx="0" cy="0"/>
          <a:chOff x="0" y="0"/>
          <a:chExt cx="0" cy="0"/>
        </a:xfrm>
      </p:grpSpPr>
      <p:sp>
        <p:nvSpPr>
          <p:cNvPr id="16" name="Marcador de texto 7"/>
          <p:cNvSpPr>
            <a:spLocks noGrp="1"/>
          </p:cNvSpPr>
          <p:nvPr>
            <p:ph type="body" sz="quarter" idx="11" hasCustomPrompt="1"/>
          </p:nvPr>
        </p:nvSpPr>
        <p:spPr>
          <a:xfrm>
            <a:off x="3554346" y="685802"/>
            <a:ext cx="5080133" cy="419098"/>
          </a:xfrm>
          <a:prstGeom prst="rect">
            <a:avLst/>
          </a:prstGeom>
          <a:noFill/>
        </p:spPr>
        <p:txBody>
          <a:bodyPr vert="horz" lIns="0" tIns="0" rIns="0" bIns="0" anchor="ct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7" name="Marcador de texto 7"/>
          <p:cNvSpPr>
            <a:spLocks noGrp="1"/>
          </p:cNvSpPr>
          <p:nvPr>
            <p:ph type="body" sz="quarter" idx="12" hasCustomPrompt="1"/>
          </p:nvPr>
        </p:nvSpPr>
        <p:spPr>
          <a:xfrm>
            <a:off x="869833" y="1104900"/>
            <a:ext cx="10461742" cy="457200"/>
          </a:xfrm>
          <a:prstGeom prst="rect">
            <a:avLst/>
          </a:prstGeom>
          <a:noFill/>
        </p:spPr>
        <p:txBody>
          <a:bodyPr vert="horz" wrap="none" lIns="0" tIns="91440" rIns="0" bIns="0" anchor="t" anchorCtr="0">
            <a:noAutofit/>
          </a:bodyPr>
          <a:lstStyle>
            <a:lvl1pPr marL="0" indent="0" algn="ctr">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a:t>
            </a:r>
            <a:r>
              <a:rPr lang="es-ES_tradnl"/>
              <a:t>YOUR </a:t>
            </a:r>
            <a:r>
              <a:rPr lang="es-ES_tradnl" dirty="0"/>
              <a:t> </a:t>
            </a:r>
            <a:r>
              <a:rPr lang="es-ES_tradnl"/>
              <a:t>BIG TITLE HERE</a:t>
            </a:r>
            <a:endParaRPr lang="es-ES_tradnl" dirty="0"/>
          </a:p>
        </p:txBody>
      </p:sp>
    </p:spTree>
    <p:extLst>
      <p:ext uri="{BB962C8B-B14F-4D97-AF65-F5344CB8AC3E}">
        <p14:creationId xmlns:p14="http://schemas.microsoft.com/office/powerpoint/2010/main" val="2146067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ouble text box / Center">
    <p:spTree>
      <p:nvGrpSpPr>
        <p:cNvPr id="1" name=""/>
        <p:cNvGrpSpPr/>
        <p:nvPr/>
      </p:nvGrpSpPr>
      <p:grpSpPr>
        <a:xfrm>
          <a:off x="0" y="0"/>
          <a:ext cx="0" cy="0"/>
          <a:chOff x="0" y="0"/>
          <a:chExt cx="0" cy="0"/>
        </a:xfrm>
      </p:grpSpPr>
      <p:sp>
        <p:nvSpPr>
          <p:cNvPr id="16" name="Marcador de texto 7"/>
          <p:cNvSpPr>
            <a:spLocks noGrp="1"/>
          </p:cNvSpPr>
          <p:nvPr>
            <p:ph type="body" sz="quarter" idx="11" hasCustomPrompt="1"/>
          </p:nvPr>
        </p:nvSpPr>
        <p:spPr>
          <a:xfrm>
            <a:off x="3554346" y="685802"/>
            <a:ext cx="5080133" cy="419098"/>
          </a:xfrm>
          <a:prstGeom prst="rect">
            <a:avLst/>
          </a:prstGeom>
          <a:noFill/>
        </p:spPr>
        <p:txBody>
          <a:bodyPr vert="horz" lIns="0" tIns="0" rIns="0" bIns="0" anchor="ct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7" name="Marcador de texto 7"/>
          <p:cNvSpPr>
            <a:spLocks noGrp="1"/>
          </p:cNvSpPr>
          <p:nvPr>
            <p:ph type="body" sz="quarter" idx="12" hasCustomPrompt="1"/>
          </p:nvPr>
        </p:nvSpPr>
        <p:spPr>
          <a:xfrm>
            <a:off x="869833" y="1104900"/>
            <a:ext cx="10461742" cy="457200"/>
          </a:xfrm>
          <a:prstGeom prst="rect">
            <a:avLst/>
          </a:prstGeom>
          <a:noFill/>
        </p:spPr>
        <p:txBody>
          <a:bodyPr vert="horz" wrap="none" lIns="0" tIns="91440" rIns="0" bIns="0" anchor="t" anchorCtr="0">
            <a:noAutofit/>
          </a:bodyPr>
          <a:lstStyle>
            <a:lvl1pPr marL="0" indent="0" algn="ctr">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a:t>
            </a:r>
            <a:r>
              <a:rPr lang="es-ES_tradnl"/>
              <a:t>YOUR </a:t>
            </a:r>
            <a:r>
              <a:rPr lang="es-ES_tradnl" dirty="0"/>
              <a:t> </a:t>
            </a:r>
            <a:r>
              <a:rPr lang="es-ES_tradnl"/>
              <a:t>BIG TITLE HERE</a:t>
            </a:r>
            <a:endParaRPr lang="es-ES_tradnl" dirty="0"/>
          </a:p>
        </p:txBody>
      </p:sp>
      <p:sp>
        <p:nvSpPr>
          <p:cNvPr id="5" name="Text Placeholder 4"/>
          <p:cNvSpPr>
            <a:spLocks noGrp="1"/>
          </p:cNvSpPr>
          <p:nvPr>
            <p:ph type="body" sz="quarter" idx="13"/>
          </p:nvPr>
        </p:nvSpPr>
        <p:spPr>
          <a:xfrm>
            <a:off x="869950" y="1911350"/>
            <a:ext cx="10461625" cy="3505200"/>
          </a:xfrm>
          <a:prstGeom prst="rect">
            <a:avLst/>
          </a:prstGeom>
        </p:spPr>
        <p:txBody>
          <a:bodyPr numCol="2" spcCol="457200"/>
          <a:lstStyle>
            <a:lvl1pPr marL="0" indent="0" algn="just">
              <a:lnSpc>
                <a:spcPct val="150000"/>
              </a:lnSpc>
              <a:buNone/>
              <a:defRPr sz="1200">
                <a:solidFill>
                  <a:schemeClr val="tx1">
                    <a:lumMod val="50000"/>
                    <a:lumOff val="50000"/>
                  </a:schemeClr>
                </a:solidFill>
                <a:latin typeface="Raleway" charset="0"/>
                <a:ea typeface="Raleway" charset="0"/>
                <a:cs typeface="Raleway" charset="0"/>
              </a:defRPr>
            </a:lvl1pPr>
            <a:lvl2pPr marL="457063" indent="0" algn="just">
              <a:lnSpc>
                <a:spcPct val="150000"/>
              </a:lnSpc>
              <a:buNone/>
              <a:defRPr sz="1200">
                <a:solidFill>
                  <a:schemeClr val="tx1">
                    <a:lumMod val="50000"/>
                    <a:lumOff val="50000"/>
                  </a:schemeClr>
                </a:solidFill>
                <a:latin typeface="Raleway" charset="0"/>
                <a:ea typeface="Raleway" charset="0"/>
                <a:cs typeface="Raleway" charset="0"/>
              </a:defRPr>
            </a:lvl2pPr>
            <a:lvl3pPr marL="914126" indent="0" algn="just">
              <a:lnSpc>
                <a:spcPct val="150000"/>
              </a:lnSpc>
              <a:buNone/>
              <a:defRPr sz="1200">
                <a:solidFill>
                  <a:schemeClr val="tx1">
                    <a:lumMod val="50000"/>
                    <a:lumOff val="50000"/>
                  </a:schemeClr>
                </a:solidFill>
                <a:latin typeface="Raleway" charset="0"/>
                <a:ea typeface="Raleway" charset="0"/>
                <a:cs typeface="Raleway" charset="0"/>
              </a:defRPr>
            </a:lvl3pPr>
            <a:lvl4pPr marL="1371189" indent="0" algn="just">
              <a:lnSpc>
                <a:spcPct val="150000"/>
              </a:lnSpc>
              <a:buNone/>
              <a:defRPr sz="1200">
                <a:solidFill>
                  <a:schemeClr val="tx1">
                    <a:lumMod val="50000"/>
                    <a:lumOff val="50000"/>
                  </a:schemeClr>
                </a:solidFill>
                <a:latin typeface="Raleway" charset="0"/>
                <a:ea typeface="Raleway" charset="0"/>
                <a:cs typeface="Raleway" charset="0"/>
              </a:defRPr>
            </a:lvl4pPr>
            <a:lvl5pPr marL="1828252" indent="0" algn="just">
              <a:lnSpc>
                <a:spcPct val="150000"/>
              </a:lnSpc>
              <a:buNone/>
              <a:defRPr sz="1200">
                <a:solidFill>
                  <a:schemeClr val="tx1">
                    <a:lumMod val="50000"/>
                    <a:lumOff val="50000"/>
                  </a:schemeClr>
                </a:solidFill>
                <a:latin typeface="Raleway" charset="0"/>
                <a:ea typeface="Raleway" charset="0"/>
                <a:cs typeface="Raleway"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741118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with image">
    <p:spTree>
      <p:nvGrpSpPr>
        <p:cNvPr id="1" name=""/>
        <p:cNvGrpSpPr/>
        <p:nvPr/>
      </p:nvGrpSpPr>
      <p:grpSpPr>
        <a:xfrm>
          <a:off x="0" y="0"/>
          <a:ext cx="0" cy="0"/>
          <a:chOff x="0" y="0"/>
          <a:chExt cx="0" cy="0"/>
        </a:xfrm>
      </p:grpSpPr>
      <p:sp>
        <p:nvSpPr>
          <p:cNvPr id="16" name="Marcador de texto 7"/>
          <p:cNvSpPr>
            <a:spLocks noGrp="1"/>
          </p:cNvSpPr>
          <p:nvPr>
            <p:ph type="body" sz="quarter" idx="11" hasCustomPrompt="1"/>
          </p:nvPr>
        </p:nvSpPr>
        <p:spPr>
          <a:xfrm>
            <a:off x="3554346" y="685802"/>
            <a:ext cx="5080133" cy="419098"/>
          </a:xfrm>
          <a:prstGeom prst="rect">
            <a:avLst/>
          </a:prstGeom>
          <a:noFill/>
        </p:spPr>
        <p:txBody>
          <a:bodyPr vert="horz" lIns="0" tIns="0" rIns="0" bIns="0" anchor="ct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7" name="Marcador de texto 7"/>
          <p:cNvSpPr>
            <a:spLocks noGrp="1"/>
          </p:cNvSpPr>
          <p:nvPr>
            <p:ph type="body" sz="quarter" idx="12" hasCustomPrompt="1"/>
          </p:nvPr>
        </p:nvSpPr>
        <p:spPr>
          <a:xfrm>
            <a:off x="869833" y="1104900"/>
            <a:ext cx="10461742" cy="457200"/>
          </a:xfrm>
          <a:prstGeom prst="rect">
            <a:avLst/>
          </a:prstGeom>
          <a:noFill/>
        </p:spPr>
        <p:txBody>
          <a:bodyPr vert="horz" wrap="none" lIns="0" tIns="91440" rIns="0" bIns="0" anchor="t" anchorCtr="0">
            <a:noAutofit/>
          </a:bodyPr>
          <a:lstStyle>
            <a:lvl1pPr marL="0" indent="0" algn="ctr">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a:t>
            </a:r>
            <a:r>
              <a:rPr lang="es-ES_tradnl"/>
              <a:t>YOUR </a:t>
            </a:r>
            <a:r>
              <a:rPr lang="es-ES_tradnl" dirty="0"/>
              <a:t> </a:t>
            </a:r>
            <a:r>
              <a:rPr lang="es-ES_tradnl"/>
              <a:t>BIG TITLE HERE</a:t>
            </a:r>
            <a:endParaRPr lang="es-ES_tradnl" dirty="0"/>
          </a:p>
        </p:txBody>
      </p:sp>
      <p:sp>
        <p:nvSpPr>
          <p:cNvPr id="5" name="Text Placeholder 4"/>
          <p:cNvSpPr>
            <a:spLocks noGrp="1"/>
          </p:cNvSpPr>
          <p:nvPr>
            <p:ph type="body" sz="quarter" idx="13"/>
          </p:nvPr>
        </p:nvSpPr>
        <p:spPr>
          <a:xfrm>
            <a:off x="869950" y="4122057"/>
            <a:ext cx="10461625" cy="1625598"/>
          </a:xfrm>
          <a:prstGeom prst="rect">
            <a:avLst/>
          </a:prstGeom>
        </p:spPr>
        <p:txBody>
          <a:bodyPr numCol="1" spcCol="457200"/>
          <a:lstStyle>
            <a:lvl1pPr marL="0" indent="0" algn="just">
              <a:lnSpc>
                <a:spcPct val="150000"/>
              </a:lnSpc>
              <a:buNone/>
              <a:defRPr sz="1200">
                <a:solidFill>
                  <a:schemeClr val="tx1">
                    <a:lumMod val="75000"/>
                    <a:lumOff val="25000"/>
                  </a:schemeClr>
                </a:solidFill>
                <a:latin typeface="Raleway" charset="0"/>
                <a:ea typeface="Raleway" charset="0"/>
                <a:cs typeface="Raleway" charset="0"/>
              </a:defRPr>
            </a:lvl1pPr>
            <a:lvl2pPr marL="457063" indent="0" algn="just">
              <a:lnSpc>
                <a:spcPct val="150000"/>
              </a:lnSpc>
              <a:buNone/>
              <a:defRPr sz="1200">
                <a:solidFill>
                  <a:schemeClr val="tx1">
                    <a:lumMod val="75000"/>
                    <a:lumOff val="25000"/>
                  </a:schemeClr>
                </a:solidFill>
                <a:latin typeface="Raleway" charset="0"/>
                <a:ea typeface="Raleway" charset="0"/>
                <a:cs typeface="Raleway" charset="0"/>
              </a:defRPr>
            </a:lvl2pPr>
            <a:lvl3pPr marL="914126" indent="0" algn="just">
              <a:lnSpc>
                <a:spcPct val="150000"/>
              </a:lnSpc>
              <a:buNone/>
              <a:defRPr sz="1200">
                <a:solidFill>
                  <a:schemeClr val="tx1">
                    <a:lumMod val="75000"/>
                    <a:lumOff val="25000"/>
                  </a:schemeClr>
                </a:solidFill>
                <a:latin typeface="Raleway" charset="0"/>
                <a:ea typeface="Raleway" charset="0"/>
                <a:cs typeface="Raleway" charset="0"/>
              </a:defRPr>
            </a:lvl3pPr>
            <a:lvl4pPr marL="1371189" indent="0" algn="just">
              <a:lnSpc>
                <a:spcPct val="150000"/>
              </a:lnSpc>
              <a:buNone/>
              <a:defRPr sz="1200">
                <a:solidFill>
                  <a:schemeClr val="tx1">
                    <a:lumMod val="75000"/>
                    <a:lumOff val="25000"/>
                  </a:schemeClr>
                </a:solidFill>
                <a:latin typeface="Raleway" charset="0"/>
                <a:ea typeface="Raleway" charset="0"/>
                <a:cs typeface="Raleway" charset="0"/>
              </a:defRPr>
            </a:lvl4pPr>
            <a:lvl5pPr marL="1828252" indent="0" algn="just">
              <a:lnSpc>
                <a:spcPct val="150000"/>
              </a:lnSpc>
              <a:buNone/>
              <a:defRPr sz="1200">
                <a:solidFill>
                  <a:schemeClr val="tx1">
                    <a:lumMod val="75000"/>
                    <a:lumOff val="25000"/>
                  </a:schemeClr>
                </a:solidFill>
                <a:latin typeface="Raleway" charset="0"/>
                <a:ea typeface="Raleway" charset="0"/>
                <a:cs typeface="Raleway"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p:cNvSpPr>
            <a:spLocks noGrp="1"/>
          </p:cNvSpPr>
          <p:nvPr>
            <p:ph type="pic" sz="quarter" idx="16" hasCustomPrompt="1"/>
          </p:nvPr>
        </p:nvSpPr>
        <p:spPr>
          <a:xfrm>
            <a:off x="5292724" y="2051275"/>
            <a:ext cx="1616076" cy="1616076"/>
          </a:xfrm>
          <a:custGeom>
            <a:avLst/>
            <a:gdLst>
              <a:gd name="connsiteX0" fmla="*/ 808038 w 1616076"/>
              <a:gd name="connsiteY0" fmla="*/ 0 h 1616076"/>
              <a:gd name="connsiteX1" fmla="*/ 1616076 w 1616076"/>
              <a:gd name="connsiteY1" fmla="*/ 808038 h 1616076"/>
              <a:gd name="connsiteX2" fmla="*/ 808038 w 1616076"/>
              <a:gd name="connsiteY2" fmla="*/ 1616076 h 1616076"/>
              <a:gd name="connsiteX3" fmla="*/ 0 w 1616076"/>
              <a:gd name="connsiteY3" fmla="*/ 808038 h 1616076"/>
              <a:gd name="connsiteX4" fmla="*/ 808038 w 1616076"/>
              <a:gd name="connsiteY4" fmla="*/ 0 h 16160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6076" h="1616076">
                <a:moveTo>
                  <a:pt x="808038" y="0"/>
                </a:moveTo>
                <a:cubicBezTo>
                  <a:pt x="1254305" y="0"/>
                  <a:pt x="1616076" y="361771"/>
                  <a:pt x="1616076" y="808038"/>
                </a:cubicBezTo>
                <a:cubicBezTo>
                  <a:pt x="1616076" y="1254305"/>
                  <a:pt x="1254305" y="1616076"/>
                  <a:pt x="808038" y="1616076"/>
                </a:cubicBezTo>
                <a:cubicBezTo>
                  <a:pt x="361771" y="1616076"/>
                  <a:pt x="0" y="1254305"/>
                  <a:pt x="0" y="808038"/>
                </a:cubicBezTo>
                <a:cubicBezTo>
                  <a:pt x="0" y="361771"/>
                  <a:pt x="361771" y="0"/>
                  <a:pt x="808038" y="0"/>
                </a:cubicBezTo>
                <a:close/>
              </a:path>
            </a:pathLst>
          </a:custGeom>
        </p:spPr>
        <p:txBody>
          <a:bodyPr wrap="square" anchor="ctr">
            <a:noAutofit/>
          </a:bodyPr>
          <a:lstStyle>
            <a:lvl1pPr marL="0" indent="0" algn="ctr">
              <a:buNone/>
              <a:defRPr sz="1500"/>
            </a:lvl1pPr>
          </a:lstStyle>
          <a:p>
            <a:r>
              <a:rPr lang="en-US" dirty="0"/>
              <a:t>Drag your picture here</a:t>
            </a:r>
          </a:p>
        </p:txBody>
      </p:sp>
    </p:spTree>
    <p:extLst>
      <p:ext uri="{BB962C8B-B14F-4D97-AF65-F5344CB8AC3E}">
        <p14:creationId xmlns:p14="http://schemas.microsoft.com/office/powerpoint/2010/main" val="780263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riple text box / Center">
    <p:spTree>
      <p:nvGrpSpPr>
        <p:cNvPr id="1" name=""/>
        <p:cNvGrpSpPr/>
        <p:nvPr/>
      </p:nvGrpSpPr>
      <p:grpSpPr>
        <a:xfrm>
          <a:off x="0" y="0"/>
          <a:ext cx="0" cy="0"/>
          <a:chOff x="0" y="0"/>
          <a:chExt cx="0" cy="0"/>
        </a:xfrm>
      </p:grpSpPr>
      <p:sp>
        <p:nvSpPr>
          <p:cNvPr id="16" name="Marcador de texto 7"/>
          <p:cNvSpPr>
            <a:spLocks noGrp="1"/>
          </p:cNvSpPr>
          <p:nvPr>
            <p:ph type="body" sz="quarter" idx="11" hasCustomPrompt="1"/>
          </p:nvPr>
        </p:nvSpPr>
        <p:spPr>
          <a:xfrm>
            <a:off x="3554346" y="685802"/>
            <a:ext cx="5080133" cy="419098"/>
          </a:xfrm>
          <a:prstGeom prst="rect">
            <a:avLst/>
          </a:prstGeom>
          <a:noFill/>
        </p:spPr>
        <p:txBody>
          <a:bodyPr vert="horz" lIns="0" tIns="0" rIns="0" bIns="0" anchor="ct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7" name="Marcador de texto 7"/>
          <p:cNvSpPr>
            <a:spLocks noGrp="1"/>
          </p:cNvSpPr>
          <p:nvPr>
            <p:ph type="body" sz="quarter" idx="12" hasCustomPrompt="1"/>
          </p:nvPr>
        </p:nvSpPr>
        <p:spPr>
          <a:xfrm>
            <a:off x="869833" y="1104900"/>
            <a:ext cx="10461742" cy="457200"/>
          </a:xfrm>
          <a:prstGeom prst="rect">
            <a:avLst/>
          </a:prstGeom>
          <a:noFill/>
        </p:spPr>
        <p:txBody>
          <a:bodyPr vert="horz" wrap="none" lIns="0" tIns="91440" rIns="0" bIns="0" anchor="t" anchorCtr="0">
            <a:noAutofit/>
          </a:bodyPr>
          <a:lstStyle>
            <a:lvl1pPr marL="0" indent="0" algn="ctr">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a:t>
            </a:r>
            <a:r>
              <a:rPr lang="es-ES_tradnl"/>
              <a:t>YOUR </a:t>
            </a:r>
            <a:r>
              <a:rPr lang="es-ES_tradnl" dirty="0"/>
              <a:t> </a:t>
            </a:r>
            <a:r>
              <a:rPr lang="es-ES_tradnl"/>
              <a:t>BIG TITLE HERE</a:t>
            </a:r>
            <a:endParaRPr lang="es-ES_tradnl" dirty="0"/>
          </a:p>
        </p:txBody>
      </p:sp>
      <p:sp>
        <p:nvSpPr>
          <p:cNvPr id="5" name="Text Placeholder 4"/>
          <p:cNvSpPr>
            <a:spLocks noGrp="1"/>
          </p:cNvSpPr>
          <p:nvPr>
            <p:ph type="body" sz="quarter" idx="13"/>
          </p:nvPr>
        </p:nvSpPr>
        <p:spPr>
          <a:xfrm>
            <a:off x="869950" y="1911350"/>
            <a:ext cx="10461625" cy="3505200"/>
          </a:xfrm>
          <a:prstGeom prst="rect">
            <a:avLst/>
          </a:prstGeom>
        </p:spPr>
        <p:txBody>
          <a:bodyPr numCol="3" spcCol="457200"/>
          <a:lstStyle>
            <a:lvl1pPr marL="0" indent="0" algn="just">
              <a:lnSpc>
                <a:spcPct val="150000"/>
              </a:lnSpc>
              <a:buNone/>
              <a:defRPr sz="1200">
                <a:solidFill>
                  <a:schemeClr val="tx1">
                    <a:lumMod val="50000"/>
                    <a:lumOff val="50000"/>
                  </a:schemeClr>
                </a:solidFill>
                <a:latin typeface="Raleway" charset="0"/>
                <a:ea typeface="Raleway" charset="0"/>
                <a:cs typeface="Raleway" charset="0"/>
              </a:defRPr>
            </a:lvl1pPr>
            <a:lvl2pPr marL="457063" indent="0" algn="just">
              <a:lnSpc>
                <a:spcPct val="150000"/>
              </a:lnSpc>
              <a:buNone/>
              <a:defRPr sz="1200">
                <a:solidFill>
                  <a:schemeClr val="tx1">
                    <a:lumMod val="50000"/>
                    <a:lumOff val="50000"/>
                  </a:schemeClr>
                </a:solidFill>
                <a:latin typeface="Raleway" charset="0"/>
                <a:ea typeface="Raleway" charset="0"/>
                <a:cs typeface="Raleway" charset="0"/>
              </a:defRPr>
            </a:lvl2pPr>
            <a:lvl3pPr marL="914126" indent="0" algn="just">
              <a:lnSpc>
                <a:spcPct val="150000"/>
              </a:lnSpc>
              <a:buNone/>
              <a:defRPr sz="1200">
                <a:solidFill>
                  <a:schemeClr val="tx1">
                    <a:lumMod val="50000"/>
                    <a:lumOff val="50000"/>
                  </a:schemeClr>
                </a:solidFill>
                <a:latin typeface="Raleway" charset="0"/>
                <a:ea typeface="Raleway" charset="0"/>
                <a:cs typeface="Raleway" charset="0"/>
              </a:defRPr>
            </a:lvl3pPr>
            <a:lvl4pPr marL="1371189" indent="0" algn="just">
              <a:lnSpc>
                <a:spcPct val="150000"/>
              </a:lnSpc>
              <a:buNone/>
              <a:defRPr sz="1200">
                <a:solidFill>
                  <a:schemeClr val="tx1">
                    <a:lumMod val="50000"/>
                    <a:lumOff val="50000"/>
                  </a:schemeClr>
                </a:solidFill>
                <a:latin typeface="Raleway" charset="0"/>
                <a:ea typeface="Raleway" charset="0"/>
                <a:cs typeface="Raleway" charset="0"/>
              </a:defRPr>
            </a:lvl4pPr>
            <a:lvl5pPr marL="1828252" indent="0" algn="just">
              <a:lnSpc>
                <a:spcPct val="150000"/>
              </a:lnSpc>
              <a:buNone/>
              <a:defRPr sz="1200">
                <a:solidFill>
                  <a:schemeClr val="tx1">
                    <a:lumMod val="50000"/>
                    <a:lumOff val="50000"/>
                  </a:schemeClr>
                </a:solidFill>
                <a:latin typeface="Raleway" charset="0"/>
                <a:ea typeface="Raleway" charset="0"/>
                <a:cs typeface="Raleway"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41619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ouble text box with image">
    <p:spTree>
      <p:nvGrpSpPr>
        <p:cNvPr id="1" name=""/>
        <p:cNvGrpSpPr/>
        <p:nvPr/>
      </p:nvGrpSpPr>
      <p:grpSpPr>
        <a:xfrm>
          <a:off x="0" y="0"/>
          <a:ext cx="0" cy="0"/>
          <a:chOff x="0" y="0"/>
          <a:chExt cx="0" cy="0"/>
        </a:xfrm>
      </p:grpSpPr>
      <p:sp>
        <p:nvSpPr>
          <p:cNvPr id="16" name="Marcador de texto 7"/>
          <p:cNvSpPr>
            <a:spLocks noGrp="1"/>
          </p:cNvSpPr>
          <p:nvPr>
            <p:ph type="body" sz="quarter" idx="11" hasCustomPrompt="1"/>
          </p:nvPr>
        </p:nvSpPr>
        <p:spPr>
          <a:xfrm>
            <a:off x="3554346" y="685802"/>
            <a:ext cx="5080133" cy="419098"/>
          </a:xfrm>
          <a:prstGeom prst="rect">
            <a:avLst/>
          </a:prstGeom>
          <a:noFill/>
        </p:spPr>
        <p:txBody>
          <a:bodyPr vert="horz" lIns="0" tIns="0" rIns="0" bIns="0" anchor="ct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7" name="Marcador de texto 7"/>
          <p:cNvSpPr>
            <a:spLocks noGrp="1"/>
          </p:cNvSpPr>
          <p:nvPr>
            <p:ph type="body" sz="quarter" idx="12" hasCustomPrompt="1"/>
          </p:nvPr>
        </p:nvSpPr>
        <p:spPr>
          <a:xfrm>
            <a:off x="869833" y="1104900"/>
            <a:ext cx="10461742" cy="457200"/>
          </a:xfrm>
          <a:prstGeom prst="rect">
            <a:avLst/>
          </a:prstGeom>
          <a:noFill/>
        </p:spPr>
        <p:txBody>
          <a:bodyPr vert="horz" wrap="none" lIns="0" tIns="91440" rIns="0" bIns="0" anchor="t" anchorCtr="0">
            <a:noAutofit/>
          </a:bodyPr>
          <a:lstStyle>
            <a:lvl1pPr marL="0" indent="0" algn="ctr">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a:t>
            </a:r>
            <a:r>
              <a:rPr lang="es-ES_tradnl"/>
              <a:t>YOUR </a:t>
            </a:r>
            <a:r>
              <a:rPr lang="es-ES_tradnl" dirty="0"/>
              <a:t> </a:t>
            </a:r>
            <a:r>
              <a:rPr lang="es-ES_tradnl"/>
              <a:t>BIG TITLE HERE</a:t>
            </a:r>
            <a:endParaRPr lang="es-ES_tradnl" dirty="0"/>
          </a:p>
        </p:txBody>
      </p:sp>
      <p:sp>
        <p:nvSpPr>
          <p:cNvPr id="5" name="Text Placeholder 4"/>
          <p:cNvSpPr>
            <a:spLocks noGrp="1"/>
          </p:cNvSpPr>
          <p:nvPr>
            <p:ph type="body" sz="quarter" idx="13"/>
          </p:nvPr>
        </p:nvSpPr>
        <p:spPr>
          <a:xfrm>
            <a:off x="5140035" y="1911349"/>
            <a:ext cx="6191539" cy="3865995"/>
          </a:xfrm>
          <a:prstGeom prst="rect">
            <a:avLst/>
          </a:prstGeom>
        </p:spPr>
        <p:txBody>
          <a:bodyPr numCol="2" spcCol="457200"/>
          <a:lstStyle>
            <a:lvl1pPr marL="0" indent="0" algn="just">
              <a:lnSpc>
                <a:spcPct val="150000"/>
              </a:lnSpc>
              <a:buNone/>
              <a:defRPr sz="1200">
                <a:solidFill>
                  <a:schemeClr val="tx1">
                    <a:lumMod val="50000"/>
                    <a:lumOff val="50000"/>
                  </a:schemeClr>
                </a:solidFill>
                <a:latin typeface="Raleway" charset="0"/>
                <a:ea typeface="Raleway" charset="0"/>
                <a:cs typeface="Raleway" charset="0"/>
              </a:defRPr>
            </a:lvl1pPr>
            <a:lvl2pPr marL="457063" indent="0" algn="just">
              <a:lnSpc>
                <a:spcPct val="150000"/>
              </a:lnSpc>
              <a:buNone/>
              <a:defRPr sz="1200">
                <a:solidFill>
                  <a:schemeClr val="tx1">
                    <a:lumMod val="50000"/>
                    <a:lumOff val="50000"/>
                  </a:schemeClr>
                </a:solidFill>
                <a:latin typeface="Raleway" charset="0"/>
                <a:ea typeface="Raleway" charset="0"/>
                <a:cs typeface="Raleway" charset="0"/>
              </a:defRPr>
            </a:lvl2pPr>
            <a:lvl3pPr marL="914126" indent="0" algn="just">
              <a:lnSpc>
                <a:spcPct val="150000"/>
              </a:lnSpc>
              <a:buNone/>
              <a:defRPr sz="1200">
                <a:solidFill>
                  <a:schemeClr val="tx1">
                    <a:lumMod val="50000"/>
                    <a:lumOff val="50000"/>
                  </a:schemeClr>
                </a:solidFill>
                <a:latin typeface="Raleway" charset="0"/>
                <a:ea typeface="Raleway" charset="0"/>
                <a:cs typeface="Raleway" charset="0"/>
              </a:defRPr>
            </a:lvl3pPr>
            <a:lvl4pPr marL="1371189" indent="0" algn="just">
              <a:lnSpc>
                <a:spcPct val="150000"/>
              </a:lnSpc>
              <a:buNone/>
              <a:defRPr sz="1200">
                <a:solidFill>
                  <a:schemeClr val="tx1">
                    <a:lumMod val="50000"/>
                    <a:lumOff val="50000"/>
                  </a:schemeClr>
                </a:solidFill>
                <a:latin typeface="Raleway" charset="0"/>
                <a:ea typeface="Raleway" charset="0"/>
                <a:cs typeface="Raleway" charset="0"/>
              </a:defRPr>
            </a:lvl4pPr>
            <a:lvl5pPr marL="1828252" indent="0" algn="just">
              <a:lnSpc>
                <a:spcPct val="150000"/>
              </a:lnSpc>
              <a:buNone/>
              <a:defRPr sz="1200">
                <a:solidFill>
                  <a:schemeClr val="tx1">
                    <a:lumMod val="50000"/>
                    <a:lumOff val="50000"/>
                  </a:schemeClr>
                </a:solidFill>
                <a:latin typeface="Raleway" charset="0"/>
                <a:ea typeface="Raleway" charset="0"/>
                <a:cs typeface="Raleway"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2"/>
          <p:cNvSpPr>
            <a:spLocks noGrp="1"/>
          </p:cNvSpPr>
          <p:nvPr>
            <p:ph type="pic" sz="quarter" idx="16" hasCustomPrompt="1"/>
          </p:nvPr>
        </p:nvSpPr>
        <p:spPr>
          <a:xfrm>
            <a:off x="869833" y="1911350"/>
            <a:ext cx="3896131" cy="3865995"/>
          </a:xfrm>
          <a:prstGeom prst="rect">
            <a:avLst/>
          </a:prstGeom>
        </p:spPr>
        <p:txBody>
          <a:bodyPr anchor="ctr"/>
          <a:lstStyle>
            <a:lvl1pPr marL="0" indent="0" algn="ctr">
              <a:buNone/>
              <a:defRPr sz="1500"/>
            </a:lvl1pPr>
          </a:lstStyle>
          <a:p>
            <a:r>
              <a:rPr lang="en-US" dirty="0"/>
              <a:t>Drag your picture here</a:t>
            </a:r>
          </a:p>
        </p:txBody>
      </p:sp>
    </p:spTree>
    <p:extLst>
      <p:ext uri="{BB962C8B-B14F-4D97-AF65-F5344CB8AC3E}">
        <p14:creationId xmlns:p14="http://schemas.microsoft.com/office/powerpoint/2010/main" val="152746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 Center">
    <p:spTree>
      <p:nvGrpSpPr>
        <p:cNvPr id="1" name=""/>
        <p:cNvGrpSpPr/>
        <p:nvPr/>
      </p:nvGrpSpPr>
      <p:grpSpPr>
        <a:xfrm>
          <a:off x="0" y="0"/>
          <a:ext cx="0" cy="0"/>
          <a:chOff x="0" y="0"/>
          <a:chExt cx="0" cy="0"/>
        </a:xfrm>
      </p:grpSpPr>
      <p:sp>
        <p:nvSpPr>
          <p:cNvPr id="4" name="Rectangle 3"/>
          <p:cNvSpPr/>
          <p:nvPr userDrawn="1"/>
        </p:nvSpPr>
        <p:spPr>
          <a:xfrm>
            <a:off x="0" y="1"/>
            <a:ext cx="1218882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Marcador de texto 7"/>
          <p:cNvSpPr>
            <a:spLocks noGrp="1"/>
          </p:cNvSpPr>
          <p:nvPr>
            <p:ph type="body" sz="quarter" idx="11" hasCustomPrompt="1"/>
          </p:nvPr>
        </p:nvSpPr>
        <p:spPr>
          <a:xfrm>
            <a:off x="3554346" y="685802"/>
            <a:ext cx="5080133" cy="419098"/>
          </a:xfrm>
          <a:prstGeom prst="rect">
            <a:avLst/>
          </a:prstGeom>
          <a:noFill/>
        </p:spPr>
        <p:txBody>
          <a:bodyPr vert="horz" lIns="0" tIns="0" rIns="0" bIns="0" anchor="ct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7" name="Marcador de texto 7"/>
          <p:cNvSpPr>
            <a:spLocks noGrp="1"/>
          </p:cNvSpPr>
          <p:nvPr>
            <p:ph type="body" sz="quarter" idx="12" hasCustomPrompt="1"/>
          </p:nvPr>
        </p:nvSpPr>
        <p:spPr>
          <a:xfrm>
            <a:off x="869833" y="1104900"/>
            <a:ext cx="10461742" cy="457200"/>
          </a:xfrm>
          <a:prstGeom prst="rect">
            <a:avLst/>
          </a:prstGeom>
          <a:noFill/>
        </p:spPr>
        <p:txBody>
          <a:bodyPr vert="horz" wrap="none" lIns="0" tIns="91440" rIns="0" bIns="0" anchor="t" anchorCtr="0">
            <a:noAutofit/>
          </a:bodyPr>
          <a:lstStyle>
            <a:lvl1pPr marL="0" indent="0" algn="ctr">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a:t>
            </a:r>
            <a:r>
              <a:rPr lang="es-ES_tradnl"/>
              <a:t>YOUR </a:t>
            </a:r>
            <a:r>
              <a:rPr lang="es-ES_tradnl" dirty="0"/>
              <a:t> </a:t>
            </a:r>
            <a:r>
              <a:rPr lang="es-ES_tradnl"/>
              <a:t>BIG TITLE HERE</a:t>
            </a:r>
            <a:endParaRPr lang="es-ES_tradnl" dirty="0"/>
          </a:p>
        </p:txBody>
      </p:sp>
    </p:spTree>
    <p:extLst>
      <p:ext uri="{BB962C8B-B14F-4D97-AF65-F5344CB8AC3E}">
        <p14:creationId xmlns:p14="http://schemas.microsoft.com/office/powerpoint/2010/main" val="1825107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 Center">
    <p:spTree>
      <p:nvGrpSpPr>
        <p:cNvPr id="1" name=""/>
        <p:cNvGrpSpPr/>
        <p:nvPr/>
      </p:nvGrpSpPr>
      <p:grpSpPr>
        <a:xfrm>
          <a:off x="0" y="0"/>
          <a:ext cx="0" cy="0"/>
          <a:chOff x="0" y="0"/>
          <a:chExt cx="0" cy="0"/>
        </a:xfrm>
      </p:grpSpPr>
      <p:sp>
        <p:nvSpPr>
          <p:cNvPr id="16" name="Marcador de texto 7"/>
          <p:cNvSpPr>
            <a:spLocks noGrp="1"/>
          </p:cNvSpPr>
          <p:nvPr>
            <p:ph type="body" sz="quarter" idx="11" hasCustomPrompt="1"/>
          </p:nvPr>
        </p:nvSpPr>
        <p:spPr>
          <a:xfrm>
            <a:off x="3554346" y="685802"/>
            <a:ext cx="5080133" cy="419098"/>
          </a:xfrm>
          <a:prstGeom prst="rect">
            <a:avLst/>
          </a:prstGeom>
          <a:noFill/>
        </p:spPr>
        <p:txBody>
          <a:bodyPr vert="horz" lIns="0" tIns="0" rIns="0" bIns="0" anchor="ct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7" name="Marcador de texto 7"/>
          <p:cNvSpPr>
            <a:spLocks noGrp="1"/>
          </p:cNvSpPr>
          <p:nvPr>
            <p:ph type="body" sz="quarter" idx="12" hasCustomPrompt="1"/>
          </p:nvPr>
        </p:nvSpPr>
        <p:spPr>
          <a:xfrm>
            <a:off x="869833" y="1104900"/>
            <a:ext cx="10461742" cy="457200"/>
          </a:xfrm>
          <a:prstGeom prst="rect">
            <a:avLst/>
          </a:prstGeom>
          <a:noFill/>
        </p:spPr>
        <p:txBody>
          <a:bodyPr vert="horz" wrap="none" lIns="0" tIns="91440" rIns="0" bIns="0" anchor="t" anchorCtr="0">
            <a:noAutofit/>
          </a:bodyPr>
          <a:lstStyle>
            <a:lvl1pPr marL="0" indent="0" algn="ctr">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a:t>
            </a:r>
            <a:r>
              <a:rPr lang="es-ES_tradnl"/>
              <a:t>YOUR </a:t>
            </a:r>
            <a:r>
              <a:rPr lang="es-ES_tradnl" dirty="0"/>
              <a:t> </a:t>
            </a:r>
            <a:r>
              <a:rPr lang="es-ES_tradnl"/>
              <a:t>BIG TITLE HERE</a:t>
            </a:r>
            <a:endParaRPr lang="es-ES_tradnl" dirty="0"/>
          </a:p>
        </p:txBody>
      </p:sp>
    </p:spTree>
    <p:extLst>
      <p:ext uri="{BB962C8B-B14F-4D97-AF65-F5344CB8AC3E}">
        <p14:creationId xmlns:p14="http://schemas.microsoft.com/office/powerpoint/2010/main" val="3231019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7_Title / Center">
    <p:spTree>
      <p:nvGrpSpPr>
        <p:cNvPr id="1" name=""/>
        <p:cNvGrpSpPr/>
        <p:nvPr/>
      </p:nvGrpSpPr>
      <p:grpSpPr>
        <a:xfrm>
          <a:off x="0" y="0"/>
          <a:ext cx="0" cy="0"/>
          <a:chOff x="0" y="0"/>
          <a:chExt cx="0" cy="0"/>
        </a:xfrm>
      </p:grpSpPr>
      <p:sp>
        <p:nvSpPr>
          <p:cNvPr id="16" name="Marcador de texto 7"/>
          <p:cNvSpPr>
            <a:spLocks noGrp="1"/>
          </p:cNvSpPr>
          <p:nvPr>
            <p:ph type="body" sz="quarter" idx="11" hasCustomPrompt="1"/>
          </p:nvPr>
        </p:nvSpPr>
        <p:spPr>
          <a:xfrm>
            <a:off x="3554346" y="685802"/>
            <a:ext cx="5080133" cy="419098"/>
          </a:xfrm>
          <a:prstGeom prst="rect">
            <a:avLst/>
          </a:prstGeom>
          <a:noFill/>
        </p:spPr>
        <p:txBody>
          <a:bodyPr vert="horz" lIns="0" tIns="0" rIns="0" bIns="0" anchor="ct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7" name="Marcador de texto 7"/>
          <p:cNvSpPr>
            <a:spLocks noGrp="1"/>
          </p:cNvSpPr>
          <p:nvPr>
            <p:ph type="body" sz="quarter" idx="12" hasCustomPrompt="1"/>
          </p:nvPr>
        </p:nvSpPr>
        <p:spPr>
          <a:xfrm>
            <a:off x="869833" y="1104900"/>
            <a:ext cx="10461742" cy="457200"/>
          </a:xfrm>
          <a:prstGeom prst="rect">
            <a:avLst/>
          </a:prstGeom>
          <a:noFill/>
        </p:spPr>
        <p:txBody>
          <a:bodyPr vert="horz" wrap="none" lIns="0" tIns="91440" rIns="0" bIns="0" anchor="t" anchorCtr="0">
            <a:noAutofit/>
          </a:bodyPr>
          <a:lstStyle>
            <a:lvl1pPr marL="0" indent="0" algn="ctr">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a:t>
            </a:r>
            <a:r>
              <a:rPr lang="es-ES_tradnl"/>
              <a:t>YOUR </a:t>
            </a:r>
            <a:r>
              <a:rPr lang="es-ES_tradnl" dirty="0"/>
              <a:t> </a:t>
            </a:r>
            <a:r>
              <a:rPr lang="es-ES_tradnl"/>
              <a:t>BIG TITLE HERE</a:t>
            </a:r>
            <a:endParaRPr lang="es-ES_tradnl" dirty="0"/>
          </a:p>
        </p:txBody>
      </p:sp>
      <p:sp>
        <p:nvSpPr>
          <p:cNvPr id="4" name="Marcador de texto 7">
            <a:extLst>
              <a:ext uri="{FF2B5EF4-FFF2-40B4-BE49-F238E27FC236}">
                <a16:creationId xmlns:a16="http://schemas.microsoft.com/office/drawing/2014/main" id="{68941941-D1E6-4AEA-AA0E-29B4DC1FCCD0}"/>
              </a:ext>
            </a:extLst>
          </p:cNvPr>
          <p:cNvSpPr>
            <a:spLocks noGrp="1"/>
          </p:cNvSpPr>
          <p:nvPr>
            <p:ph type="body" sz="quarter" idx="19" hasCustomPrompt="1"/>
          </p:nvPr>
        </p:nvSpPr>
        <p:spPr>
          <a:xfrm>
            <a:off x="1004744" y="2294828"/>
            <a:ext cx="4779198" cy="450671"/>
          </a:xfrm>
          <a:prstGeom prst="rect">
            <a:avLst/>
          </a:prstGeom>
          <a:solidFill>
            <a:schemeClr val="accent1"/>
          </a:solidFill>
        </p:spPr>
        <p:txBody>
          <a:bodyPr vert="horz" wrap="none" lIns="0" tIns="91440" rIns="0" bIns="0" anchor="ctr" anchorCtr="0">
            <a:noAutofit/>
          </a:bodyPr>
          <a:lstStyle>
            <a:lvl1pPr marL="0" indent="0" algn="ctr">
              <a:buNone/>
              <a:defRPr sz="1600" b="1" i="0">
                <a:solidFill>
                  <a:schemeClr val="bg1"/>
                </a:solidFill>
                <a:latin typeface="Raleway" charset="0"/>
                <a:ea typeface="Raleway" charset="0"/>
                <a:cs typeface="Raleway" charset="0"/>
              </a:defRPr>
            </a:lvl1pPr>
          </a:lstStyle>
          <a:p>
            <a:pPr lvl="0"/>
            <a:r>
              <a:rPr lang="es-ES_tradnl" dirty="0"/>
              <a:t>PUT YOUR BIG TITLE HERE</a:t>
            </a:r>
          </a:p>
        </p:txBody>
      </p:sp>
      <p:sp>
        <p:nvSpPr>
          <p:cNvPr id="5" name="Text Placeholder 2">
            <a:extLst>
              <a:ext uri="{FF2B5EF4-FFF2-40B4-BE49-F238E27FC236}">
                <a16:creationId xmlns:a16="http://schemas.microsoft.com/office/drawing/2014/main" id="{9E7D9D70-CCE3-48E8-B4E4-3369F166C388}"/>
              </a:ext>
            </a:extLst>
          </p:cNvPr>
          <p:cNvSpPr>
            <a:spLocks noGrp="1"/>
          </p:cNvSpPr>
          <p:nvPr>
            <p:ph type="body" sz="quarter" idx="20" hasCustomPrompt="1"/>
          </p:nvPr>
        </p:nvSpPr>
        <p:spPr>
          <a:xfrm>
            <a:off x="984369" y="2934667"/>
            <a:ext cx="4801833" cy="1177835"/>
          </a:xfrm>
          <a:prstGeom prst="rect">
            <a:avLst/>
          </a:prstGeom>
        </p:spPr>
        <p:txBody>
          <a:bodyPr lIns="0" tIns="0" rIns="0" bIns="0" anchor="t">
            <a:noAutofit/>
          </a:bodyPr>
          <a:lstStyle>
            <a:lvl1pPr marL="171450" indent="-171450" algn="l">
              <a:lnSpc>
                <a:spcPct val="150000"/>
              </a:lnSpc>
              <a:spcAft>
                <a:spcPts val="600"/>
              </a:spcAft>
              <a:buClr>
                <a:schemeClr val="accent1"/>
              </a:buClr>
              <a:buFont typeface="Segoe UI" panose="020B0502040204020203" pitchFamily="34" charset="0"/>
              <a:buChar char="●"/>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a:p>
            <a:pPr lvl="0"/>
            <a:endParaRPr lang="en-US" dirty="0"/>
          </a:p>
        </p:txBody>
      </p:sp>
      <p:sp>
        <p:nvSpPr>
          <p:cNvPr id="8" name="Marcador de texto 7">
            <a:extLst>
              <a:ext uri="{FF2B5EF4-FFF2-40B4-BE49-F238E27FC236}">
                <a16:creationId xmlns:a16="http://schemas.microsoft.com/office/drawing/2014/main" id="{9A39EEB7-9F1F-44CB-AF01-9E6944355722}"/>
              </a:ext>
            </a:extLst>
          </p:cNvPr>
          <p:cNvSpPr>
            <a:spLocks noGrp="1"/>
          </p:cNvSpPr>
          <p:nvPr>
            <p:ph type="body" sz="quarter" idx="21" hasCustomPrompt="1"/>
          </p:nvPr>
        </p:nvSpPr>
        <p:spPr>
          <a:xfrm>
            <a:off x="6229323" y="2294828"/>
            <a:ext cx="4779198" cy="450671"/>
          </a:xfrm>
          <a:prstGeom prst="rect">
            <a:avLst/>
          </a:prstGeom>
          <a:solidFill>
            <a:schemeClr val="accent2"/>
          </a:solidFill>
        </p:spPr>
        <p:txBody>
          <a:bodyPr vert="horz" wrap="none" lIns="0" tIns="91440" rIns="0" bIns="0" anchor="ctr" anchorCtr="0">
            <a:noAutofit/>
          </a:bodyPr>
          <a:lstStyle>
            <a:lvl1pPr marL="0" indent="0" algn="ctr">
              <a:buNone/>
              <a:defRPr sz="1600" b="1" i="0">
                <a:solidFill>
                  <a:schemeClr val="accent4"/>
                </a:solidFill>
                <a:latin typeface="Raleway" charset="0"/>
                <a:ea typeface="Raleway" charset="0"/>
                <a:cs typeface="Raleway" charset="0"/>
              </a:defRPr>
            </a:lvl1pPr>
          </a:lstStyle>
          <a:p>
            <a:pPr lvl="0"/>
            <a:r>
              <a:rPr lang="es-ES_tradnl" dirty="0"/>
              <a:t>PUT YOUR BIG TITLE HERE</a:t>
            </a:r>
          </a:p>
        </p:txBody>
      </p:sp>
      <p:sp>
        <p:nvSpPr>
          <p:cNvPr id="9" name="Text Placeholder 2">
            <a:extLst>
              <a:ext uri="{FF2B5EF4-FFF2-40B4-BE49-F238E27FC236}">
                <a16:creationId xmlns:a16="http://schemas.microsoft.com/office/drawing/2014/main" id="{F2588238-7F94-4741-984C-7835C4307FA2}"/>
              </a:ext>
            </a:extLst>
          </p:cNvPr>
          <p:cNvSpPr>
            <a:spLocks noGrp="1"/>
          </p:cNvSpPr>
          <p:nvPr>
            <p:ph type="body" sz="quarter" idx="22" hasCustomPrompt="1"/>
          </p:nvPr>
        </p:nvSpPr>
        <p:spPr>
          <a:xfrm>
            <a:off x="6208948" y="2934667"/>
            <a:ext cx="4801833" cy="1177835"/>
          </a:xfrm>
          <a:prstGeom prst="rect">
            <a:avLst/>
          </a:prstGeom>
        </p:spPr>
        <p:txBody>
          <a:bodyPr lIns="0" tIns="0" rIns="0" bIns="0" anchor="t">
            <a:noAutofit/>
          </a:bodyPr>
          <a:lstStyle>
            <a:lvl1pPr marL="171450" indent="-171450" algn="l">
              <a:lnSpc>
                <a:spcPct val="150000"/>
              </a:lnSpc>
              <a:spcAft>
                <a:spcPts val="600"/>
              </a:spcAft>
              <a:buClr>
                <a:schemeClr val="accent2"/>
              </a:buClr>
              <a:buFont typeface="Segoe UI" panose="020B0502040204020203" pitchFamily="34" charset="0"/>
              <a:buChar char="●"/>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a:p>
            <a:pPr lvl="0"/>
            <a:endParaRPr lang="en-US" dirty="0"/>
          </a:p>
        </p:txBody>
      </p:sp>
    </p:spTree>
    <p:extLst>
      <p:ext uri="{BB962C8B-B14F-4D97-AF65-F5344CB8AC3E}">
        <p14:creationId xmlns:p14="http://schemas.microsoft.com/office/powerpoint/2010/main" val="2234453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6_Title / Center">
    <p:spTree>
      <p:nvGrpSpPr>
        <p:cNvPr id="1" name=""/>
        <p:cNvGrpSpPr/>
        <p:nvPr/>
      </p:nvGrpSpPr>
      <p:grpSpPr>
        <a:xfrm>
          <a:off x="0" y="0"/>
          <a:ext cx="0" cy="0"/>
          <a:chOff x="0" y="0"/>
          <a:chExt cx="0" cy="0"/>
        </a:xfrm>
      </p:grpSpPr>
      <p:sp>
        <p:nvSpPr>
          <p:cNvPr id="16" name="Marcador de texto 7"/>
          <p:cNvSpPr>
            <a:spLocks noGrp="1"/>
          </p:cNvSpPr>
          <p:nvPr>
            <p:ph type="body" sz="quarter" idx="11" hasCustomPrompt="1"/>
          </p:nvPr>
        </p:nvSpPr>
        <p:spPr>
          <a:xfrm>
            <a:off x="3554346" y="685802"/>
            <a:ext cx="5080133" cy="419098"/>
          </a:xfrm>
          <a:prstGeom prst="rect">
            <a:avLst/>
          </a:prstGeom>
          <a:noFill/>
        </p:spPr>
        <p:txBody>
          <a:bodyPr vert="horz" lIns="0" tIns="0" rIns="0" bIns="0" anchor="ct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7" name="Marcador de texto 7"/>
          <p:cNvSpPr>
            <a:spLocks noGrp="1"/>
          </p:cNvSpPr>
          <p:nvPr>
            <p:ph type="body" sz="quarter" idx="12" hasCustomPrompt="1"/>
          </p:nvPr>
        </p:nvSpPr>
        <p:spPr>
          <a:xfrm>
            <a:off x="869833" y="1104900"/>
            <a:ext cx="10461742" cy="457200"/>
          </a:xfrm>
          <a:prstGeom prst="rect">
            <a:avLst/>
          </a:prstGeom>
          <a:noFill/>
        </p:spPr>
        <p:txBody>
          <a:bodyPr vert="horz" wrap="none" lIns="0" tIns="91440" rIns="0" bIns="0" anchor="t" anchorCtr="0">
            <a:noAutofit/>
          </a:bodyPr>
          <a:lstStyle>
            <a:lvl1pPr marL="0" indent="0" algn="ctr">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a:t>
            </a:r>
            <a:r>
              <a:rPr lang="es-ES_tradnl"/>
              <a:t>YOUR </a:t>
            </a:r>
            <a:r>
              <a:rPr lang="es-ES_tradnl" dirty="0"/>
              <a:t> </a:t>
            </a:r>
            <a:r>
              <a:rPr lang="es-ES_tradnl"/>
              <a:t>BIG TITLE HERE</a:t>
            </a:r>
            <a:endParaRPr lang="es-ES_tradnl" dirty="0"/>
          </a:p>
        </p:txBody>
      </p:sp>
      <p:sp>
        <p:nvSpPr>
          <p:cNvPr id="4" name="Marcador de imagen 5">
            <a:extLst>
              <a:ext uri="{FF2B5EF4-FFF2-40B4-BE49-F238E27FC236}">
                <a16:creationId xmlns:a16="http://schemas.microsoft.com/office/drawing/2014/main" id="{3814FE29-ADA4-42CB-ABB9-E8AF22B93CB9}"/>
              </a:ext>
            </a:extLst>
          </p:cNvPr>
          <p:cNvSpPr>
            <a:spLocks noGrp="1"/>
          </p:cNvSpPr>
          <p:nvPr>
            <p:ph type="pic" sz="quarter" idx="20"/>
          </p:nvPr>
        </p:nvSpPr>
        <p:spPr>
          <a:xfrm>
            <a:off x="1479023" y="2325511"/>
            <a:ext cx="1682046" cy="1682046"/>
          </a:xfrm>
          <a:custGeom>
            <a:avLst/>
            <a:gdLst>
              <a:gd name="connsiteX0" fmla="*/ 841023 w 1682046"/>
              <a:gd name="connsiteY0" fmla="*/ 0 h 1682046"/>
              <a:gd name="connsiteX1" fmla="*/ 1682046 w 1682046"/>
              <a:gd name="connsiteY1" fmla="*/ 841023 h 1682046"/>
              <a:gd name="connsiteX2" fmla="*/ 841023 w 1682046"/>
              <a:gd name="connsiteY2" fmla="*/ 1682046 h 1682046"/>
              <a:gd name="connsiteX3" fmla="*/ 0 w 1682046"/>
              <a:gd name="connsiteY3" fmla="*/ 841023 h 1682046"/>
              <a:gd name="connsiteX4" fmla="*/ 841023 w 1682046"/>
              <a:gd name="connsiteY4" fmla="*/ 0 h 1682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2046" h="1682046">
                <a:moveTo>
                  <a:pt x="841023" y="0"/>
                </a:moveTo>
                <a:cubicBezTo>
                  <a:pt x="1305507" y="0"/>
                  <a:pt x="1682046" y="376539"/>
                  <a:pt x="1682046" y="841023"/>
                </a:cubicBezTo>
                <a:cubicBezTo>
                  <a:pt x="1682046" y="1305507"/>
                  <a:pt x="1305507" y="1682046"/>
                  <a:pt x="841023" y="1682046"/>
                </a:cubicBezTo>
                <a:cubicBezTo>
                  <a:pt x="376539" y="1682046"/>
                  <a:pt x="0" y="1305507"/>
                  <a:pt x="0" y="841023"/>
                </a:cubicBezTo>
                <a:cubicBezTo>
                  <a:pt x="0" y="376539"/>
                  <a:pt x="376539" y="0"/>
                  <a:pt x="841023" y="0"/>
                </a:cubicBezTo>
                <a:close/>
              </a:path>
            </a:pathLst>
          </a:custGeom>
        </p:spPr>
        <p:txBody>
          <a:bodyPr wrap="square" anchor="ctr">
            <a:noAutofit/>
          </a:bodyPr>
          <a:lstStyle>
            <a:lvl1pPr>
              <a:defRPr sz="1200"/>
            </a:lvl1pPr>
          </a:lstStyle>
          <a:p>
            <a:endParaRPr lang="es-ES_tradnl"/>
          </a:p>
        </p:txBody>
      </p:sp>
      <p:sp>
        <p:nvSpPr>
          <p:cNvPr id="5" name="Marcador de imagen 7">
            <a:extLst>
              <a:ext uri="{FF2B5EF4-FFF2-40B4-BE49-F238E27FC236}">
                <a16:creationId xmlns:a16="http://schemas.microsoft.com/office/drawing/2014/main" id="{3E0F8C51-C97E-4B59-A9FC-405FC69AEAEA}"/>
              </a:ext>
            </a:extLst>
          </p:cNvPr>
          <p:cNvSpPr>
            <a:spLocks noGrp="1"/>
          </p:cNvSpPr>
          <p:nvPr>
            <p:ph type="pic" sz="quarter" idx="21"/>
          </p:nvPr>
        </p:nvSpPr>
        <p:spPr>
          <a:xfrm>
            <a:off x="3938793" y="2325511"/>
            <a:ext cx="1682046" cy="1682046"/>
          </a:xfrm>
          <a:custGeom>
            <a:avLst/>
            <a:gdLst>
              <a:gd name="connsiteX0" fmla="*/ 841023 w 1682046"/>
              <a:gd name="connsiteY0" fmla="*/ 0 h 1682046"/>
              <a:gd name="connsiteX1" fmla="*/ 1682046 w 1682046"/>
              <a:gd name="connsiteY1" fmla="*/ 841023 h 1682046"/>
              <a:gd name="connsiteX2" fmla="*/ 841023 w 1682046"/>
              <a:gd name="connsiteY2" fmla="*/ 1682046 h 1682046"/>
              <a:gd name="connsiteX3" fmla="*/ 0 w 1682046"/>
              <a:gd name="connsiteY3" fmla="*/ 841023 h 1682046"/>
              <a:gd name="connsiteX4" fmla="*/ 841023 w 1682046"/>
              <a:gd name="connsiteY4" fmla="*/ 0 h 1682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2046" h="1682046">
                <a:moveTo>
                  <a:pt x="841023" y="0"/>
                </a:moveTo>
                <a:cubicBezTo>
                  <a:pt x="1305507" y="0"/>
                  <a:pt x="1682046" y="376539"/>
                  <a:pt x="1682046" y="841023"/>
                </a:cubicBezTo>
                <a:cubicBezTo>
                  <a:pt x="1682046" y="1305507"/>
                  <a:pt x="1305507" y="1682046"/>
                  <a:pt x="841023" y="1682046"/>
                </a:cubicBezTo>
                <a:cubicBezTo>
                  <a:pt x="376539" y="1682046"/>
                  <a:pt x="0" y="1305507"/>
                  <a:pt x="0" y="841023"/>
                </a:cubicBezTo>
                <a:cubicBezTo>
                  <a:pt x="0" y="376539"/>
                  <a:pt x="376539" y="0"/>
                  <a:pt x="841023" y="0"/>
                </a:cubicBezTo>
                <a:close/>
              </a:path>
            </a:pathLst>
          </a:custGeom>
        </p:spPr>
        <p:txBody>
          <a:bodyPr wrap="square" anchor="ctr">
            <a:noAutofit/>
          </a:bodyPr>
          <a:lstStyle>
            <a:lvl1pPr>
              <a:defRPr sz="1200"/>
            </a:lvl1pPr>
          </a:lstStyle>
          <a:p>
            <a:endParaRPr lang="es-ES_tradnl"/>
          </a:p>
        </p:txBody>
      </p:sp>
      <p:sp>
        <p:nvSpPr>
          <p:cNvPr id="6" name="Marcador de imagen 11">
            <a:extLst>
              <a:ext uri="{FF2B5EF4-FFF2-40B4-BE49-F238E27FC236}">
                <a16:creationId xmlns:a16="http://schemas.microsoft.com/office/drawing/2014/main" id="{9C16B00A-CAFF-4DFC-A05B-08126DA4ACEF}"/>
              </a:ext>
            </a:extLst>
          </p:cNvPr>
          <p:cNvSpPr>
            <a:spLocks noGrp="1"/>
          </p:cNvSpPr>
          <p:nvPr>
            <p:ph type="pic" sz="quarter" idx="22"/>
          </p:nvPr>
        </p:nvSpPr>
        <p:spPr>
          <a:xfrm>
            <a:off x="6513868" y="2325511"/>
            <a:ext cx="1682046" cy="1682046"/>
          </a:xfrm>
          <a:custGeom>
            <a:avLst/>
            <a:gdLst>
              <a:gd name="connsiteX0" fmla="*/ 841023 w 1682046"/>
              <a:gd name="connsiteY0" fmla="*/ 0 h 1682046"/>
              <a:gd name="connsiteX1" fmla="*/ 1682046 w 1682046"/>
              <a:gd name="connsiteY1" fmla="*/ 841023 h 1682046"/>
              <a:gd name="connsiteX2" fmla="*/ 841023 w 1682046"/>
              <a:gd name="connsiteY2" fmla="*/ 1682046 h 1682046"/>
              <a:gd name="connsiteX3" fmla="*/ 0 w 1682046"/>
              <a:gd name="connsiteY3" fmla="*/ 841023 h 1682046"/>
              <a:gd name="connsiteX4" fmla="*/ 841023 w 1682046"/>
              <a:gd name="connsiteY4" fmla="*/ 0 h 1682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2046" h="1682046">
                <a:moveTo>
                  <a:pt x="841023" y="0"/>
                </a:moveTo>
                <a:cubicBezTo>
                  <a:pt x="1305507" y="0"/>
                  <a:pt x="1682046" y="376539"/>
                  <a:pt x="1682046" y="841023"/>
                </a:cubicBezTo>
                <a:cubicBezTo>
                  <a:pt x="1682046" y="1305507"/>
                  <a:pt x="1305507" y="1682046"/>
                  <a:pt x="841023" y="1682046"/>
                </a:cubicBezTo>
                <a:cubicBezTo>
                  <a:pt x="376539" y="1682046"/>
                  <a:pt x="0" y="1305507"/>
                  <a:pt x="0" y="841023"/>
                </a:cubicBezTo>
                <a:cubicBezTo>
                  <a:pt x="0" y="376539"/>
                  <a:pt x="376539" y="0"/>
                  <a:pt x="841023" y="0"/>
                </a:cubicBezTo>
                <a:close/>
              </a:path>
            </a:pathLst>
          </a:custGeom>
        </p:spPr>
        <p:txBody>
          <a:bodyPr wrap="square" anchor="ctr">
            <a:noAutofit/>
          </a:bodyPr>
          <a:lstStyle>
            <a:lvl1pPr>
              <a:defRPr sz="1200"/>
            </a:lvl1pPr>
          </a:lstStyle>
          <a:p>
            <a:endParaRPr lang="es-ES_tradnl"/>
          </a:p>
        </p:txBody>
      </p:sp>
      <p:sp>
        <p:nvSpPr>
          <p:cNvPr id="7" name="Marcador de imagen 12">
            <a:extLst>
              <a:ext uri="{FF2B5EF4-FFF2-40B4-BE49-F238E27FC236}">
                <a16:creationId xmlns:a16="http://schemas.microsoft.com/office/drawing/2014/main" id="{FAA42B9A-184E-48DB-982F-85FE7E643FA5}"/>
              </a:ext>
            </a:extLst>
          </p:cNvPr>
          <p:cNvSpPr>
            <a:spLocks noGrp="1"/>
          </p:cNvSpPr>
          <p:nvPr>
            <p:ph type="pic" sz="quarter" idx="23"/>
          </p:nvPr>
        </p:nvSpPr>
        <p:spPr>
          <a:xfrm>
            <a:off x="9031292" y="2325511"/>
            <a:ext cx="1682046" cy="1682046"/>
          </a:xfrm>
          <a:custGeom>
            <a:avLst/>
            <a:gdLst>
              <a:gd name="connsiteX0" fmla="*/ 841023 w 1682046"/>
              <a:gd name="connsiteY0" fmla="*/ 0 h 1682046"/>
              <a:gd name="connsiteX1" fmla="*/ 1682046 w 1682046"/>
              <a:gd name="connsiteY1" fmla="*/ 841023 h 1682046"/>
              <a:gd name="connsiteX2" fmla="*/ 841023 w 1682046"/>
              <a:gd name="connsiteY2" fmla="*/ 1682046 h 1682046"/>
              <a:gd name="connsiteX3" fmla="*/ 0 w 1682046"/>
              <a:gd name="connsiteY3" fmla="*/ 841023 h 1682046"/>
              <a:gd name="connsiteX4" fmla="*/ 841023 w 1682046"/>
              <a:gd name="connsiteY4" fmla="*/ 0 h 16820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2046" h="1682046">
                <a:moveTo>
                  <a:pt x="841023" y="0"/>
                </a:moveTo>
                <a:cubicBezTo>
                  <a:pt x="1305507" y="0"/>
                  <a:pt x="1682046" y="376539"/>
                  <a:pt x="1682046" y="841023"/>
                </a:cubicBezTo>
                <a:cubicBezTo>
                  <a:pt x="1682046" y="1305507"/>
                  <a:pt x="1305507" y="1682046"/>
                  <a:pt x="841023" y="1682046"/>
                </a:cubicBezTo>
                <a:cubicBezTo>
                  <a:pt x="376539" y="1682046"/>
                  <a:pt x="0" y="1305507"/>
                  <a:pt x="0" y="841023"/>
                </a:cubicBezTo>
                <a:cubicBezTo>
                  <a:pt x="0" y="376539"/>
                  <a:pt x="376539" y="0"/>
                  <a:pt x="841023" y="0"/>
                </a:cubicBezTo>
                <a:close/>
              </a:path>
            </a:pathLst>
          </a:custGeom>
        </p:spPr>
        <p:txBody>
          <a:bodyPr wrap="square" anchor="ctr">
            <a:noAutofit/>
          </a:bodyPr>
          <a:lstStyle>
            <a:lvl1pPr>
              <a:defRPr sz="1200"/>
            </a:lvl1pPr>
          </a:lstStyle>
          <a:p>
            <a:endParaRPr lang="es-ES_tradnl"/>
          </a:p>
        </p:txBody>
      </p:sp>
      <p:sp>
        <p:nvSpPr>
          <p:cNvPr id="8" name="Rectángulo redondeado 33">
            <a:extLst>
              <a:ext uri="{FF2B5EF4-FFF2-40B4-BE49-F238E27FC236}">
                <a16:creationId xmlns:a16="http://schemas.microsoft.com/office/drawing/2014/main" id="{5132D6E5-DA05-4ED1-8F67-8F52FADBA423}"/>
              </a:ext>
            </a:extLst>
          </p:cNvPr>
          <p:cNvSpPr/>
          <p:nvPr userDrawn="1"/>
        </p:nvSpPr>
        <p:spPr>
          <a:xfrm flipV="1">
            <a:off x="1760687" y="4475840"/>
            <a:ext cx="1173619" cy="36000"/>
          </a:xfrm>
          <a:prstGeom prst="round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solidFill>
                <a:schemeClr val="accent2"/>
              </a:solidFill>
              <a:latin typeface="Raleway" panose="020B0503030101060003" pitchFamily="34" charset="0"/>
            </a:endParaRPr>
          </a:p>
        </p:txBody>
      </p:sp>
      <p:sp>
        <p:nvSpPr>
          <p:cNvPr id="9" name="Rectángulo redondeado 36">
            <a:extLst>
              <a:ext uri="{FF2B5EF4-FFF2-40B4-BE49-F238E27FC236}">
                <a16:creationId xmlns:a16="http://schemas.microsoft.com/office/drawing/2014/main" id="{3E64BABF-CEEB-4D81-9236-901D0999F1A5}"/>
              </a:ext>
            </a:extLst>
          </p:cNvPr>
          <p:cNvSpPr/>
          <p:nvPr userDrawn="1"/>
        </p:nvSpPr>
        <p:spPr>
          <a:xfrm flipV="1">
            <a:off x="4264002" y="4475840"/>
            <a:ext cx="1173619" cy="36000"/>
          </a:xfrm>
          <a:prstGeom prst="roundRect">
            <a:avLst/>
          </a:prstGeom>
          <a:solidFill>
            <a:schemeClr val="accent2"/>
          </a:solidFill>
          <a:ln>
            <a:solidFill>
              <a:schemeClr val="accent2"/>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solidFill>
                <a:schemeClr val="accent2"/>
              </a:solidFill>
              <a:latin typeface="Raleway" panose="020B0503030101060003" pitchFamily="34" charset="0"/>
            </a:endParaRPr>
          </a:p>
        </p:txBody>
      </p:sp>
      <p:sp>
        <p:nvSpPr>
          <p:cNvPr id="10" name="Rectángulo redondeado 39">
            <a:extLst>
              <a:ext uri="{FF2B5EF4-FFF2-40B4-BE49-F238E27FC236}">
                <a16:creationId xmlns:a16="http://schemas.microsoft.com/office/drawing/2014/main" id="{07D29D50-38EC-432B-994E-AE6DC892B58A}"/>
              </a:ext>
            </a:extLst>
          </p:cNvPr>
          <p:cNvSpPr/>
          <p:nvPr userDrawn="1"/>
        </p:nvSpPr>
        <p:spPr>
          <a:xfrm flipV="1">
            <a:off x="6773761" y="4475840"/>
            <a:ext cx="1173619" cy="36000"/>
          </a:xfrm>
          <a:prstGeom prst="roundRect">
            <a:avLst/>
          </a:prstGeom>
          <a:solidFill>
            <a:schemeClr val="accent3"/>
          </a:solidFill>
          <a:ln>
            <a:solidFill>
              <a:schemeClr val="accent3"/>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solidFill>
                <a:schemeClr val="accent2"/>
              </a:solidFill>
              <a:latin typeface="Raleway" panose="020B0503030101060003" pitchFamily="34" charset="0"/>
            </a:endParaRPr>
          </a:p>
        </p:txBody>
      </p:sp>
      <p:sp>
        <p:nvSpPr>
          <p:cNvPr id="11" name="Rectángulo redondeado 42">
            <a:extLst>
              <a:ext uri="{FF2B5EF4-FFF2-40B4-BE49-F238E27FC236}">
                <a16:creationId xmlns:a16="http://schemas.microsoft.com/office/drawing/2014/main" id="{55791FEA-752A-4EC2-83B0-E0F3408EE55D}"/>
              </a:ext>
            </a:extLst>
          </p:cNvPr>
          <p:cNvSpPr/>
          <p:nvPr userDrawn="1"/>
        </p:nvSpPr>
        <p:spPr>
          <a:xfrm flipV="1">
            <a:off x="9291185" y="4475840"/>
            <a:ext cx="1173619" cy="36000"/>
          </a:xfrm>
          <a:prstGeom prst="roundRect">
            <a:avLst/>
          </a:prstGeom>
          <a:solidFill>
            <a:schemeClr val="accent6"/>
          </a:solidFill>
          <a:ln>
            <a:solidFill>
              <a:schemeClr val="accent6"/>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solidFill>
                <a:schemeClr val="accent2"/>
              </a:solidFill>
              <a:latin typeface="Raleway" panose="020B0503030101060003" pitchFamily="34" charset="0"/>
            </a:endParaRPr>
          </a:p>
        </p:txBody>
      </p:sp>
      <p:sp>
        <p:nvSpPr>
          <p:cNvPr id="12" name="Rectángulo 22">
            <a:extLst>
              <a:ext uri="{FF2B5EF4-FFF2-40B4-BE49-F238E27FC236}">
                <a16:creationId xmlns:a16="http://schemas.microsoft.com/office/drawing/2014/main" id="{8165D4C5-3B92-4ACA-AEB7-1657A76018A3}"/>
              </a:ext>
            </a:extLst>
          </p:cNvPr>
          <p:cNvSpPr/>
          <p:nvPr userDrawn="1"/>
        </p:nvSpPr>
        <p:spPr>
          <a:xfrm>
            <a:off x="1206519" y="2010941"/>
            <a:ext cx="2220680" cy="3897086"/>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solidFill>
                <a:schemeClr val="accent2"/>
              </a:solidFill>
            </a:endParaRPr>
          </a:p>
        </p:txBody>
      </p:sp>
      <p:sp>
        <p:nvSpPr>
          <p:cNvPr id="13" name="Rectángulo 23">
            <a:extLst>
              <a:ext uri="{FF2B5EF4-FFF2-40B4-BE49-F238E27FC236}">
                <a16:creationId xmlns:a16="http://schemas.microsoft.com/office/drawing/2014/main" id="{172C6B6F-A745-4E91-9D28-632DB707B7AE}"/>
              </a:ext>
            </a:extLst>
          </p:cNvPr>
          <p:cNvSpPr/>
          <p:nvPr userDrawn="1"/>
        </p:nvSpPr>
        <p:spPr>
          <a:xfrm>
            <a:off x="3730146" y="2010941"/>
            <a:ext cx="2220680" cy="3897086"/>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solidFill>
                <a:schemeClr val="accent2"/>
              </a:solidFill>
            </a:endParaRPr>
          </a:p>
        </p:txBody>
      </p:sp>
      <p:sp>
        <p:nvSpPr>
          <p:cNvPr id="14" name="Rectángulo 24">
            <a:extLst>
              <a:ext uri="{FF2B5EF4-FFF2-40B4-BE49-F238E27FC236}">
                <a16:creationId xmlns:a16="http://schemas.microsoft.com/office/drawing/2014/main" id="{BABD3D61-C952-49BC-9DB5-CDA2F1946283}"/>
              </a:ext>
            </a:extLst>
          </p:cNvPr>
          <p:cNvSpPr/>
          <p:nvPr userDrawn="1"/>
        </p:nvSpPr>
        <p:spPr>
          <a:xfrm>
            <a:off x="6222779" y="2010941"/>
            <a:ext cx="2220680" cy="3897086"/>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solidFill>
                <a:schemeClr val="accent2"/>
              </a:solidFill>
            </a:endParaRPr>
          </a:p>
        </p:txBody>
      </p:sp>
      <p:sp>
        <p:nvSpPr>
          <p:cNvPr id="15" name="Rectángulo 25">
            <a:extLst>
              <a:ext uri="{FF2B5EF4-FFF2-40B4-BE49-F238E27FC236}">
                <a16:creationId xmlns:a16="http://schemas.microsoft.com/office/drawing/2014/main" id="{5201CEA4-B6C8-43C0-8593-96D4FA6C2507}"/>
              </a:ext>
            </a:extLst>
          </p:cNvPr>
          <p:cNvSpPr/>
          <p:nvPr userDrawn="1"/>
        </p:nvSpPr>
        <p:spPr>
          <a:xfrm>
            <a:off x="8732587" y="2010941"/>
            <a:ext cx="2220680" cy="3897086"/>
          </a:xfrm>
          <a:prstGeom prst="rect">
            <a:avLst/>
          </a:prstGeom>
          <a:noFill/>
          <a:ln w="190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solidFill>
                <a:schemeClr val="accent2"/>
              </a:solidFill>
            </a:endParaRPr>
          </a:p>
        </p:txBody>
      </p:sp>
      <p:sp>
        <p:nvSpPr>
          <p:cNvPr id="34" name="Marcador de texto 7">
            <a:extLst>
              <a:ext uri="{FF2B5EF4-FFF2-40B4-BE49-F238E27FC236}">
                <a16:creationId xmlns:a16="http://schemas.microsoft.com/office/drawing/2014/main" id="{72CD6FF2-0169-4D3A-AEE7-87859FC11892}"/>
              </a:ext>
            </a:extLst>
          </p:cNvPr>
          <p:cNvSpPr>
            <a:spLocks noGrp="1"/>
          </p:cNvSpPr>
          <p:nvPr>
            <p:ph type="body" sz="quarter" idx="19" hasCustomPrompt="1"/>
          </p:nvPr>
        </p:nvSpPr>
        <p:spPr>
          <a:xfrm>
            <a:off x="1217501" y="4148564"/>
            <a:ext cx="2209698" cy="363275"/>
          </a:xfrm>
          <a:prstGeom prst="rect">
            <a:avLst/>
          </a:prstGeom>
          <a:noFill/>
        </p:spPr>
        <p:txBody>
          <a:bodyPr vert="horz" wrap="none" lIns="0" tIns="91440" rIns="0" bIns="0" anchor="t" anchorCtr="0">
            <a:noAutofit/>
          </a:bodyP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TITLE HERE</a:t>
            </a:r>
          </a:p>
        </p:txBody>
      </p:sp>
      <p:sp>
        <p:nvSpPr>
          <p:cNvPr id="35" name="Marcador de texto 7">
            <a:extLst>
              <a:ext uri="{FF2B5EF4-FFF2-40B4-BE49-F238E27FC236}">
                <a16:creationId xmlns:a16="http://schemas.microsoft.com/office/drawing/2014/main" id="{7C09E1F1-C230-477A-BA2E-582E3C72234F}"/>
              </a:ext>
            </a:extLst>
          </p:cNvPr>
          <p:cNvSpPr>
            <a:spLocks noGrp="1"/>
          </p:cNvSpPr>
          <p:nvPr>
            <p:ph type="body" sz="quarter" idx="24" hasCustomPrompt="1"/>
          </p:nvPr>
        </p:nvSpPr>
        <p:spPr>
          <a:xfrm>
            <a:off x="3746951" y="4149344"/>
            <a:ext cx="2209698" cy="363275"/>
          </a:xfrm>
          <a:prstGeom prst="rect">
            <a:avLst/>
          </a:prstGeom>
          <a:noFill/>
        </p:spPr>
        <p:txBody>
          <a:bodyPr vert="horz" wrap="none" lIns="0" tIns="91440" rIns="0" bIns="0" anchor="t" anchorCtr="0">
            <a:noAutofit/>
          </a:bodyP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TITLE HERE</a:t>
            </a:r>
          </a:p>
        </p:txBody>
      </p:sp>
      <p:sp>
        <p:nvSpPr>
          <p:cNvPr id="36" name="Marcador de texto 7">
            <a:extLst>
              <a:ext uri="{FF2B5EF4-FFF2-40B4-BE49-F238E27FC236}">
                <a16:creationId xmlns:a16="http://schemas.microsoft.com/office/drawing/2014/main" id="{C1F0A281-4308-41A8-A6C8-E46AF60AD90A}"/>
              </a:ext>
            </a:extLst>
          </p:cNvPr>
          <p:cNvSpPr>
            <a:spLocks noGrp="1"/>
          </p:cNvSpPr>
          <p:nvPr>
            <p:ph type="body" sz="quarter" idx="25" hasCustomPrompt="1"/>
          </p:nvPr>
        </p:nvSpPr>
        <p:spPr>
          <a:xfrm>
            <a:off x="6245777" y="4166286"/>
            <a:ext cx="2209698" cy="363275"/>
          </a:xfrm>
          <a:prstGeom prst="rect">
            <a:avLst/>
          </a:prstGeom>
          <a:noFill/>
        </p:spPr>
        <p:txBody>
          <a:bodyPr vert="horz" wrap="none" lIns="0" tIns="91440" rIns="0" bIns="0" anchor="t" anchorCtr="0">
            <a:noAutofit/>
          </a:bodyP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TITLE HERE</a:t>
            </a:r>
          </a:p>
        </p:txBody>
      </p:sp>
      <p:sp>
        <p:nvSpPr>
          <p:cNvPr id="37" name="Marcador de texto 7">
            <a:extLst>
              <a:ext uri="{FF2B5EF4-FFF2-40B4-BE49-F238E27FC236}">
                <a16:creationId xmlns:a16="http://schemas.microsoft.com/office/drawing/2014/main" id="{2229B561-578A-4A66-8C80-702CC8072228}"/>
              </a:ext>
            </a:extLst>
          </p:cNvPr>
          <p:cNvSpPr>
            <a:spLocks noGrp="1"/>
          </p:cNvSpPr>
          <p:nvPr>
            <p:ph type="body" sz="quarter" idx="26" hasCustomPrompt="1"/>
          </p:nvPr>
        </p:nvSpPr>
        <p:spPr>
          <a:xfrm>
            <a:off x="8747407" y="4166287"/>
            <a:ext cx="2209698" cy="363275"/>
          </a:xfrm>
          <a:prstGeom prst="rect">
            <a:avLst/>
          </a:prstGeom>
          <a:noFill/>
        </p:spPr>
        <p:txBody>
          <a:bodyPr vert="horz" wrap="none" lIns="0" tIns="91440" rIns="0" bIns="0" anchor="t" anchorCtr="0">
            <a:noAutofit/>
          </a:bodyP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TITLE HERE</a:t>
            </a:r>
          </a:p>
        </p:txBody>
      </p:sp>
      <p:sp>
        <p:nvSpPr>
          <p:cNvPr id="38" name="Text Placeholder 2">
            <a:extLst>
              <a:ext uri="{FF2B5EF4-FFF2-40B4-BE49-F238E27FC236}">
                <a16:creationId xmlns:a16="http://schemas.microsoft.com/office/drawing/2014/main" id="{0823B7F1-993B-4290-B460-B595C28CD9B4}"/>
              </a:ext>
            </a:extLst>
          </p:cNvPr>
          <p:cNvSpPr>
            <a:spLocks noGrp="1"/>
          </p:cNvSpPr>
          <p:nvPr>
            <p:ph type="body" sz="quarter" idx="27" hasCustomPrompt="1"/>
          </p:nvPr>
        </p:nvSpPr>
        <p:spPr>
          <a:xfrm>
            <a:off x="1370013" y="4547969"/>
            <a:ext cx="1830387" cy="884256"/>
          </a:xfrm>
          <a:prstGeom prst="rect">
            <a:avLst/>
          </a:prstGeom>
        </p:spPr>
        <p:txBody>
          <a:bodyPr lIns="0" tIns="0" rIns="0" bIns="0" anchor="t">
            <a:noAutofit/>
          </a:bodyPr>
          <a:lstStyle>
            <a:lvl1pPr marL="0" indent="0" algn="ctr">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
        <p:nvSpPr>
          <p:cNvPr id="24" name="Text Placeholder 2">
            <a:extLst>
              <a:ext uri="{FF2B5EF4-FFF2-40B4-BE49-F238E27FC236}">
                <a16:creationId xmlns:a16="http://schemas.microsoft.com/office/drawing/2014/main" id="{AF8B1A58-3B12-4C8C-9C8C-EF0607A6B63D}"/>
              </a:ext>
            </a:extLst>
          </p:cNvPr>
          <p:cNvSpPr>
            <a:spLocks noGrp="1"/>
          </p:cNvSpPr>
          <p:nvPr>
            <p:ph type="body" sz="quarter" idx="28" hasCustomPrompt="1"/>
          </p:nvPr>
        </p:nvSpPr>
        <p:spPr>
          <a:xfrm>
            <a:off x="3925292" y="4547968"/>
            <a:ext cx="1830387" cy="884256"/>
          </a:xfrm>
          <a:prstGeom prst="rect">
            <a:avLst/>
          </a:prstGeom>
        </p:spPr>
        <p:txBody>
          <a:bodyPr lIns="0" tIns="0" rIns="0" bIns="0" anchor="t">
            <a:noAutofit/>
          </a:bodyPr>
          <a:lstStyle>
            <a:lvl1pPr marL="0" indent="0" algn="ctr">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
        <p:nvSpPr>
          <p:cNvPr id="25" name="Text Placeholder 2">
            <a:extLst>
              <a:ext uri="{FF2B5EF4-FFF2-40B4-BE49-F238E27FC236}">
                <a16:creationId xmlns:a16="http://schemas.microsoft.com/office/drawing/2014/main" id="{4A5D9B1C-4C28-45C2-A480-562C6488C222}"/>
              </a:ext>
            </a:extLst>
          </p:cNvPr>
          <p:cNvSpPr>
            <a:spLocks noGrp="1"/>
          </p:cNvSpPr>
          <p:nvPr>
            <p:ph type="body" sz="quarter" idx="29" hasCustomPrompt="1"/>
          </p:nvPr>
        </p:nvSpPr>
        <p:spPr>
          <a:xfrm>
            <a:off x="6445376" y="4559942"/>
            <a:ext cx="1830387" cy="884256"/>
          </a:xfrm>
          <a:prstGeom prst="rect">
            <a:avLst/>
          </a:prstGeom>
        </p:spPr>
        <p:txBody>
          <a:bodyPr lIns="0" tIns="0" rIns="0" bIns="0" anchor="t">
            <a:noAutofit/>
          </a:bodyPr>
          <a:lstStyle>
            <a:lvl1pPr marL="0" indent="0" algn="ctr">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
        <p:nvSpPr>
          <p:cNvPr id="26" name="Text Placeholder 2">
            <a:extLst>
              <a:ext uri="{FF2B5EF4-FFF2-40B4-BE49-F238E27FC236}">
                <a16:creationId xmlns:a16="http://schemas.microsoft.com/office/drawing/2014/main" id="{64FC7D2C-378C-4A42-B259-1F3EA2AED086}"/>
              </a:ext>
            </a:extLst>
          </p:cNvPr>
          <p:cNvSpPr>
            <a:spLocks noGrp="1"/>
          </p:cNvSpPr>
          <p:nvPr>
            <p:ph type="body" sz="quarter" idx="30" hasCustomPrompt="1"/>
          </p:nvPr>
        </p:nvSpPr>
        <p:spPr>
          <a:xfrm>
            <a:off x="8937062" y="4552517"/>
            <a:ext cx="1830387" cy="884256"/>
          </a:xfrm>
          <a:prstGeom prst="rect">
            <a:avLst/>
          </a:prstGeom>
        </p:spPr>
        <p:txBody>
          <a:bodyPr lIns="0" tIns="0" rIns="0" bIns="0" anchor="t">
            <a:noAutofit/>
          </a:bodyPr>
          <a:lstStyle>
            <a:lvl1pPr marL="0" indent="0" algn="ctr">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Tree>
    <p:extLst>
      <p:ext uri="{BB962C8B-B14F-4D97-AF65-F5344CB8AC3E}">
        <p14:creationId xmlns:p14="http://schemas.microsoft.com/office/powerpoint/2010/main" val="1409702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itle / Center">
    <p:spTree>
      <p:nvGrpSpPr>
        <p:cNvPr id="1" name=""/>
        <p:cNvGrpSpPr/>
        <p:nvPr/>
      </p:nvGrpSpPr>
      <p:grpSpPr>
        <a:xfrm>
          <a:off x="0" y="0"/>
          <a:ext cx="0" cy="0"/>
          <a:chOff x="0" y="0"/>
          <a:chExt cx="0" cy="0"/>
        </a:xfrm>
      </p:grpSpPr>
      <p:sp>
        <p:nvSpPr>
          <p:cNvPr id="16" name="Marcador de texto 7"/>
          <p:cNvSpPr>
            <a:spLocks noGrp="1"/>
          </p:cNvSpPr>
          <p:nvPr>
            <p:ph type="body" sz="quarter" idx="11" hasCustomPrompt="1"/>
          </p:nvPr>
        </p:nvSpPr>
        <p:spPr>
          <a:xfrm>
            <a:off x="3554346" y="685802"/>
            <a:ext cx="5080133" cy="419098"/>
          </a:xfrm>
          <a:prstGeom prst="rect">
            <a:avLst/>
          </a:prstGeom>
          <a:noFill/>
        </p:spPr>
        <p:txBody>
          <a:bodyPr vert="horz" lIns="0" tIns="0" rIns="0" bIns="0" anchor="ct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7" name="Marcador de texto 7"/>
          <p:cNvSpPr>
            <a:spLocks noGrp="1"/>
          </p:cNvSpPr>
          <p:nvPr>
            <p:ph type="body" sz="quarter" idx="12" hasCustomPrompt="1"/>
          </p:nvPr>
        </p:nvSpPr>
        <p:spPr>
          <a:xfrm>
            <a:off x="869833" y="1104900"/>
            <a:ext cx="10461742" cy="457200"/>
          </a:xfrm>
          <a:prstGeom prst="rect">
            <a:avLst/>
          </a:prstGeom>
          <a:noFill/>
        </p:spPr>
        <p:txBody>
          <a:bodyPr vert="horz" wrap="none" lIns="0" tIns="91440" rIns="0" bIns="0" anchor="t" anchorCtr="0">
            <a:noAutofit/>
          </a:bodyPr>
          <a:lstStyle>
            <a:lvl1pPr marL="0" indent="0" algn="ctr">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a:t>
            </a:r>
            <a:r>
              <a:rPr lang="es-ES_tradnl"/>
              <a:t>YOUR </a:t>
            </a:r>
            <a:r>
              <a:rPr lang="es-ES_tradnl" dirty="0"/>
              <a:t> </a:t>
            </a:r>
            <a:r>
              <a:rPr lang="es-ES_tradnl"/>
              <a:t>BIG TITLE HERE</a:t>
            </a:r>
            <a:endParaRPr lang="es-ES_tradnl" dirty="0"/>
          </a:p>
        </p:txBody>
      </p:sp>
      <p:sp>
        <p:nvSpPr>
          <p:cNvPr id="3" name="Picture Placeholder 2">
            <a:extLst>
              <a:ext uri="{FF2B5EF4-FFF2-40B4-BE49-F238E27FC236}">
                <a16:creationId xmlns:a16="http://schemas.microsoft.com/office/drawing/2014/main" id="{B932C3B5-A340-4E25-9F93-C1682DA53A51}"/>
              </a:ext>
            </a:extLst>
          </p:cNvPr>
          <p:cNvSpPr>
            <a:spLocks noGrp="1"/>
          </p:cNvSpPr>
          <p:nvPr>
            <p:ph type="pic" sz="quarter" idx="13"/>
          </p:nvPr>
        </p:nvSpPr>
        <p:spPr>
          <a:xfrm>
            <a:off x="762000" y="2012770"/>
            <a:ext cx="3048000" cy="1654624"/>
          </a:xfrm>
          <a:prstGeom prst="rect">
            <a:avLst/>
          </a:prstGeom>
        </p:spPr>
        <p:txBody>
          <a:bodyPr/>
          <a:lstStyle/>
          <a:p>
            <a:endParaRPr lang="es-ES"/>
          </a:p>
        </p:txBody>
      </p:sp>
      <p:sp>
        <p:nvSpPr>
          <p:cNvPr id="6" name="Marcador de texto 7">
            <a:extLst>
              <a:ext uri="{FF2B5EF4-FFF2-40B4-BE49-F238E27FC236}">
                <a16:creationId xmlns:a16="http://schemas.microsoft.com/office/drawing/2014/main" id="{A607CDAB-D237-43ED-8087-89EEF4FC7D80}"/>
              </a:ext>
            </a:extLst>
          </p:cNvPr>
          <p:cNvSpPr>
            <a:spLocks noGrp="1"/>
          </p:cNvSpPr>
          <p:nvPr>
            <p:ph type="body" sz="quarter" idx="18" hasCustomPrompt="1"/>
          </p:nvPr>
        </p:nvSpPr>
        <p:spPr>
          <a:xfrm>
            <a:off x="608804" y="3886199"/>
            <a:ext cx="3352009" cy="231865"/>
          </a:xfrm>
          <a:prstGeom prst="rect">
            <a:avLst/>
          </a:prstGeom>
          <a:noFill/>
        </p:spPr>
        <p:txBody>
          <a:bodyPr vert="horz" lIns="0" tIns="0" rIns="0" bIns="0" anchor="b"/>
          <a:lstStyle>
            <a:lvl1pPr marL="0" indent="0" algn="ctr">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7" name="Marcador de texto 7">
            <a:extLst>
              <a:ext uri="{FF2B5EF4-FFF2-40B4-BE49-F238E27FC236}">
                <a16:creationId xmlns:a16="http://schemas.microsoft.com/office/drawing/2014/main" id="{16CA7DEF-B2FA-4E61-B73E-AB86411681F1}"/>
              </a:ext>
            </a:extLst>
          </p:cNvPr>
          <p:cNvSpPr>
            <a:spLocks noGrp="1"/>
          </p:cNvSpPr>
          <p:nvPr>
            <p:ph type="body" sz="quarter" idx="19" hasCustomPrompt="1"/>
          </p:nvPr>
        </p:nvSpPr>
        <p:spPr>
          <a:xfrm>
            <a:off x="608804" y="4124594"/>
            <a:ext cx="3352009" cy="450671"/>
          </a:xfrm>
          <a:prstGeom prst="rect">
            <a:avLst/>
          </a:prstGeom>
          <a:noFill/>
        </p:spPr>
        <p:txBody>
          <a:bodyPr vert="horz" wrap="none" lIns="0" tIns="91440" rIns="0" bIns="0" anchor="t" anchorCtr="0">
            <a:noAutofit/>
          </a:bodyP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8" name="Text Placeholder 2">
            <a:extLst>
              <a:ext uri="{FF2B5EF4-FFF2-40B4-BE49-F238E27FC236}">
                <a16:creationId xmlns:a16="http://schemas.microsoft.com/office/drawing/2014/main" id="{B5DA7CA6-A23F-4BF4-B6E7-EB809BF70859}"/>
              </a:ext>
            </a:extLst>
          </p:cNvPr>
          <p:cNvSpPr>
            <a:spLocks noGrp="1"/>
          </p:cNvSpPr>
          <p:nvPr>
            <p:ph type="body" sz="quarter" idx="20" hasCustomPrompt="1"/>
          </p:nvPr>
        </p:nvSpPr>
        <p:spPr>
          <a:xfrm>
            <a:off x="608804" y="4575264"/>
            <a:ext cx="3352009" cy="1177835"/>
          </a:xfrm>
          <a:prstGeom prst="rect">
            <a:avLst/>
          </a:prstGeom>
        </p:spPr>
        <p:txBody>
          <a:bodyPr lIns="0" tIns="0" rIns="0" bIns="0" anchor="t">
            <a:noAutofit/>
          </a:bodyPr>
          <a:lstStyle>
            <a:lvl1pPr marL="0" indent="0" algn="ctr">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
        <p:nvSpPr>
          <p:cNvPr id="9" name="Picture Placeholder 2">
            <a:extLst>
              <a:ext uri="{FF2B5EF4-FFF2-40B4-BE49-F238E27FC236}">
                <a16:creationId xmlns:a16="http://schemas.microsoft.com/office/drawing/2014/main" id="{DEE1BE6E-56C0-4AD1-894B-2DC60B52CA8A}"/>
              </a:ext>
            </a:extLst>
          </p:cNvPr>
          <p:cNvSpPr>
            <a:spLocks noGrp="1"/>
          </p:cNvSpPr>
          <p:nvPr>
            <p:ph type="pic" sz="quarter" idx="21"/>
          </p:nvPr>
        </p:nvSpPr>
        <p:spPr>
          <a:xfrm>
            <a:off x="4570413" y="2019300"/>
            <a:ext cx="3048000" cy="1654624"/>
          </a:xfrm>
          <a:prstGeom prst="rect">
            <a:avLst/>
          </a:prstGeom>
        </p:spPr>
        <p:txBody>
          <a:bodyPr/>
          <a:lstStyle/>
          <a:p>
            <a:endParaRPr lang="es-ES"/>
          </a:p>
        </p:txBody>
      </p:sp>
      <p:sp>
        <p:nvSpPr>
          <p:cNvPr id="10" name="Marcador de texto 7">
            <a:extLst>
              <a:ext uri="{FF2B5EF4-FFF2-40B4-BE49-F238E27FC236}">
                <a16:creationId xmlns:a16="http://schemas.microsoft.com/office/drawing/2014/main" id="{6102D03F-8788-4DD4-9B0C-976F3F366CC4}"/>
              </a:ext>
            </a:extLst>
          </p:cNvPr>
          <p:cNvSpPr>
            <a:spLocks noGrp="1"/>
          </p:cNvSpPr>
          <p:nvPr>
            <p:ph type="body" sz="quarter" idx="22" hasCustomPrompt="1"/>
          </p:nvPr>
        </p:nvSpPr>
        <p:spPr>
          <a:xfrm>
            <a:off x="4417217" y="3892729"/>
            <a:ext cx="3352009" cy="231865"/>
          </a:xfrm>
          <a:prstGeom prst="rect">
            <a:avLst/>
          </a:prstGeom>
          <a:noFill/>
        </p:spPr>
        <p:txBody>
          <a:bodyPr vert="horz" lIns="0" tIns="0" rIns="0" bIns="0" anchor="b"/>
          <a:lstStyle>
            <a:lvl1pPr marL="0" indent="0" algn="ctr">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11" name="Marcador de texto 7">
            <a:extLst>
              <a:ext uri="{FF2B5EF4-FFF2-40B4-BE49-F238E27FC236}">
                <a16:creationId xmlns:a16="http://schemas.microsoft.com/office/drawing/2014/main" id="{15BACE38-1064-41DF-B193-106FAB00486D}"/>
              </a:ext>
            </a:extLst>
          </p:cNvPr>
          <p:cNvSpPr>
            <a:spLocks noGrp="1"/>
          </p:cNvSpPr>
          <p:nvPr>
            <p:ph type="body" sz="quarter" idx="23" hasCustomPrompt="1"/>
          </p:nvPr>
        </p:nvSpPr>
        <p:spPr>
          <a:xfrm>
            <a:off x="4417217" y="4131124"/>
            <a:ext cx="3352009" cy="450671"/>
          </a:xfrm>
          <a:prstGeom prst="rect">
            <a:avLst/>
          </a:prstGeom>
          <a:noFill/>
        </p:spPr>
        <p:txBody>
          <a:bodyPr vert="horz" wrap="none" lIns="0" tIns="91440" rIns="0" bIns="0" anchor="t" anchorCtr="0">
            <a:noAutofit/>
          </a:bodyP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2" name="Text Placeholder 2">
            <a:extLst>
              <a:ext uri="{FF2B5EF4-FFF2-40B4-BE49-F238E27FC236}">
                <a16:creationId xmlns:a16="http://schemas.microsoft.com/office/drawing/2014/main" id="{906B1759-68E3-4E85-9373-744781E2A9BA}"/>
              </a:ext>
            </a:extLst>
          </p:cNvPr>
          <p:cNvSpPr>
            <a:spLocks noGrp="1"/>
          </p:cNvSpPr>
          <p:nvPr>
            <p:ph type="body" sz="quarter" idx="24" hasCustomPrompt="1"/>
          </p:nvPr>
        </p:nvSpPr>
        <p:spPr>
          <a:xfrm>
            <a:off x="4417217" y="4581794"/>
            <a:ext cx="3352009" cy="1177835"/>
          </a:xfrm>
          <a:prstGeom prst="rect">
            <a:avLst/>
          </a:prstGeom>
        </p:spPr>
        <p:txBody>
          <a:bodyPr lIns="0" tIns="0" rIns="0" bIns="0" anchor="t">
            <a:noAutofit/>
          </a:bodyPr>
          <a:lstStyle>
            <a:lvl1pPr marL="0" indent="0" algn="ctr">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
        <p:nvSpPr>
          <p:cNvPr id="13" name="Picture Placeholder 2">
            <a:extLst>
              <a:ext uri="{FF2B5EF4-FFF2-40B4-BE49-F238E27FC236}">
                <a16:creationId xmlns:a16="http://schemas.microsoft.com/office/drawing/2014/main" id="{1C94D4F7-02BC-42F7-83B2-E1355F45B143}"/>
              </a:ext>
            </a:extLst>
          </p:cNvPr>
          <p:cNvSpPr>
            <a:spLocks noGrp="1"/>
          </p:cNvSpPr>
          <p:nvPr>
            <p:ph type="pic" sz="quarter" idx="25"/>
          </p:nvPr>
        </p:nvSpPr>
        <p:spPr>
          <a:xfrm>
            <a:off x="8380413" y="2012770"/>
            <a:ext cx="3048000" cy="1654624"/>
          </a:xfrm>
          <a:prstGeom prst="rect">
            <a:avLst/>
          </a:prstGeom>
        </p:spPr>
        <p:txBody>
          <a:bodyPr/>
          <a:lstStyle/>
          <a:p>
            <a:endParaRPr lang="es-ES"/>
          </a:p>
        </p:txBody>
      </p:sp>
      <p:sp>
        <p:nvSpPr>
          <p:cNvPr id="14" name="Marcador de texto 7">
            <a:extLst>
              <a:ext uri="{FF2B5EF4-FFF2-40B4-BE49-F238E27FC236}">
                <a16:creationId xmlns:a16="http://schemas.microsoft.com/office/drawing/2014/main" id="{589DE00C-8343-43B5-8A4A-F1636ADA47FC}"/>
              </a:ext>
            </a:extLst>
          </p:cNvPr>
          <p:cNvSpPr>
            <a:spLocks noGrp="1"/>
          </p:cNvSpPr>
          <p:nvPr>
            <p:ph type="body" sz="quarter" idx="26" hasCustomPrompt="1"/>
          </p:nvPr>
        </p:nvSpPr>
        <p:spPr>
          <a:xfrm>
            <a:off x="8227217" y="3886199"/>
            <a:ext cx="3352009" cy="231865"/>
          </a:xfrm>
          <a:prstGeom prst="rect">
            <a:avLst/>
          </a:prstGeom>
          <a:noFill/>
        </p:spPr>
        <p:txBody>
          <a:bodyPr vert="horz" lIns="0" tIns="0" rIns="0" bIns="0" anchor="b"/>
          <a:lstStyle>
            <a:lvl1pPr marL="0" indent="0" algn="ctr">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15" name="Marcador de texto 7">
            <a:extLst>
              <a:ext uri="{FF2B5EF4-FFF2-40B4-BE49-F238E27FC236}">
                <a16:creationId xmlns:a16="http://schemas.microsoft.com/office/drawing/2014/main" id="{6294F190-7DB5-49D1-BAE4-7484C895E604}"/>
              </a:ext>
            </a:extLst>
          </p:cNvPr>
          <p:cNvSpPr>
            <a:spLocks noGrp="1"/>
          </p:cNvSpPr>
          <p:nvPr>
            <p:ph type="body" sz="quarter" idx="27" hasCustomPrompt="1"/>
          </p:nvPr>
        </p:nvSpPr>
        <p:spPr>
          <a:xfrm>
            <a:off x="8227217" y="4124594"/>
            <a:ext cx="3352009" cy="450671"/>
          </a:xfrm>
          <a:prstGeom prst="rect">
            <a:avLst/>
          </a:prstGeom>
          <a:noFill/>
        </p:spPr>
        <p:txBody>
          <a:bodyPr vert="horz" wrap="none" lIns="0" tIns="91440" rIns="0" bIns="0" anchor="t" anchorCtr="0">
            <a:noAutofit/>
          </a:bodyP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8" name="Text Placeholder 2">
            <a:extLst>
              <a:ext uri="{FF2B5EF4-FFF2-40B4-BE49-F238E27FC236}">
                <a16:creationId xmlns:a16="http://schemas.microsoft.com/office/drawing/2014/main" id="{8A1C0752-8A22-444E-960F-9EB82A81D254}"/>
              </a:ext>
            </a:extLst>
          </p:cNvPr>
          <p:cNvSpPr>
            <a:spLocks noGrp="1"/>
          </p:cNvSpPr>
          <p:nvPr>
            <p:ph type="body" sz="quarter" idx="28" hasCustomPrompt="1"/>
          </p:nvPr>
        </p:nvSpPr>
        <p:spPr>
          <a:xfrm>
            <a:off x="8227217" y="4575264"/>
            <a:ext cx="3352009" cy="1177835"/>
          </a:xfrm>
          <a:prstGeom prst="rect">
            <a:avLst/>
          </a:prstGeom>
        </p:spPr>
        <p:txBody>
          <a:bodyPr lIns="0" tIns="0" rIns="0" bIns="0" anchor="t">
            <a:noAutofit/>
          </a:bodyPr>
          <a:lstStyle>
            <a:lvl1pPr marL="0" indent="0" algn="ctr">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Tree>
    <p:extLst>
      <p:ext uri="{BB962C8B-B14F-4D97-AF65-F5344CB8AC3E}">
        <p14:creationId xmlns:p14="http://schemas.microsoft.com/office/powerpoint/2010/main" val="391041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5_Title / Center">
    <p:spTree>
      <p:nvGrpSpPr>
        <p:cNvPr id="1" name=""/>
        <p:cNvGrpSpPr/>
        <p:nvPr/>
      </p:nvGrpSpPr>
      <p:grpSpPr>
        <a:xfrm>
          <a:off x="0" y="0"/>
          <a:ext cx="0" cy="0"/>
          <a:chOff x="0" y="0"/>
          <a:chExt cx="0" cy="0"/>
        </a:xfrm>
      </p:grpSpPr>
      <p:sp>
        <p:nvSpPr>
          <p:cNvPr id="16" name="Marcador de texto 7"/>
          <p:cNvSpPr>
            <a:spLocks noGrp="1"/>
          </p:cNvSpPr>
          <p:nvPr>
            <p:ph type="body" sz="quarter" idx="11" hasCustomPrompt="1"/>
          </p:nvPr>
        </p:nvSpPr>
        <p:spPr>
          <a:xfrm>
            <a:off x="3554346" y="685802"/>
            <a:ext cx="5080133" cy="419098"/>
          </a:xfrm>
          <a:prstGeom prst="rect">
            <a:avLst/>
          </a:prstGeom>
          <a:noFill/>
        </p:spPr>
        <p:txBody>
          <a:bodyPr vert="horz" lIns="0" tIns="0" rIns="0" bIns="0" anchor="ctr"/>
          <a:lstStyle>
            <a:lvl1pPr marL="0" indent="0" algn="ctr">
              <a:buNone/>
              <a:defRPr sz="1500" b="1" i="0">
                <a:solidFill>
                  <a:schemeClr val="accent1"/>
                </a:solidFill>
                <a:latin typeface="Raleway" charset="0"/>
                <a:ea typeface="Raleway" charset="0"/>
                <a:cs typeface="Raleway" charset="0"/>
              </a:defRPr>
            </a:lvl1pPr>
          </a:lstStyle>
          <a:p>
            <a:pPr lvl="0"/>
            <a:r>
              <a:rPr lang="es-ES_tradnl" dirty="0"/>
              <a:t>YOUR TITLE HERE</a:t>
            </a:r>
          </a:p>
        </p:txBody>
      </p:sp>
      <p:sp>
        <p:nvSpPr>
          <p:cNvPr id="17" name="Marcador de texto 7"/>
          <p:cNvSpPr>
            <a:spLocks noGrp="1"/>
          </p:cNvSpPr>
          <p:nvPr>
            <p:ph type="body" sz="quarter" idx="12" hasCustomPrompt="1"/>
          </p:nvPr>
        </p:nvSpPr>
        <p:spPr>
          <a:xfrm>
            <a:off x="869833" y="1104900"/>
            <a:ext cx="10461742" cy="457200"/>
          </a:xfrm>
          <a:prstGeom prst="rect">
            <a:avLst/>
          </a:prstGeom>
          <a:noFill/>
        </p:spPr>
        <p:txBody>
          <a:bodyPr vert="horz" wrap="none" lIns="0" tIns="91440" rIns="0" bIns="0" anchor="t" anchorCtr="0">
            <a:noAutofit/>
          </a:bodyPr>
          <a:lstStyle>
            <a:lvl1pPr marL="0" indent="0" algn="ctr">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a:t>
            </a:r>
            <a:r>
              <a:rPr lang="es-ES_tradnl"/>
              <a:t>YOUR </a:t>
            </a:r>
            <a:r>
              <a:rPr lang="es-ES_tradnl" dirty="0"/>
              <a:t> </a:t>
            </a:r>
            <a:r>
              <a:rPr lang="es-ES_tradnl"/>
              <a:t>BIG TITLE HERE</a:t>
            </a:r>
            <a:endParaRPr lang="es-ES_tradnl" dirty="0"/>
          </a:p>
        </p:txBody>
      </p:sp>
      <p:sp>
        <p:nvSpPr>
          <p:cNvPr id="6" name="Marcador de texto 7">
            <a:extLst>
              <a:ext uri="{FF2B5EF4-FFF2-40B4-BE49-F238E27FC236}">
                <a16:creationId xmlns:a16="http://schemas.microsoft.com/office/drawing/2014/main" id="{A607CDAB-D237-43ED-8087-89EEF4FC7D80}"/>
              </a:ext>
            </a:extLst>
          </p:cNvPr>
          <p:cNvSpPr>
            <a:spLocks noGrp="1"/>
          </p:cNvSpPr>
          <p:nvPr>
            <p:ph type="body" sz="quarter" idx="18" hasCustomPrompt="1"/>
          </p:nvPr>
        </p:nvSpPr>
        <p:spPr>
          <a:xfrm>
            <a:off x="771104" y="4063624"/>
            <a:ext cx="2286000" cy="231865"/>
          </a:xfrm>
          <a:prstGeom prst="rect">
            <a:avLst/>
          </a:prstGeom>
          <a:noFill/>
        </p:spPr>
        <p:txBody>
          <a:bodyPr vert="horz" lIns="0" tIns="0" rIns="0" bIns="0" anchor="b"/>
          <a:lstStyle>
            <a:lvl1pPr marL="0" indent="0" algn="ctr">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7" name="Marcador de texto 7">
            <a:extLst>
              <a:ext uri="{FF2B5EF4-FFF2-40B4-BE49-F238E27FC236}">
                <a16:creationId xmlns:a16="http://schemas.microsoft.com/office/drawing/2014/main" id="{16CA7DEF-B2FA-4E61-B73E-AB86411681F1}"/>
              </a:ext>
            </a:extLst>
          </p:cNvPr>
          <p:cNvSpPr>
            <a:spLocks noGrp="1"/>
          </p:cNvSpPr>
          <p:nvPr>
            <p:ph type="body" sz="quarter" idx="19" hasCustomPrompt="1"/>
          </p:nvPr>
        </p:nvSpPr>
        <p:spPr>
          <a:xfrm>
            <a:off x="771104" y="4302019"/>
            <a:ext cx="2286000" cy="450671"/>
          </a:xfrm>
          <a:prstGeom prst="rect">
            <a:avLst/>
          </a:prstGeom>
          <a:noFill/>
        </p:spPr>
        <p:txBody>
          <a:bodyPr vert="horz" wrap="none" lIns="0" tIns="91440" rIns="0" bIns="0" anchor="t" anchorCtr="0">
            <a:noAutofit/>
          </a:bodyP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TITLE HERE</a:t>
            </a:r>
          </a:p>
        </p:txBody>
      </p:sp>
      <p:sp>
        <p:nvSpPr>
          <p:cNvPr id="8" name="Text Placeholder 2">
            <a:extLst>
              <a:ext uri="{FF2B5EF4-FFF2-40B4-BE49-F238E27FC236}">
                <a16:creationId xmlns:a16="http://schemas.microsoft.com/office/drawing/2014/main" id="{B5DA7CA6-A23F-4BF4-B6E7-EB809BF70859}"/>
              </a:ext>
            </a:extLst>
          </p:cNvPr>
          <p:cNvSpPr>
            <a:spLocks noGrp="1"/>
          </p:cNvSpPr>
          <p:nvPr>
            <p:ph type="body" sz="quarter" idx="20" hasCustomPrompt="1"/>
          </p:nvPr>
        </p:nvSpPr>
        <p:spPr>
          <a:xfrm>
            <a:off x="771104" y="4752689"/>
            <a:ext cx="2286000" cy="1177835"/>
          </a:xfrm>
          <a:prstGeom prst="rect">
            <a:avLst/>
          </a:prstGeom>
        </p:spPr>
        <p:txBody>
          <a:bodyPr lIns="0" tIns="0" rIns="0" bIns="0" anchor="t">
            <a:noAutofit/>
          </a:bodyPr>
          <a:lstStyle>
            <a:lvl1pPr marL="0" indent="0" algn="ctr">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
        <p:nvSpPr>
          <p:cNvPr id="19" name="Marcador de texto 7">
            <a:extLst>
              <a:ext uri="{FF2B5EF4-FFF2-40B4-BE49-F238E27FC236}">
                <a16:creationId xmlns:a16="http://schemas.microsoft.com/office/drawing/2014/main" id="{9310E7BD-A69F-4761-9A09-15541FBC1637}"/>
              </a:ext>
            </a:extLst>
          </p:cNvPr>
          <p:cNvSpPr>
            <a:spLocks noGrp="1"/>
          </p:cNvSpPr>
          <p:nvPr>
            <p:ph type="body" sz="quarter" idx="21" hasCustomPrompt="1"/>
          </p:nvPr>
        </p:nvSpPr>
        <p:spPr>
          <a:xfrm>
            <a:off x="3549744" y="2196724"/>
            <a:ext cx="2286000" cy="231865"/>
          </a:xfrm>
          <a:prstGeom prst="rect">
            <a:avLst/>
          </a:prstGeom>
          <a:noFill/>
        </p:spPr>
        <p:txBody>
          <a:bodyPr vert="horz" lIns="0" tIns="0" rIns="0" bIns="0" anchor="b"/>
          <a:lstStyle>
            <a:lvl1pPr marL="0" indent="0" algn="ctr">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20" name="Marcador de texto 7">
            <a:extLst>
              <a:ext uri="{FF2B5EF4-FFF2-40B4-BE49-F238E27FC236}">
                <a16:creationId xmlns:a16="http://schemas.microsoft.com/office/drawing/2014/main" id="{96BC8BEC-7552-4026-A45D-5A0CCD751E83}"/>
              </a:ext>
            </a:extLst>
          </p:cNvPr>
          <p:cNvSpPr>
            <a:spLocks noGrp="1"/>
          </p:cNvSpPr>
          <p:nvPr>
            <p:ph type="body" sz="quarter" idx="22" hasCustomPrompt="1"/>
          </p:nvPr>
        </p:nvSpPr>
        <p:spPr>
          <a:xfrm>
            <a:off x="3549744" y="2435119"/>
            <a:ext cx="2286000" cy="450671"/>
          </a:xfrm>
          <a:prstGeom prst="rect">
            <a:avLst/>
          </a:prstGeom>
          <a:noFill/>
        </p:spPr>
        <p:txBody>
          <a:bodyPr vert="horz" wrap="none" lIns="0" tIns="91440" rIns="0" bIns="0" anchor="t" anchorCtr="0">
            <a:noAutofit/>
          </a:bodyP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TITLE HERE</a:t>
            </a:r>
          </a:p>
        </p:txBody>
      </p:sp>
      <p:sp>
        <p:nvSpPr>
          <p:cNvPr id="21" name="Text Placeholder 2">
            <a:extLst>
              <a:ext uri="{FF2B5EF4-FFF2-40B4-BE49-F238E27FC236}">
                <a16:creationId xmlns:a16="http://schemas.microsoft.com/office/drawing/2014/main" id="{3DF2A319-F7EB-46EF-B0BD-38A697DCB8A1}"/>
              </a:ext>
            </a:extLst>
          </p:cNvPr>
          <p:cNvSpPr>
            <a:spLocks noGrp="1"/>
          </p:cNvSpPr>
          <p:nvPr>
            <p:ph type="body" sz="quarter" idx="23" hasCustomPrompt="1"/>
          </p:nvPr>
        </p:nvSpPr>
        <p:spPr>
          <a:xfrm>
            <a:off x="3549744" y="2885789"/>
            <a:ext cx="2286000" cy="1177835"/>
          </a:xfrm>
          <a:prstGeom prst="rect">
            <a:avLst/>
          </a:prstGeom>
        </p:spPr>
        <p:txBody>
          <a:bodyPr lIns="0" tIns="0" rIns="0" bIns="0" anchor="t">
            <a:noAutofit/>
          </a:bodyPr>
          <a:lstStyle>
            <a:lvl1pPr marL="0" indent="0" algn="ctr">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
        <p:nvSpPr>
          <p:cNvPr id="22" name="Marcador de texto 7">
            <a:extLst>
              <a:ext uri="{FF2B5EF4-FFF2-40B4-BE49-F238E27FC236}">
                <a16:creationId xmlns:a16="http://schemas.microsoft.com/office/drawing/2014/main" id="{3D28851D-8F3A-4ADB-ACCF-B9534D95F3BC}"/>
              </a:ext>
            </a:extLst>
          </p:cNvPr>
          <p:cNvSpPr>
            <a:spLocks noGrp="1"/>
          </p:cNvSpPr>
          <p:nvPr>
            <p:ph type="body" sz="quarter" idx="24" hasCustomPrompt="1"/>
          </p:nvPr>
        </p:nvSpPr>
        <p:spPr>
          <a:xfrm>
            <a:off x="6328384" y="4063624"/>
            <a:ext cx="2286000" cy="231865"/>
          </a:xfrm>
          <a:prstGeom prst="rect">
            <a:avLst/>
          </a:prstGeom>
          <a:noFill/>
        </p:spPr>
        <p:txBody>
          <a:bodyPr vert="horz" lIns="0" tIns="0" rIns="0" bIns="0" anchor="b"/>
          <a:lstStyle>
            <a:lvl1pPr marL="0" indent="0" algn="ctr">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23" name="Marcador de texto 7">
            <a:extLst>
              <a:ext uri="{FF2B5EF4-FFF2-40B4-BE49-F238E27FC236}">
                <a16:creationId xmlns:a16="http://schemas.microsoft.com/office/drawing/2014/main" id="{54DF8FC9-2587-4EED-9944-BC6DBB4D0647}"/>
              </a:ext>
            </a:extLst>
          </p:cNvPr>
          <p:cNvSpPr>
            <a:spLocks noGrp="1"/>
          </p:cNvSpPr>
          <p:nvPr>
            <p:ph type="body" sz="quarter" idx="25" hasCustomPrompt="1"/>
          </p:nvPr>
        </p:nvSpPr>
        <p:spPr>
          <a:xfrm>
            <a:off x="6328384" y="4302019"/>
            <a:ext cx="2286000" cy="450671"/>
          </a:xfrm>
          <a:prstGeom prst="rect">
            <a:avLst/>
          </a:prstGeom>
          <a:noFill/>
        </p:spPr>
        <p:txBody>
          <a:bodyPr vert="horz" wrap="none" lIns="0" tIns="91440" rIns="0" bIns="0" anchor="t" anchorCtr="0">
            <a:noAutofit/>
          </a:bodyP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TITLE HERE</a:t>
            </a:r>
          </a:p>
        </p:txBody>
      </p:sp>
      <p:sp>
        <p:nvSpPr>
          <p:cNvPr id="24" name="Text Placeholder 2">
            <a:extLst>
              <a:ext uri="{FF2B5EF4-FFF2-40B4-BE49-F238E27FC236}">
                <a16:creationId xmlns:a16="http://schemas.microsoft.com/office/drawing/2014/main" id="{5CA79EDA-74A4-4DE8-B5FD-B573B47CC121}"/>
              </a:ext>
            </a:extLst>
          </p:cNvPr>
          <p:cNvSpPr>
            <a:spLocks noGrp="1"/>
          </p:cNvSpPr>
          <p:nvPr>
            <p:ph type="body" sz="quarter" idx="26" hasCustomPrompt="1"/>
          </p:nvPr>
        </p:nvSpPr>
        <p:spPr>
          <a:xfrm>
            <a:off x="6328384" y="4752689"/>
            <a:ext cx="2286000" cy="1177835"/>
          </a:xfrm>
          <a:prstGeom prst="rect">
            <a:avLst/>
          </a:prstGeom>
        </p:spPr>
        <p:txBody>
          <a:bodyPr lIns="0" tIns="0" rIns="0" bIns="0" anchor="t">
            <a:noAutofit/>
          </a:bodyPr>
          <a:lstStyle>
            <a:lvl1pPr marL="0" indent="0" algn="ctr">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
        <p:nvSpPr>
          <p:cNvPr id="25" name="Marcador de texto 7">
            <a:extLst>
              <a:ext uri="{FF2B5EF4-FFF2-40B4-BE49-F238E27FC236}">
                <a16:creationId xmlns:a16="http://schemas.microsoft.com/office/drawing/2014/main" id="{EE3E5219-268D-44F2-9711-58835FDC5E9A}"/>
              </a:ext>
            </a:extLst>
          </p:cNvPr>
          <p:cNvSpPr>
            <a:spLocks noGrp="1"/>
          </p:cNvSpPr>
          <p:nvPr>
            <p:ph type="body" sz="quarter" idx="27" hasCustomPrompt="1"/>
          </p:nvPr>
        </p:nvSpPr>
        <p:spPr>
          <a:xfrm>
            <a:off x="9107024" y="2196726"/>
            <a:ext cx="2286000" cy="231865"/>
          </a:xfrm>
          <a:prstGeom prst="rect">
            <a:avLst/>
          </a:prstGeom>
          <a:noFill/>
        </p:spPr>
        <p:txBody>
          <a:bodyPr vert="horz" lIns="0" tIns="0" rIns="0" bIns="0" anchor="b"/>
          <a:lstStyle>
            <a:lvl1pPr marL="0" indent="0" algn="ctr">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26" name="Marcador de texto 7">
            <a:extLst>
              <a:ext uri="{FF2B5EF4-FFF2-40B4-BE49-F238E27FC236}">
                <a16:creationId xmlns:a16="http://schemas.microsoft.com/office/drawing/2014/main" id="{31068913-788B-40E8-A4C6-BAEAA49EACB6}"/>
              </a:ext>
            </a:extLst>
          </p:cNvPr>
          <p:cNvSpPr>
            <a:spLocks noGrp="1"/>
          </p:cNvSpPr>
          <p:nvPr>
            <p:ph type="body" sz="quarter" idx="28" hasCustomPrompt="1"/>
          </p:nvPr>
        </p:nvSpPr>
        <p:spPr>
          <a:xfrm>
            <a:off x="9107024" y="2435121"/>
            <a:ext cx="2286000" cy="450671"/>
          </a:xfrm>
          <a:prstGeom prst="rect">
            <a:avLst/>
          </a:prstGeom>
          <a:noFill/>
        </p:spPr>
        <p:txBody>
          <a:bodyPr vert="horz" wrap="none" lIns="0" tIns="91440" rIns="0" bIns="0" anchor="t" anchorCtr="0">
            <a:noAutofit/>
          </a:bodyP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TITLE HERE</a:t>
            </a:r>
          </a:p>
        </p:txBody>
      </p:sp>
      <p:sp>
        <p:nvSpPr>
          <p:cNvPr id="27" name="Text Placeholder 2">
            <a:extLst>
              <a:ext uri="{FF2B5EF4-FFF2-40B4-BE49-F238E27FC236}">
                <a16:creationId xmlns:a16="http://schemas.microsoft.com/office/drawing/2014/main" id="{59018666-6D76-475B-B055-633451628C0B}"/>
              </a:ext>
            </a:extLst>
          </p:cNvPr>
          <p:cNvSpPr>
            <a:spLocks noGrp="1"/>
          </p:cNvSpPr>
          <p:nvPr>
            <p:ph type="body" sz="quarter" idx="29" hasCustomPrompt="1"/>
          </p:nvPr>
        </p:nvSpPr>
        <p:spPr>
          <a:xfrm>
            <a:off x="9107024" y="2885791"/>
            <a:ext cx="2286000" cy="1177835"/>
          </a:xfrm>
          <a:prstGeom prst="rect">
            <a:avLst/>
          </a:prstGeom>
        </p:spPr>
        <p:txBody>
          <a:bodyPr lIns="0" tIns="0" rIns="0" bIns="0" anchor="t">
            <a:noAutofit/>
          </a:bodyPr>
          <a:lstStyle>
            <a:lvl1pPr marL="0" indent="0" algn="ctr">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Tree>
    <p:extLst>
      <p:ext uri="{BB962C8B-B14F-4D97-AF65-F5344CB8AC3E}">
        <p14:creationId xmlns:p14="http://schemas.microsoft.com/office/powerpoint/2010/main" val="392560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le / Center">
    <p:spTree>
      <p:nvGrpSpPr>
        <p:cNvPr id="1" name=""/>
        <p:cNvGrpSpPr/>
        <p:nvPr/>
      </p:nvGrpSpPr>
      <p:grpSpPr>
        <a:xfrm>
          <a:off x="0" y="0"/>
          <a:ext cx="0" cy="0"/>
          <a:chOff x="0" y="0"/>
          <a:chExt cx="0" cy="0"/>
        </a:xfrm>
      </p:grpSpPr>
      <p:sp>
        <p:nvSpPr>
          <p:cNvPr id="4" name="Rectangle 3"/>
          <p:cNvSpPr/>
          <p:nvPr userDrawn="1"/>
        </p:nvSpPr>
        <p:spPr>
          <a:xfrm>
            <a:off x="0" y="1"/>
            <a:ext cx="1218882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Marcador de texto 7"/>
          <p:cNvSpPr>
            <a:spLocks noGrp="1"/>
          </p:cNvSpPr>
          <p:nvPr>
            <p:ph type="body" sz="quarter" idx="11" hasCustomPrompt="1"/>
          </p:nvPr>
        </p:nvSpPr>
        <p:spPr>
          <a:xfrm>
            <a:off x="3554346" y="685802"/>
            <a:ext cx="5080133" cy="419098"/>
          </a:xfrm>
          <a:prstGeom prst="rect">
            <a:avLst/>
          </a:prstGeom>
          <a:noFill/>
        </p:spPr>
        <p:txBody>
          <a:bodyPr vert="horz" lIns="0" tIns="0" rIns="0" bIns="0" anchor="ct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7" name="Marcador de texto 7"/>
          <p:cNvSpPr>
            <a:spLocks noGrp="1"/>
          </p:cNvSpPr>
          <p:nvPr>
            <p:ph type="body" sz="quarter" idx="12" hasCustomPrompt="1"/>
          </p:nvPr>
        </p:nvSpPr>
        <p:spPr>
          <a:xfrm>
            <a:off x="869833" y="1104900"/>
            <a:ext cx="10461742" cy="457200"/>
          </a:xfrm>
          <a:prstGeom prst="rect">
            <a:avLst/>
          </a:prstGeom>
          <a:noFill/>
        </p:spPr>
        <p:txBody>
          <a:bodyPr vert="horz" wrap="none" lIns="0" tIns="91440" rIns="0" bIns="0" anchor="t" anchorCtr="0">
            <a:noAutofit/>
          </a:bodyPr>
          <a:lstStyle>
            <a:lvl1pPr marL="0" indent="0" algn="ctr">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a:t>
            </a:r>
            <a:r>
              <a:rPr lang="es-ES_tradnl"/>
              <a:t>YOUR </a:t>
            </a:r>
            <a:r>
              <a:rPr lang="es-ES_tradnl" dirty="0"/>
              <a:t> </a:t>
            </a:r>
            <a:r>
              <a:rPr lang="es-ES_tradnl"/>
              <a:t>BIG TITLE HERE</a:t>
            </a:r>
            <a:endParaRPr lang="es-ES_tradnl" dirty="0"/>
          </a:p>
        </p:txBody>
      </p:sp>
      <p:sp>
        <p:nvSpPr>
          <p:cNvPr id="37" name="Picture Placeholder 2">
            <a:extLst>
              <a:ext uri="{FF2B5EF4-FFF2-40B4-BE49-F238E27FC236}">
                <a16:creationId xmlns:a16="http://schemas.microsoft.com/office/drawing/2014/main" id="{0B57BE17-5BDA-44A9-B770-2814C9F0BD0B}"/>
              </a:ext>
            </a:extLst>
          </p:cNvPr>
          <p:cNvSpPr>
            <a:spLocks noGrp="1"/>
          </p:cNvSpPr>
          <p:nvPr>
            <p:ph type="pic" sz="quarter" idx="14"/>
          </p:nvPr>
        </p:nvSpPr>
        <p:spPr>
          <a:xfrm>
            <a:off x="4816919" y="3467062"/>
            <a:ext cx="2569722" cy="1299383"/>
          </a:xfrm>
          <a:prstGeom prst="rect">
            <a:avLst/>
          </a:prstGeom>
        </p:spPr>
        <p:txBody>
          <a:bodyPr/>
          <a:lstStyle/>
          <a:p>
            <a:endParaRPr lang="es-ES"/>
          </a:p>
        </p:txBody>
      </p:sp>
      <p:sp>
        <p:nvSpPr>
          <p:cNvPr id="38" name="Picture Placeholder 2">
            <a:extLst>
              <a:ext uri="{FF2B5EF4-FFF2-40B4-BE49-F238E27FC236}">
                <a16:creationId xmlns:a16="http://schemas.microsoft.com/office/drawing/2014/main" id="{5F83655D-6458-4668-98E8-48B4A7F1B374}"/>
              </a:ext>
            </a:extLst>
          </p:cNvPr>
          <p:cNvSpPr>
            <a:spLocks noGrp="1"/>
          </p:cNvSpPr>
          <p:nvPr>
            <p:ph type="pic" sz="quarter" idx="15"/>
          </p:nvPr>
        </p:nvSpPr>
        <p:spPr>
          <a:xfrm>
            <a:off x="8022082" y="3487119"/>
            <a:ext cx="2569722" cy="1299383"/>
          </a:xfrm>
          <a:prstGeom prst="rect">
            <a:avLst/>
          </a:prstGeom>
        </p:spPr>
        <p:txBody>
          <a:bodyPr/>
          <a:lstStyle/>
          <a:p>
            <a:endParaRPr lang="es-ES"/>
          </a:p>
        </p:txBody>
      </p:sp>
      <p:sp>
        <p:nvSpPr>
          <p:cNvPr id="39" name="Picture Placeholder 2">
            <a:extLst>
              <a:ext uri="{FF2B5EF4-FFF2-40B4-BE49-F238E27FC236}">
                <a16:creationId xmlns:a16="http://schemas.microsoft.com/office/drawing/2014/main" id="{0210C380-F96A-4CF6-838F-151234C83AF7}"/>
              </a:ext>
            </a:extLst>
          </p:cNvPr>
          <p:cNvSpPr>
            <a:spLocks noGrp="1"/>
          </p:cNvSpPr>
          <p:nvPr>
            <p:ph type="pic" sz="quarter" idx="16"/>
          </p:nvPr>
        </p:nvSpPr>
        <p:spPr>
          <a:xfrm>
            <a:off x="1637288" y="3450770"/>
            <a:ext cx="2569722" cy="1299383"/>
          </a:xfrm>
          <a:prstGeom prst="rect">
            <a:avLst/>
          </a:prstGeom>
        </p:spPr>
        <p:txBody>
          <a:bodyPr/>
          <a:lstStyle/>
          <a:p>
            <a:endParaRPr lang="es-ES"/>
          </a:p>
        </p:txBody>
      </p:sp>
    </p:spTree>
    <p:extLst>
      <p:ext uri="{BB962C8B-B14F-4D97-AF65-F5344CB8AC3E}">
        <p14:creationId xmlns:p14="http://schemas.microsoft.com/office/powerpoint/2010/main" val="955662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Unique title / Left">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685802"/>
            <a:ext cx="5028408"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8408"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Tree>
    <p:extLst>
      <p:ext uri="{BB962C8B-B14F-4D97-AF65-F5344CB8AC3E}">
        <p14:creationId xmlns:p14="http://schemas.microsoft.com/office/powerpoint/2010/main" val="10447143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Unique title / Left white">
    <p:spTree>
      <p:nvGrpSpPr>
        <p:cNvPr id="1" name=""/>
        <p:cNvGrpSpPr/>
        <p:nvPr/>
      </p:nvGrpSpPr>
      <p:grpSpPr>
        <a:xfrm>
          <a:off x="0" y="0"/>
          <a:ext cx="0" cy="0"/>
          <a:chOff x="0" y="0"/>
          <a:chExt cx="0" cy="0"/>
        </a:xfrm>
      </p:grpSpPr>
      <p:sp>
        <p:nvSpPr>
          <p:cNvPr id="5" name="Rectangle 4"/>
          <p:cNvSpPr/>
          <p:nvPr userDrawn="1"/>
        </p:nvSpPr>
        <p:spPr>
          <a:xfrm>
            <a:off x="0" y="1"/>
            <a:ext cx="1218882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arcador de texto 7"/>
          <p:cNvSpPr>
            <a:spLocks noGrp="1"/>
          </p:cNvSpPr>
          <p:nvPr>
            <p:ph type="body" sz="quarter" idx="11" hasCustomPrompt="1"/>
          </p:nvPr>
        </p:nvSpPr>
        <p:spPr>
          <a:xfrm>
            <a:off x="761205" y="685802"/>
            <a:ext cx="5028408"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8408"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Tree>
    <p:extLst>
      <p:ext uri="{BB962C8B-B14F-4D97-AF65-F5344CB8AC3E}">
        <p14:creationId xmlns:p14="http://schemas.microsoft.com/office/powerpoint/2010/main" val="469930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Unique title / Right">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6570663" y="685802"/>
            <a:ext cx="5237162"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6570663" y="1104900"/>
            <a:ext cx="5237162"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6265864"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Tree>
    <p:extLst>
      <p:ext uri="{BB962C8B-B14F-4D97-AF65-F5344CB8AC3E}">
        <p14:creationId xmlns:p14="http://schemas.microsoft.com/office/powerpoint/2010/main" val="1273654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Unique title + 3 images / Left">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685802"/>
            <a:ext cx="5028408"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8408"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3" name="Picture Placeholder 2"/>
          <p:cNvSpPr>
            <a:spLocks noGrp="1"/>
          </p:cNvSpPr>
          <p:nvPr>
            <p:ph type="pic" sz="quarter" idx="13" hasCustomPrompt="1"/>
          </p:nvPr>
        </p:nvSpPr>
        <p:spPr>
          <a:xfrm>
            <a:off x="762000" y="4343400"/>
            <a:ext cx="1370013" cy="914400"/>
          </a:xfrm>
          <a:prstGeom prst="rect">
            <a:avLst/>
          </a:prstGeom>
        </p:spPr>
        <p:txBody>
          <a:bodyPr anchor="ctr"/>
          <a:lstStyle>
            <a:lvl1pPr marL="0" indent="0" algn="ctr">
              <a:buNone/>
              <a:defRPr sz="1200" baseline="0"/>
            </a:lvl1pPr>
          </a:lstStyle>
          <a:p>
            <a:r>
              <a:rPr lang="en-US" dirty="0"/>
              <a:t>Drag your  logo here</a:t>
            </a:r>
          </a:p>
        </p:txBody>
      </p:sp>
      <p:sp>
        <p:nvSpPr>
          <p:cNvPr id="16" name="Picture Placeholder 2"/>
          <p:cNvSpPr>
            <a:spLocks noGrp="1"/>
          </p:cNvSpPr>
          <p:nvPr>
            <p:ph type="pic" sz="quarter" idx="14" hasCustomPrompt="1"/>
          </p:nvPr>
        </p:nvSpPr>
        <p:spPr>
          <a:xfrm>
            <a:off x="2590402" y="4343400"/>
            <a:ext cx="1370013" cy="914400"/>
          </a:xfrm>
          <a:prstGeom prst="rect">
            <a:avLst/>
          </a:prstGeom>
        </p:spPr>
        <p:txBody>
          <a:bodyPr anchor="ctr"/>
          <a:lstStyle>
            <a:lvl1pPr marL="0" indent="0" algn="ctr">
              <a:buNone/>
              <a:defRPr sz="1200" baseline="0"/>
            </a:lvl1pPr>
          </a:lstStyle>
          <a:p>
            <a:r>
              <a:rPr lang="en-US" dirty="0"/>
              <a:t>Drag your  logo here</a:t>
            </a:r>
          </a:p>
        </p:txBody>
      </p:sp>
      <p:sp>
        <p:nvSpPr>
          <p:cNvPr id="17" name="Picture Placeholder 2"/>
          <p:cNvSpPr>
            <a:spLocks noGrp="1"/>
          </p:cNvSpPr>
          <p:nvPr>
            <p:ph type="pic" sz="quarter" idx="15" hasCustomPrompt="1"/>
          </p:nvPr>
        </p:nvSpPr>
        <p:spPr>
          <a:xfrm>
            <a:off x="4429736" y="4343400"/>
            <a:ext cx="1370013" cy="914400"/>
          </a:xfrm>
          <a:prstGeom prst="rect">
            <a:avLst/>
          </a:prstGeom>
        </p:spPr>
        <p:txBody>
          <a:bodyPr anchor="ctr"/>
          <a:lstStyle>
            <a:lvl1pPr marL="0" indent="0" algn="ctr">
              <a:buNone/>
              <a:defRPr sz="1200" baseline="0"/>
            </a:lvl1pPr>
          </a:lstStyle>
          <a:p>
            <a:r>
              <a:rPr lang="en-US" dirty="0"/>
              <a:t>Drag your  logo here</a:t>
            </a:r>
          </a:p>
        </p:txBody>
      </p:sp>
    </p:spTree>
    <p:extLst>
      <p:ext uri="{BB962C8B-B14F-4D97-AF65-F5344CB8AC3E}">
        <p14:creationId xmlns:p14="http://schemas.microsoft.com/office/powerpoint/2010/main" val="1111431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Unique title + 1 big right image">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685802"/>
            <a:ext cx="5028408"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8408"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10" name="Picture Placeholder 2"/>
          <p:cNvSpPr>
            <a:spLocks noGrp="1"/>
          </p:cNvSpPr>
          <p:nvPr>
            <p:ph type="pic" sz="quarter" idx="16" hasCustomPrompt="1"/>
          </p:nvPr>
        </p:nvSpPr>
        <p:spPr>
          <a:xfrm>
            <a:off x="6410325" y="685800"/>
            <a:ext cx="5397500" cy="5486400"/>
          </a:xfrm>
          <a:prstGeom prst="rect">
            <a:avLst/>
          </a:prstGeom>
        </p:spPr>
        <p:txBody>
          <a:bodyPr anchor="ctr"/>
          <a:lstStyle>
            <a:lvl1pPr marL="0" indent="0" algn="ctr">
              <a:buNone/>
              <a:defRPr sz="1500"/>
            </a:lvl1pPr>
          </a:lstStyle>
          <a:p>
            <a:r>
              <a:rPr lang="en-US" dirty="0"/>
              <a:t>Drag your picture here</a:t>
            </a:r>
          </a:p>
        </p:txBody>
      </p:sp>
      <p:sp>
        <p:nvSpPr>
          <p:cNvPr id="12" name="Marcador de texto 7"/>
          <p:cNvSpPr>
            <a:spLocks noGrp="1"/>
          </p:cNvSpPr>
          <p:nvPr>
            <p:ph type="body" sz="quarter" idx="18" hasCustomPrompt="1"/>
          </p:nvPr>
        </p:nvSpPr>
        <p:spPr>
          <a:xfrm>
            <a:off x="761205" y="2008833"/>
            <a:ext cx="5028409" cy="450670"/>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13" name="Marcador de texto 7"/>
          <p:cNvSpPr>
            <a:spLocks noGrp="1"/>
          </p:cNvSpPr>
          <p:nvPr>
            <p:ph type="body" sz="quarter" idx="19" hasCustomPrompt="1"/>
          </p:nvPr>
        </p:nvSpPr>
        <p:spPr>
          <a:xfrm>
            <a:off x="761205" y="2466032"/>
            <a:ext cx="5028409"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4" name="Text Placeholder 2"/>
          <p:cNvSpPr>
            <a:spLocks noGrp="1"/>
          </p:cNvSpPr>
          <p:nvPr>
            <p:ph type="body" sz="quarter" idx="13" hasCustomPrompt="1"/>
          </p:nvPr>
        </p:nvSpPr>
        <p:spPr>
          <a:xfrm>
            <a:off x="761205" y="2916703"/>
            <a:ext cx="5028409" cy="457200"/>
          </a:xfrm>
          <a:prstGeom prst="rect">
            <a:avLst/>
          </a:prstGeom>
        </p:spPr>
        <p:txBody>
          <a:bodyPr lIns="0" tIns="0" rIns="0" bIns="0" anchor="t">
            <a:noAutofit/>
          </a:bodyPr>
          <a:lstStyle>
            <a:lvl1pPr marL="0" indent="0">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Tree>
    <p:extLst>
      <p:ext uri="{BB962C8B-B14F-4D97-AF65-F5344CB8AC3E}">
        <p14:creationId xmlns:p14="http://schemas.microsoft.com/office/powerpoint/2010/main" val="1022122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Unique title slide left">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685802"/>
            <a:ext cx="5028408"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8408"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12" name="Marcador de texto 7"/>
          <p:cNvSpPr>
            <a:spLocks noGrp="1"/>
          </p:cNvSpPr>
          <p:nvPr>
            <p:ph type="body" sz="quarter" idx="18" hasCustomPrompt="1"/>
          </p:nvPr>
        </p:nvSpPr>
        <p:spPr>
          <a:xfrm>
            <a:off x="761205" y="2008833"/>
            <a:ext cx="5028409" cy="450670"/>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13" name="Marcador de texto 7"/>
          <p:cNvSpPr>
            <a:spLocks noGrp="1"/>
          </p:cNvSpPr>
          <p:nvPr>
            <p:ph type="body" sz="quarter" idx="19" hasCustomPrompt="1"/>
          </p:nvPr>
        </p:nvSpPr>
        <p:spPr>
          <a:xfrm>
            <a:off x="761205" y="2466032"/>
            <a:ext cx="5028409"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4" name="Text Placeholder 2"/>
          <p:cNvSpPr>
            <a:spLocks noGrp="1"/>
          </p:cNvSpPr>
          <p:nvPr>
            <p:ph type="body" sz="quarter" idx="13" hasCustomPrompt="1"/>
          </p:nvPr>
        </p:nvSpPr>
        <p:spPr>
          <a:xfrm>
            <a:off x="761205" y="2916703"/>
            <a:ext cx="5028409" cy="457200"/>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Tree>
    <p:extLst>
      <p:ext uri="{BB962C8B-B14F-4D97-AF65-F5344CB8AC3E}">
        <p14:creationId xmlns:p14="http://schemas.microsoft.com/office/powerpoint/2010/main" val="224875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Unique title slide right">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6570663" y="685802"/>
            <a:ext cx="5028408"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6570663" y="1104900"/>
            <a:ext cx="5028408"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6265864"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12" name="Marcador de texto 7"/>
          <p:cNvSpPr>
            <a:spLocks noGrp="1"/>
          </p:cNvSpPr>
          <p:nvPr>
            <p:ph type="body" sz="quarter" idx="18" hasCustomPrompt="1"/>
          </p:nvPr>
        </p:nvSpPr>
        <p:spPr>
          <a:xfrm>
            <a:off x="6570663" y="2008833"/>
            <a:ext cx="5028409" cy="450670"/>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13" name="Marcador de texto 7"/>
          <p:cNvSpPr>
            <a:spLocks noGrp="1"/>
          </p:cNvSpPr>
          <p:nvPr>
            <p:ph type="body" sz="quarter" idx="19" hasCustomPrompt="1"/>
          </p:nvPr>
        </p:nvSpPr>
        <p:spPr>
          <a:xfrm>
            <a:off x="6570663" y="2466032"/>
            <a:ext cx="5028409"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4" name="Text Placeholder 2"/>
          <p:cNvSpPr>
            <a:spLocks noGrp="1"/>
          </p:cNvSpPr>
          <p:nvPr>
            <p:ph type="body" sz="quarter" idx="13" hasCustomPrompt="1"/>
          </p:nvPr>
        </p:nvSpPr>
        <p:spPr>
          <a:xfrm>
            <a:off x="6570663" y="2916703"/>
            <a:ext cx="5028409" cy="457200"/>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Tree>
    <p:extLst>
      <p:ext uri="{BB962C8B-B14F-4D97-AF65-F5344CB8AC3E}">
        <p14:creationId xmlns:p14="http://schemas.microsoft.com/office/powerpoint/2010/main" val="17322451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Unique title slide + image right">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6570663" y="685802"/>
            <a:ext cx="5028408"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6570663" y="1104900"/>
            <a:ext cx="5028408"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6265864"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12" name="Marcador de texto 7"/>
          <p:cNvSpPr>
            <a:spLocks noGrp="1"/>
          </p:cNvSpPr>
          <p:nvPr>
            <p:ph type="body" sz="quarter" idx="18" hasCustomPrompt="1"/>
          </p:nvPr>
        </p:nvSpPr>
        <p:spPr>
          <a:xfrm>
            <a:off x="6570663" y="2008833"/>
            <a:ext cx="5028409" cy="450670"/>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13" name="Marcador de texto 7"/>
          <p:cNvSpPr>
            <a:spLocks noGrp="1"/>
          </p:cNvSpPr>
          <p:nvPr>
            <p:ph type="body" sz="quarter" idx="19" hasCustomPrompt="1"/>
          </p:nvPr>
        </p:nvSpPr>
        <p:spPr>
          <a:xfrm>
            <a:off x="6570663" y="2466032"/>
            <a:ext cx="5028409"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4" name="Text Placeholder 2"/>
          <p:cNvSpPr>
            <a:spLocks noGrp="1"/>
          </p:cNvSpPr>
          <p:nvPr>
            <p:ph type="body" sz="quarter" idx="13" hasCustomPrompt="1"/>
          </p:nvPr>
        </p:nvSpPr>
        <p:spPr>
          <a:xfrm>
            <a:off x="6570663" y="2916703"/>
            <a:ext cx="5028409" cy="457200"/>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
        <p:nvSpPr>
          <p:cNvPr id="10" name="Picture Placeholder 2"/>
          <p:cNvSpPr>
            <a:spLocks noGrp="1"/>
          </p:cNvSpPr>
          <p:nvPr>
            <p:ph type="pic" sz="quarter" idx="16" hasCustomPrompt="1"/>
          </p:nvPr>
        </p:nvSpPr>
        <p:spPr>
          <a:xfrm>
            <a:off x="457199" y="685800"/>
            <a:ext cx="5332413" cy="5486400"/>
          </a:xfrm>
          <a:prstGeom prst="rect">
            <a:avLst/>
          </a:prstGeom>
        </p:spPr>
        <p:txBody>
          <a:bodyPr anchor="ctr"/>
          <a:lstStyle>
            <a:lvl1pPr marL="0" indent="0" algn="ctr">
              <a:buNone/>
              <a:defRPr sz="1500"/>
            </a:lvl1pPr>
          </a:lstStyle>
          <a:p>
            <a:r>
              <a:rPr lang="en-US" dirty="0"/>
              <a:t>Drag your picture here</a:t>
            </a:r>
          </a:p>
        </p:txBody>
      </p:sp>
    </p:spTree>
    <p:extLst>
      <p:ext uri="{BB962C8B-B14F-4D97-AF65-F5344CB8AC3E}">
        <p14:creationId xmlns:p14="http://schemas.microsoft.com/office/powerpoint/2010/main" val="1039896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Unique title + 6 images / Left">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685802"/>
            <a:ext cx="5028408"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8408"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3" name="Picture Placeholder 2"/>
          <p:cNvSpPr>
            <a:spLocks noGrp="1"/>
          </p:cNvSpPr>
          <p:nvPr>
            <p:ph type="pic" sz="quarter" idx="13" hasCustomPrompt="1"/>
          </p:nvPr>
        </p:nvSpPr>
        <p:spPr>
          <a:xfrm>
            <a:off x="762000" y="4343400"/>
            <a:ext cx="1370013" cy="914400"/>
          </a:xfrm>
          <a:prstGeom prst="rect">
            <a:avLst/>
          </a:prstGeom>
        </p:spPr>
        <p:txBody>
          <a:bodyPr anchor="ctr"/>
          <a:lstStyle>
            <a:lvl1pPr marL="0" indent="0" algn="ctr">
              <a:buNone/>
              <a:defRPr sz="1200" baseline="0"/>
            </a:lvl1pPr>
          </a:lstStyle>
          <a:p>
            <a:r>
              <a:rPr lang="en-US" dirty="0"/>
              <a:t>Drag your  logo here</a:t>
            </a:r>
          </a:p>
        </p:txBody>
      </p:sp>
      <p:sp>
        <p:nvSpPr>
          <p:cNvPr id="16" name="Picture Placeholder 2"/>
          <p:cNvSpPr>
            <a:spLocks noGrp="1"/>
          </p:cNvSpPr>
          <p:nvPr>
            <p:ph type="pic" sz="quarter" idx="14" hasCustomPrompt="1"/>
          </p:nvPr>
        </p:nvSpPr>
        <p:spPr>
          <a:xfrm>
            <a:off x="2590402" y="4343400"/>
            <a:ext cx="1370013" cy="914400"/>
          </a:xfrm>
          <a:prstGeom prst="rect">
            <a:avLst/>
          </a:prstGeom>
        </p:spPr>
        <p:txBody>
          <a:bodyPr anchor="ctr"/>
          <a:lstStyle>
            <a:lvl1pPr marL="0" indent="0" algn="ctr">
              <a:buNone/>
              <a:defRPr sz="1200" baseline="0"/>
            </a:lvl1pPr>
          </a:lstStyle>
          <a:p>
            <a:r>
              <a:rPr lang="en-US" dirty="0"/>
              <a:t>Drag your  logo here</a:t>
            </a:r>
          </a:p>
        </p:txBody>
      </p:sp>
      <p:sp>
        <p:nvSpPr>
          <p:cNvPr id="17" name="Picture Placeholder 2"/>
          <p:cNvSpPr>
            <a:spLocks noGrp="1"/>
          </p:cNvSpPr>
          <p:nvPr>
            <p:ph type="pic" sz="quarter" idx="15" hasCustomPrompt="1"/>
          </p:nvPr>
        </p:nvSpPr>
        <p:spPr>
          <a:xfrm>
            <a:off x="4429736" y="4343400"/>
            <a:ext cx="1370013" cy="914400"/>
          </a:xfrm>
          <a:prstGeom prst="rect">
            <a:avLst/>
          </a:prstGeom>
        </p:spPr>
        <p:txBody>
          <a:bodyPr anchor="ctr"/>
          <a:lstStyle>
            <a:lvl1pPr marL="0" indent="0" algn="ctr">
              <a:buNone/>
              <a:defRPr sz="1200" baseline="0"/>
            </a:lvl1pPr>
          </a:lstStyle>
          <a:p>
            <a:r>
              <a:rPr lang="en-US" dirty="0"/>
              <a:t>Drag your  logo here</a:t>
            </a:r>
          </a:p>
        </p:txBody>
      </p:sp>
      <p:sp>
        <p:nvSpPr>
          <p:cNvPr id="10" name="Picture Placeholder 2"/>
          <p:cNvSpPr>
            <a:spLocks noGrp="1"/>
          </p:cNvSpPr>
          <p:nvPr>
            <p:ph type="pic" sz="quarter" idx="16" hasCustomPrompt="1"/>
          </p:nvPr>
        </p:nvSpPr>
        <p:spPr>
          <a:xfrm>
            <a:off x="6410325" y="4343400"/>
            <a:ext cx="1370013" cy="914400"/>
          </a:xfrm>
          <a:prstGeom prst="rect">
            <a:avLst/>
          </a:prstGeom>
        </p:spPr>
        <p:txBody>
          <a:bodyPr anchor="ctr"/>
          <a:lstStyle>
            <a:lvl1pPr marL="0" indent="0" algn="ctr">
              <a:buNone/>
              <a:defRPr sz="1200" baseline="0"/>
            </a:lvl1pPr>
          </a:lstStyle>
          <a:p>
            <a:r>
              <a:rPr lang="en-US" dirty="0"/>
              <a:t>Drag your  logo here</a:t>
            </a:r>
          </a:p>
        </p:txBody>
      </p:sp>
      <p:sp>
        <p:nvSpPr>
          <p:cNvPr id="11" name="Picture Placeholder 2"/>
          <p:cNvSpPr>
            <a:spLocks noGrp="1"/>
          </p:cNvSpPr>
          <p:nvPr>
            <p:ph type="pic" sz="quarter" idx="17" hasCustomPrompt="1"/>
          </p:nvPr>
        </p:nvSpPr>
        <p:spPr>
          <a:xfrm>
            <a:off x="8238727" y="4343400"/>
            <a:ext cx="1370013" cy="914400"/>
          </a:xfrm>
          <a:prstGeom prst="rect">
            <a:avLst/>
          </a:prstGeom>
        </p:spPr>
        <p:txBody>
          <a:bodyPr anchor="ctr"/>
          <a:lstStyle>
            <a:lvl1pPr marL="0" indent="0" algn="ctr">
              <a:buNone/>
              <a:defRPr sz="1200" baseline="0"/>
            </a:lvl1pPr>
          </a:lstStyle>
          <a:p>
            <a:r>
              <a:rPr lang="en-US" dirty="0"/>
              <a:t>Drag your  logo here</a:t>
            </a:r>
          </a:p>
        </p:txBody>
      </p:sp>
      <p:sp>
        <p:nvSpPr>
          <p:cNvPr id="12" name="Picture Placeholder 2"/>
          <p:cNvSpPr>
            <a:spLocks noGrp="1"/>
          </p:cNvSpPr>
          <p:nvPr>
            <p:ph type="pic" sz="quarter" idx="18" hasCustomPrompt="1"/>
          </p:nvPr>
        </p:nvSpPr>
        <p:spPr>
          <a:xfrm>
            <a:off x="10078061" y="4343400"/>
            <a:ext cx="1370013" cy="914400"/>
          </a:xfrm>
          <a:prstGeom prst="rect">
            <a:avLst/>
          </a:prstGeom>
        </p:spPr>
        <p:txBody>
          <a:bodyPr anchor="ctr"/>
          <a:lstStyle>
            <a:lvl1pPr marL="0" indent="0" algn="ctr">
              <a:buNone/>
              <a:defRPr sz="1200" baseline="0"/>
            </a:lvl1pPr>
          </a:lstStyle>
          <a:p>
            <a:r>
              <a:rPr lang="en-US" dirty="0"/>
              <a:t>Drag your  logo here</a:t>
            </a:r>
          </a:p>
        </p:txBody>
      </p:sp>
    </p:spTree>
    <p:extLst>
      <p:ext uri="{BB962C8B-B14F-4D97-AF65-F5344CB8AC3E}">
        <p14:creationId xmlns:p14="http://schemas.microsoft.com/office/powerpoint/2010/main" val="378351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Customer Opinion">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685802"/>
            <a:ext cx="5028408"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8408"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17" name="Picture Placeholder 2"/>
          <p:cNvSpPr>
            <a:spLocks noGrp="1"/>
          </p:cNvSpPr>
          <p:nvPr>
            <p:ph type="pic" sz="quarter" idx="13" hasCustomPrompt="1"/>
          </p:nvPr>
        </p:nvSpPr>
        <p:spPr>
          <a:xfrm>
            <a:off x="762000" y="2523663"/>
            <a:ext cx="1370013" cy="1442093"/>
          </a:xfrm>
          <a:prstGeom prst="rect">
            <a:avLst/>
          </a:prstGeom>
        </p:spPr>
        <p:txBody>
          <a:bodyPr anchor="ctr"/>
          <a:lstStyle>
            <a:lvl1pPr marL="0" indent="0" algn="ctr">
              <a:buNone/>
              <a:defRPr sz="1200" baseline="0"/>
            </a:lvl1pPr>
          </a:lstStyle>
          <a:p>
            <a:r>
              <a:rPr lang="en-US" dirty="0"/>
              <a:t>Drag your  logo here</a:t>
            </a:r>
          </a:p>
        </p:txBody>
      </p:sp>
      <p:sp>
        <p:nvSpPr>
          <p:cNvPr id="24" name="Text Placeholder 2"/>
          <p:cNvSpPr>
            <a:spLocks noGrp="1"/>
          </p:cNvSpPr>
          <p:nvPr>
            <p:ph type="body" sz="quarter" idx="21" hasCustomPrompt="1"/>
          </p:nvPr>
        </p:nvSpPr>
        <p:spPr>
          <a:xfrm>
            <a:off x="2272764" y="2523663"/>
            <a:ext cx="3516849" cy="1442094"/>
          </a:xfrm>
          <a:prstGeom prst="rect">
            <a:avLst/>
          </a:prstGeom>
        </p:spPr>
        <p:txBody>
          <a:bodyPr lIns="0" tIns="0" rIns="0" bIns="0" anchor="t">
            <a:noAutofit/>
          </a:bodyPr>
          <a:lstStyle>
            <a:lvl1pPr marL="0" marR="0"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200" baseline="0">
                <a:solidFill>
                  <a:schemeClr val="tx1">
                    <a:lumMod val="75000"/>
                    <a:lumOff val="25000"/>
                  </a:schemeClr>
                </a:solidFill>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marL="457063" marR="0" lvl="1"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lacus </a:t>
            </a:r>
            <a:r>
              <a:rPr lang="en-US" dirty="0" err="1"/>
              <a:t>nec</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a:t>
            </a:r>
          </a:p>
        </p:txBody>
      </p:sp>
      <p:sp>
        <p:nvSpPr>
          <p:cNvPr id="27" name="Picture Placeholder 2"/>
          <p:cNvSpPr>
            <a:spLocks noGrp="1"/>
          </p:cNvSpPr>
          <p:nvPr>
            <p:ph type="pic" sz="quarter" idx="22" hasCustomPrompt="1"/>
          </p:nvPr>
        </p:nvSpPr>
        <p:spPr>
          <a:xfrm>
            <a:off x="10120312" y="3285046"/>
            <a:ext cx="1370013" cy="1442093"/>
          </a:xfrm>
          <a:prstGeom prst="rect">
            <a:avLst/>
          </a:prstGeom>
        </p:spPr>
        <p:txBody>
          <a:bodyPr anchor="ctr"/>
          <a:lstStyle>
            <a:lvl1pPr marL="0" indent="0" algn="ctr">
              <a:buNone/>
              <a:defRPr sz="1200" baseline="0"/>
            </a:lvl1pPr>
          </a:lstStyle>
          <a:p>
            <a:r>
              <a:rPr lang="en-US" dirty="0"/>
              <a:t>Drag your  logo here</a:t>
            </a:r>
          </a:p>
        </p:txBody>
      </p:sp>
      <p:sp>
        <p:nvSpPr>
          <p:cNvPr id="28" name="Text Placeholder 2"/>
          <p:cNvSpPr>
            <a:spLocks noGrp="1"/>
          </p:cNvSpPr>
          <p:nvPr>
            <p:ph type="body" sz="quarter" idx="25" hasCustomPrompt="1"/>
          </p:nvPr>
        </p:nvSpPr>
        <p:spPr>
          <a:xfrm>
            <a:off x="6410325" y="3285046"/>
            <a:ext cx="3516849" cy="1442094"/>
          </a:xfrm>
          <a:prstGeom prst="rect">
            <a:avLst/>
          </a:prstGeom>
        </p:spPr>
        <p:txBody>
          <a:bodyPr lIns="0" tIns="0" rIns="0" bIns="0" anchor="t">
            <a:noAutofit/>
          </a:bodyPr>
          <a:lstStyle>
            <a:lvl1pPr marL="0" marR="0" indent="0" algn="r" defTabSz="914126" rtl="0" eaLnBrk="1" fontAlgn="auto" latinLnBrk="0" hangingPunct="1">
              <a:lnSpc>
                <a:spcPct val="150000"/>
              </a:lnSpc>
              <a:spcBef>
                <a:spcPts val="1000"/>
              </a:spcBef>
              <a:spcAft>
                <a:spcPts val="0"/>
              </a:spcAft>
              <a:buClrTx/>
              <a:buSzTx/>
              <a:buFont typeface="Arial" panose="020B0604020202020204" pitchFamily="34" charset="0"/>
              <a:buNone/>
              <a:tabLst/>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200">
                <a:solidFill>
                  <a:schemeClr val="tx1">
                    <a:lumMod val="75000"/>
                    <a:lumOff val="25000"/>
                  </a:schemeClr>
                </a:solidFill>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marL="457063" marR="0" lvl="1"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lacus </a:t>
            </a:r>
            <a:r>
              <a:rPr lang="en-US" dirty="0" err="1"/>
              <a:t>nec</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p>
        </p:txBody>
      </p:sp>
      <p:sp>
        <p:nvSpPr>
          <p:cNvPr id="29" name="Text Placeholder 2"/>
          <p:cNvSpPr>
            <a:spLocks noGrp="1"/>
          </p:cNvSpPr>
          <p:nvPr>
            <p:ph type="body" sz="quarter" idx="26" hasCustomPrompt="1"/>
          </p:nvPr>
        </p:nvSpPr>
        <p:spPr>
          <a:xfrm>
            <a:off x="761205" y="4105715"/>
            <a:ext cx="5028408" cy="310712"/>
          </a:xfrm>
          <a:prstGeom prst="rect">
            <a:avLst/>
          </a:prstGeom>
        </p:spPr>
        <p:txBody>
          <a:bodyPr lIns="0" tIns="0" rIns="0" bIns="0" anchor="t">
            <a:noAutofit/>
          </a:bodyPr>
          <a:lstStyle>
            <a:lvl1pPr marL="0" indent="0" algn="l">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Customer Name Here</a:t>
            </a:r>
          </a:p>
        </p:txBody>
      </p:sp>
      <p:sp>
        <p:nvSpPr>
          <p:cNvPr id="30" name="Text Placeholder 2"/>
          <p:cNvSpPr>
            <a:spLocks noGrp="1"/>
          </p:cNvSpPr>
          <p:nvPr>
            <p:ph type="body" sz="quarter" idx="27" hasCustomPrompt="1"/>
          </p:nvPr>
        </p:nvSpPr>
        <p:spPr>
          <a:xfrm>
            <a:off x="761205" y="4416427"/>
            <a:ext cx="5028408" cy="310712"/>
          </a:xfrm>
          <a:prstGeom prst="rect">
            <a:avLst/>
          </a:prstGeom>
        </p:spPr>
        <p:txBody>
          <a:bodyPr lIns="0" tIns="0" rIns="0" bIns="0" anchor="t">
            <a:noAutofit/>
          </a:bodyPr>
          <a:lstStyle>
            <a:lvl1pPr marL="0" indent="0" algn="l">
              <a:lnSpc>
                <a:spcPct val="150000"/>
              </a:lnSpc>
              <a:buNone/>
              <a:defRPr sz="1200" b="1"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Company Name</a:t>
            </a:r>
          </a:p>
        </p:txBody>
      </p:sp>
      <p:sp>
        <p:nvSpPr>
          <p:cNvPr id="31" name="Text Placeholder 2"/>
          <p:cNvSpPr>
            <a:spLocks noGrp="1"/>
          </p:cNvSpPr>
          <p:nvPr>
            <p:ph type="body" sz="quarter" idx="28" hasCustomPrompt="1"/>
          </p:nvPr>
        </p:nvSpPr>
        <p:spPr>
          <a:xfrm>
            <a:off x="6410325" y="4867098"/>
            <a:ext cx="5028408" cy="310712"/>
          </a:xfrm>
          <a:prstGeom prst="rect">
            <a:avLst/>
          </a:prstGeom>
        </p:spPr>
        <p:txBody>
          <a:bodyPr lIns="0" tIns="0" rIns="0" bIns="0" anchor="t">
            <a:noAutofit/>
          </a:bodyPr>
          <a:lstStyle>
            <a:lvl1pPr marL="0" indent="0" algn="r">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Customer Name Here</a:t>
            </a:r>
          </a:p>
        </p:txBody>
      </p:sp>
      <p:sp>
        <p:nvSpPr>
          <p:cNvPr id="32" name="Text Placeholder 2"/>
          <p:cNvSpPr>
            <a:spLocks noGrp="1"/>
          </p:cNvSpPr>
          <p:nvPr>
            <p:ph type="body" sz="quarter" idx="29" hasCustomPrompt="1"/>
          </p:nvPr>
        </p:nvSpPr>
        <p:spPr>
          <a:xfrm>
            <a:off x="6410325" y="5177810"/>
            <a:ext cx="5028408" cy="310712"/>
          </a:xfrm>
          <a:prstGeom prst="rect">
            <a:avLst/>
          </a:prstGeom>
        </p:spPr>
        <p:txBody>
          <a:bodyPr lIns="0" tIns="0" rIns="0" bIns="0" anchor="t">
            <a:noAutofit/>
          </a:bodyPr>
          <a:lstStyle>
            <a:lvl1pPr marL="0" indent="0" algn="r">
              <a:lnSpc>
                <a:spcPct val="150000"/>
              </a:lnSpc>
              <a:buNone/>
              <a:defRPr sz="1200" b="1"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Company Name</a:t>
            </a:r>
          </a:p>
        </p:txBody>
      </p:sp>
      <p:sp>
        <p:nvSpPr>
          <p:cNvPr id="35" name="TextBox 34"/>
          <p:cNvSpPr txBox="1"/>
          <p:nvPr userDrawn="1"/>
        </p:nvSpPr>
        <p:spPr>
          <a:xfrm>
            <a:off x="2234654" y="2363183"/>
            <a:ext cx="405850" cy="861774"/>
          </a:xfrm>
          <a:prstGeom prst="rect">
            <a:avLst/>
          </a:prstGeom>
          <a:noFill/>
        </p:spPr>
        <p:txBody>
          <a:bodyPr wrap="square" rtlCol="0">
            <a:spAutoFit/>
          </a:bodyPr>
          <a:lstStyle/>
          <a:p>
            <a:r>
              <a:rPr lang="en-US" sz="5000" dirty="0">
                <a:solidFill>
                  <a:schemeClr val="bg1">
                    <a:lumMod val="85000"/>
                  </a:schemeClr>
                </a:solidFill>
              </a:rPr>
              <a:t>“</a:t>
            </a:r>
          </a:p>
        </p:txBody>
      </p:sp>
      <p:sp>
        <p:nvSpPr>
          <p:cNvPr id="36" name="TextBox 35"/>
          <p:cNvSpPr txBox="1"/>
          <p:nvPr userDrawn="1"/>
        </p:nvSpPr>
        <p:spPr>
          <a:xfrm>
            <a:off x="5467742" y="3479598"/>
            <a:ext cx="405850" cy="861774"/>
          </a:xfrm>
          <a:prstGeom prst="rect">
            <a:avLst/>
          </a:prstGeom>
          <a:noFill/>
        </p:spPr>
        <p:txBody>
          <a:bodyPr wrap="square" rtlCol="0">
            <a:spAutoFit/>
          </a:bodyPr>
          <a:lstStyle/>
          <a:p>
            <a:r>
              <a:rPr lang="en-US" sz="5000">
                <a:solidFill>
                  <a:schemeClr val="bg1">
                    <a:lumMod val="85000"/>
                  </a:schemeClr>
                </a:solidFill>
              </a:rPr>
              <a:t>”</a:t>
            </a:r>
            <a:endParaRPr lang="en-US" sz="5000" dirty="0">
              <a:solidFill>
                <a:schemeClr val="bg1">
                  <a:lumMod val="85000"/>
                </a:schemeClr>
              </a:solidFill>
            </a:endParaRPr>
          </a:p>
        </p:txBody>
      </p:sp>
      <p:sp>
        <p:nvSpPr>
          <p:cNvPr id="37" name="TextBox 36"/>
          <p:cNvSpPr txBox="1"/>
          <p:nvPr userDrawn="1"/>
        </p:nvSpPr>
        <p:spPr>
          <a:xfrm>
            <a:off x="6373001" y="3168676"/>
            <a:ext cx="405850" cy="861774"/>
          </a:xfrm>
          <a:prstGeom prst="rect">
            <a:avLst/>
          </a:prstGeom>
          <a:noFill/>
        </p:spPr>
        <p:txBody>
          <a:bodyPr wrap="square" rtlCol="0">
            <a:spAutoFit/>
          </a:bodyPr>
          <a:lstStyle/>
          <a:p>
            <a:r>
              <a:rPr lang="en-US" sz="5000">
                <a:solidFill>
                  <a:schemeClr val="bg1">
                    <a:lumMod val="85000"/>
                  </a:schemeClr>
                </a:solidFill>
              </a:rPr>
              <a:t>“</a:t>
            </a:r>
            <a:endParaRPr lang="en-US" sz="5000" dirty="0">
              <a:solidFill>
                <a:schemeClr val="bg1">
                  <a:lumMod val="85000"/>
                </a:schemeClr>
              </a:solidFill>
            </a:endParaRPr>
          </a:p>
        </p:txBody>
      </p:sp>
      <p:sp>
        <p:nvSpPr>
          <p:cNvPr id="38" name="TextBox 37"/>
          <p:cNvSpPr txBox="1"/>
          <p:nvPr userDrawn="1"/>
        </p:nvSpPr>
        <p:spPr>
          <a:xfrm>
            <a:off x="9438263" y="4254074"/>
            <a:ext cx="405850" cy="861774"/>
          </a:xfrm>
          <a:prstGeom prst="rect">
            <a:avLst/>
          </a:prstGeom>
          <a:noFill/>
        </p:spPr>
        <p:txBody>
          <a:bodyPr wrap="square" rtlCol="0">
            <a:spAutoFit/>
          </a:bodyPr>
          <a:lstStyle/>
          <a:p>
            <a:r>
              <a:rPr lang="en-US" sz="5000">
                <a:solidFill>
                  <a:schemeClr val="bg1">
                    <a:lumMod val="85000"/>
                  </a:schemeClr>
                </a:solidFill>
              </a:rPr>
              <a:t>”</a:t>
            </a:r>
            <a:endParaRPr lang="en-US" sz="5000" dirty="0">
              <a:solidFill>
                <a:schemeClr val="bg1">
                  <a:lumMod val="85000"/>
                </a:schemeClr>
              </a:solidFill>
            </a:endParaRPr>
          </a:p>
        </p:txBody>
      </p:sp>
    </p:spTree>
    <p:extLst>
      <p:ext uri="{BB962C8B-B14F-4D97-AF65-F5344CB8AC3E}">
        <p14:creationId xmlns:p14="http://schemas.microsoft.com/office/powerpoint/2010/main" val="1795261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er Opinion">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685802"/>
            <a:ext cx="5028408"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8408"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3" name="Picture Placeholder 2"/>
          <p:cNvSpPr>
            <a:spLocks noGrp="1"/>
          </p:cNvSpPr>
          <p:nvPr>
            <p:ph type="pic" sz="quarter" idx="13" hasCustomPrompt="1"/>
          </p:nvPr>
        </p:nvSpPr>
        <p:spPr>
          <a:xfrm>
            <a:off x="762000" y="1981198"/>
            <a:ext cx="1370013" cy="1442093"/>
          </a:xfrm>
          <a:prstGeom prst="rect">
            <a:avLst/>
          </a:prstGeom>
        </p:spPr>
        <p:txBody>
          <a:bodyPr anchor="ctr"/>
          <a:lstStyle>
            <a:lvl1pPr marL="0" indent="0" algn="ctr">
              <a:buNone/>
              <a:defRPr sz="1200" baseline="0"/>
            </a:lvl1pPr>
          </a:lstStyle>
          <a:p>
            <a:r>
              <a:rPr lang="en-US" dirty="0"/>
              <a:t>Drag your  logo here</a:t>
            </a:r>
          </a:p>
        </p:txBody>
      </p:sp>
      <p:sp>
        <p:nvSpPr>
          <p:cNvPr id="13" name="Marcador de texto 7"/>
          <p:cNvSpPr>
            <a:spLocks noGrp="1"/>
          </p:cNvSpPr>
          <p:nvPr>
            <p:ph type="body" sz="quarter" idx="19" hasCustomPrompt="1"/>
          </p:nvPr>
        </p:nvSpPr>
        <p:spPr>
          <a:xfrm>
            <a:off x="2272764" y="1981198"/>
            <a:ext cx="3516849" cy="22533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14" name="Marcador de texto 7"/>
          <p:cNvSpPr>
            <a:spLocks noGrp="1"/>
          </p:cNvSpPr>
          <p:nvPr>
            <p:ph type="body" sz="quarter" idx="20" hasCustomPrompt="1"/>
          </p:nvPr>
        </p:nvSpPr>
        <p:spPr>
          <a:xfrm>
            <a:off x="2272764" y="2213063"/>
            <a:ext cx="3516849"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5" name="Text Placeholder 2"/>
          <p:cNvSpPr>
            <a:spLocks noGrp="1"/>
          </p:cNvSpPr>
          <p:nvPr>
            <p:ph type="body" sz="quarter" idx="21" hasCustomPrompt="1"/>
          </p:nvPr>
        </p:nvSpPr>
        <p:spPr>
          <a:xfrm>
            <a:off x="2272764" y="2663734"/>
            <a:ext cx="3516849" cy="759558"/>
          </a:xfrm>
          <a:prstGeom prst="rect">
            <a:avLst/>
          </a:prstGeom>
        </p:spPr>
        <p:txBody>
          <a:bodyPr lIns="0" tIns="0" rIns="0" bIns="0" anchor="t">
            <a:noAutofit/>
          </a:bodyPr>
          <a:lstStyle>
            <a:lvl1pPr marL="0" indent="0">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lacus </a:t>
            </a:r>
            <a:r>
              <a:rPr lang="en-US" dirty="0" err="1"/>
              <a:t>nec</a:t>
            </a:r>
            <a:r>
              <a:rPr lang="en-US" dirty="0"/>
              <a:t>.</a:t>
            </a:r>
          </a:p>
        </p:txBody>
      </p:sp>
      <p:sp>
        <p:nvSpPr>
          <p:cNvPr id="18" name="Picture Placeholder 2"/>
          <p:cNvSpPr>
            <a:spLocks noGrp="1"/>
          </p:cNvSpPr>
          <p:nvPr>
            <p:ph type="pic" sz="quarter" idx="22" hasCustomPrompt="1"/>
          </p:nvPr>
        </p:nvSpPr>
        <p:spPr>
          <a:xfrm>
            <a:off x="6410325" y="1981198"/>
            <a:ext cx="1370013" cy="1442093"/>
          </a:xfrm>
          <a:prstGeom prst="rect">
            <a:avLst/>
          </a:prstGeom>
        </p:spPr>
        <p:txBody>
          <a:bodyPr anchor="ctr"/>
          <a:lstStyle>
            <a:lvl1pPr marL="0" indent="0" algn="ctr">
              <a:buNone/>
              <a:defRPr sz="1200" baseline="0"/>
            </a:lvl1pPr>
          </a:lstStyle>
          <a:p>
            <a:r>
              <a:rPr lang="en-US" dirty="0"/>
              <a:t>Drag your  logo here</a:t>
            </a:r>
          </a:p>
        </p:txBody>
      </p:sp>
      <p:sp>
        <p:nvSpPr>
          <p:cNvPr id="19" name="Marcador de texto 7"/>
          <p:cNvSpPr>
            <a:spLocks noGrp="1"/>
          </p:cNvSpPr>
          <p:nvPr>
            <p:ph type="body" sz="quarter" idx="23" hasCustomPrompt="1"/>
          </p:nvPr>
        </p:nvSpPr>
        <p:spPr>
          <a:xfrm>
            <a:off x="7921884" y="1981198"/>
            <a:ext cx="3516849" cy="22533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20" name="Marcador de texto 7"/>
          <p:cNvSpPr>
            <a:spLocks noGrp="1"/>
          </p:cNvSpPr>
          <p:nvPr>
            <p:ph type="body" sz="quarter" idx="24" hasCustomPrompt="1"/>
          </p:nvPr>
        </p:nvSpPr>
        <p:spPr>
          <a:xfrm>
            <a:off x="7921884" y="2213063"/>
            <a:ext cx="3516849"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21" name="Text Placeholder 2"/>
          <p:cNvSpPr>
            <a:spLocks noGrp="1"/>
          </p:cNvSpPr>
          <p:nvPr>
            <p:ph type="body" sz="quarter" idx="25" hasCustomPrompt="1"/>
          </p:nvPr>
        </p:nvSpPr>
        <p:spPr>
          <a:xfrm>
            <a:off x="7921884" y="2663734"/>
            <a:ext cx="3516849" cy="759558"/>
          </a:xfrm>
          <a:prstGeom prst="rect">
            <a:avLst/>
          </a:prstGeom>
        </p:spPr>
        <p:txBody>
          <a:bodyPr lIns="0" tIns="0" rIns="0" bIns="0" anchor="t">
            <a:noAutofit/>
          </a:bodyPr>
          <a:lstStyle>
            <a:lvl1pPr marL="0" indent="0">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p>
        </p:txBody>
      </p:sp>
      <p:sp>
        <p:nvSpPr>
          <p:cNvPr id="22" name="Text Placeholder 2"/>
          <p:cNvSpPr>
            <a:spLocks noGrp="1"/>
          </p:cNvSpPr>
          <p:nvPr>
            <p:ph type="body" sz="quarter" idx="26" hasCustomPrompt="1"/>
          </p:nvPr>
        </p:nvSpPr>
        <p:spPr>
          <a:xfrm>
            <a:off x="761205" y="3563250"/>
            <a:ext cx="5028408" cy="310712"/>
          </a:xfrm>
          <a:prstGeom prst="rect">
            <a:avLst/>
          </a:prstGeom>
        </p:spPr>
        <p:txBody>
          <a:bodyPr lIns="0" tIns="0" rIns="0" bIns="0" anchor="t">
            <a:noAutofit/>
          </a:bodyPr>
          <a:lstStyle>
            <a:lvl1pPr marL="0" indent="0" algn="l">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Customer Name Here</a:t>
            </a:r>
          </a:p>
        </p:txBody>
      </p:sp>
      <p:sp>
        <p:nvSpPr>
          <p:cNvPr id="23" name="Text Placeholder 2"/>
          <p:cNvSpPr>
            <a:spLocks noGrp="1"/>
          </p:cNvSpPr>
          <p:nvPr>
            <p:ph type="body" sz="quarter" idx="27" hasCustomPrompt="1"/>
          </p:nvPr>
        </p:nvSpPr>
        <p:spPr>
          <a:xfrm>
            <a:off x="761205" y="3873962"/>
            <a:ext cx="5028408" cy="310712"/>
          </a:xfrm>
          <a:prstGeom prst="rect">
            <a:avLst/>
          </a:prstGeom>
        </p:spPr>
        <p:txBody>
          <a:bodyPr lIns="0" tIns="0" rIns="0" bIns="0" anchor="t">
            <a:noAutofit/>
          </a:bodyPr>
          <a:lstStyle>
            <a:lvl1pPr marL="0" indent="0" algn="l">
              <a:lnSpc>
                <a:spcPct val="150000"/>
              </a:lnSpc>
              <a:buNone/>
              <a:defRPr sz="1200" b="1"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Company Name</a:t>
            </a:r>
          </a:p>
        </p:txBody>
      </p:sp>
      <p:sp>
        <p:nvSpPr>
          <p:cNvPr id="25" name="Text Placeholder 2"/>
          <p:cNvSpPr>
            <a:spLocks noGrp="1"/>
          </p:cNvSpPr>
          <p:nvPr>
            <p:ph type="body" sz="quarter" idx="28" hasCustomPrompt="1"/>
          </p:nvPr>
        </p:nvSpPr>
        <p:spPr>
          <a:xfrm>
            <a:off x="6410325" y="3563250"/>
            <a:ext cx="5028408" cy="310712"/>
          </a:xfrm>
          <a:prstGeom prst="rect">
            <a:avLst/>
          </a:prstGeom>
        </p:spPr>
        <p:txBody>
          <a:bodyPr lIns="0" tIns="0" rIns="0" bIns="0" anchor="t">
            <a:noAutofit/>
          </a:bodyPr>
          <a:lstStyle>
            <a:lvl1pPr marL="0" indent="0" algn="l">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Customer Name Here</a:t>
            </a:r>
          </a:p>
        </p:txBody>
      </p:sp>
      <p:sp>
        <p:nvSpPr>
          <p:cNvPr id="26" name="Text Placeholder 2"/>
          <p:cNvSpPr>
            <a:spLocks noGrp="1"/>
          </p:cNvSpPr>
          <p:nvPr>
            <p:ph type="body" sz="quarter" idx="29" hasCustomPrompt="1"/>
          </p:nvPr>
        </p:nvSpPr>
        <p:spPr>
          <a:xfrm>
            <a:off x="6410325" y="3873962"/>
            <a:ext cx="5028408" cy="310712"/>
          </a:xfrm>
          <a:prstGeom prst="rect">
            <a:avLst/>
          </a:prstGeom>
        </p:spPr>
        <p:txBody>
          <a:bodyPr lIns="0" tIns="0" rIns="0" bIns="0" anchor="t">
            <a:noAutofit/>
          </a:bodyPr>
          <a:lstStyle>
            <a:lvl1pPr marL="0" indent="0" algn="l">
              <a:lnSpc>
                <a:spcPct val="150000"/>
              </a:lnSpc>
              <a:buNone/>
              <a:defRPr sz="1200" b="1"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Company Name</a:t>
            </a:r>
          </a:p>
        </p:txBody>
      </p:sp>
      <p:sp>
        <p:nvSpPr>
          <p:cNvPr id="27" name="Marcador de texto 7"/>
          <p:cNvSpPr>
            <a:spLocks noGrp="1"/>
          </p:cNvSpPr>
          <p:nvPr>
            <p:ph type="body" sz="quarter" idx="30" hasCustomPrompt="1"/>
          </p:nvPr>
        </p:nvSpPr>
        <p:spPr>
          <a:xfrm>
            <a:off x="761205" y="4479833"/>
            <a:ext cx="10677528" cy="22533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29" name="Text Placeholder 2"/>
          <p:cNvSpPr>
            <a:spLocks noGrp="1"/>
          </p:cNvSpPr>
          <p:nvPr>
            <p:ph type="body" sz="quarter" idx="32" hasCustomPrompt="1"/>
          </p:nvPr>
        </p:nvSpPr>
        <p:spPr>
          <a:xfrm>
            <a:off x="761205" y="4744487"/>
            <a:ext cx="10677528" cy="566552"/>
          </a:xfrm>
          <a:prstGeom prst="rect">
            <a:avLst/>
          </a:prstGeom>
        </p:spPr>
        <p:txBody>
          <a:bodyPr lIns="0" tIns="0" rIns="0" bIns="0" anchor="t">
            <a:noAutofit/>
          </a:bodyPr>
          <a:lstStyle>
            <a:lvl1pPr marL="0" marR="0"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marL="0" marR="0" lvl="0"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r>
              <a:rPr lang="en-US" dirty="0" err="1"/>
              <a:t>cus</a:t>
            </a:r>
            <a:r>
              <a:rPr lang="en-US" dirty="0"/>
              <a:t> </a:t>
            </a:r>
            <a:r>
              <a:rPr lang="en-US" dirty="0" err="1"/>
              <a:t>nec</a:t>
            </a:r>
            <a:r>
              <a:rPr lang="en-US" dirty="0"/>
              <a:t>.</a:t>
            </a:r>
          </a:p>
        </p:txBody>
      </p:sp>
    </p:spTree>
    <p:extLst>
      <p:ext uri="{BB962C8B-B14F-4D97-AF65-F5344CB8AC3E}">
        <p14:creationId xmlns:p14="http://schemas.microsoft.com/office/powerpoint/2010/main" val="438377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dvisors one">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685802"/>
            <a:ext cx="5028408"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8408"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3" name="Picture Placeholder 2"/>
          <p:cNvSpPr>
            <a:spLocks noGrp="1"/>
          </p:cNvSpPr>
          <p:nvPr>
            <p:ph type="pic" sz="quarter" idx="13" hasCustomPrompt="1"/>
          </p:nvPr>
        </p:nvSpPr>
        <p:spPr>
          <a:xfrm>
            <a:off x="762000" y="1981198"/>
            <a:ext cx="1370013" cy="1442093"/>
          </a:xfrm>
          <a:prstGeom prst="rect">
            <a:avLst/>
          </a:prstGeom>
        </p:spPr>
        <p:txBody>
          <a:bodyPr anchor="ctr"/>
          <a:lstStyle>
            <a:lvl1pPr marL="0" indent="0" algn="ctr">
              <a:buNone/>
              <a:defRPr sz="1200" baseline="0"/>
            </a:lvl1pPr>
          </a:lstStyle>
          <a:p>
            <a:r>
              <a:rPr lang="en-US" dirty="0"/>
              <a:t>Drag your  logo here</a:t>
            </a:r>
          </a:p>
        </p:txBody>
      </p:sp>
      <p:sp>
        <p:nvSpPr>
          <p:cNvPr id="13" name="Marcador de texto 7"/>
          <p:cNvSpPr>
            <a:spLocks noGrp="1"/>
          </p:cNvSpPr>
          <p:nvPr>
            <p:ph type="body" sz="quarter" idx="19" hasCustomPrompt="1"/>
          </p:nvPr>
        </p:nvSpPr>
        <p:spPr>
          <a:xfrm>
            <a:off x="2272764" y="1981198"/>
            <a:ext cx="3516849" cy="22533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14" name="Marcador de texto 7"/>
          <p:cNvSpPr>
            <a:spLocks noGrp="1"/>
          </p:cNvSpPr>
          <p:nvPr>
            <p:ph type="body" sz="quarter" idx="20" hasCustomPrompt="1"/>
          </p:nvPr>
        </p:nvSpPr>
        <p:spPr>
          <a:xfrm>
            <a:off x="2272764" y="2213063"/>
            <a:ext cx="3516849"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5" name="Text Placeholder 2"/>
          <p:cNvSpPr>
            <a:spLocks noGrp="1"/>
          </p:cNvSpPr>
          <p:nvPr>
            <p:ph type="body" sz="quarter" idx="21" hasCustomPrompt="1"/>
          </p:nvPr>
        </p:nvSpPr>
        <p:spPr>
          <a:xfrm>
            <a:off x="2272764" y="2663734"/>
            <a:ext cx="3516849" cy="759558"/>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lacus </a:t>
            </a:r>
            <a:r>
              <a:rPr lang="en-US" dirty="0" err="1"/>
              <a:t>nec</a:t>
            </a:r>
            <a:r>
              <a:rPr lang="en-US" dirty="0"/>
              <a:t>.</a:t>
            </a:r>
          </a:p>
        </p:txBody>
      </p:sp>
      <p:sp>
        <p:nvSpPr>
          <p:cNvPr id="22" name="Text Placeholder 2"/>
          <p:cNvSpPr>
            <a:spLocks noGrp="1"/>
          </p:cNvSpPr>
          <p:nvPr>
            <p:ph type="body" sz="quarter" idx="26" hasCustomPrompt="1"/>
          </p:nvPr>
        </p:nvSpPr>
        <p:spPr>
          <a:xfrm>
            <a:off x="761205" y="3563250"/>
            <a:ext cx="5028408" cy="310712"/>
          </a:xfrm>
          <a:prstGeom prst="rect">
            <a:avLst/>
          </a:prstGeom>
        </p:spPr>
        <p:txBody>
          <a:bodyPr lIns="0" tIns="0" rIns="0" bIns="0" anchor="t">
            <a:noAutofit/>
          </a:bodyPr>
          <a:lstStyle>
            <a:lvl1pPr marL="0" indent="0" algn="l">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Customer Name Here</a:t>
            </a:r>
          </a:p>
        </p:txBody>
      </p:sp>
      <p:sp>
        <p:nvSpPr>
          <p:cNvPr id="23" name="Text Placeholder 2"/>
          <p:cNvSpPr>
            <a:spLocks noGrp="1"/>
          </p:cNvSpPr>
          <p:nvPr>
            <p:ph type="body" sz="quarter" idx="27" hasCustomPrompt="1"/>
          </p:nvPr>
        </p:nvSpPr>
        <p:spPr>
          <a:xfrm>
            <a:off x="761205" y="3873962"/>
            <a:ext cx="5028408" cy="310712"/>
          </a:xfrm>
          <a:prstGeom prst="rect">
            <a:avLst/>
          </a:prstGeom>
        </p:spPr>
        <p:txBody>
          <a:bodyPr lIns="0" tIns="0" rIns="0" bIns="0" anchor="t">
            <a:noAutofit/>
          </a:bodyPr>
          <a:lstStyle>
            <a:lvl1pPr marL="0" indent="0" algn="l">
              <a:lnSpc>
                <a:spcPct val="150000"/>
              </a:lnSpc>
              <a:buNone/>
              <a:defRPr sz="1200" b="1"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Company Name</a:t>
            </a:r>
          </a:p>
        </p:txBody>
      </p:sp>
      <p:sp>
        <p:nvSpPr>
          <p:cNvPr id="27" name="Marcador de texto 7"/>
          <p:cNvSpPr>
            <a:spLocks noGrp="1"/>
          </p:cNvSpPr>
          <p:nvPr>
            <p:ph type="body" sz="quarter" idx="30" hasCustomPrompt="1"/>
          </p:nvPr>
        </p:nvSpPr>
        <p:spPr>
          <a:xfrm>
            <a:off x="761205" y="4479833"/>
            <a:ext cx="5028408" cy="22533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29" name="Text Placeholder 2"/>
          <p:cNvSpPr>
            <a:spLocks noGrp="1"/>
          </p:cNvSpPr>
          <p:nvPr>
            <p:ph type="body" sz="quarter" idx="32" hasCustomPrompt="1"/>
          </p:nvPr>
        </p:nvSpPr>
        <p:spPr>
          <a:xfrm>
            <a:off x="761205" y="4744486"/>
            <a:ext cx="5028408" cy="861657"/>
          </a:xfrm>
          <a:prstGeom prst="rect">
            <a:avLst/>
          </a:prstGeom>
        </p:spPr>
        <p:txBody>
          <a:bodyPr lIns="0" tIns="0" rIns="0" bIns="0" anchor="t">
            <a:noAutofit/>
          </a:bodyPr>
          <a:lstStyle>
            <a:lvl1pPr marL="0" marR="0"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marL="0" marR="0" lvl="0"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p>
        </p:txBody>
      </p:sp>
    </p:spTree>
    <p:extLst>
      <p:ext uri="{BB962C8B-B14F-4D97-AF65-F5344CB8AC3E}">
        <p14:creationId xmlns:p14="http://schemas.microsoft.com/office/powerpoint/2010/main" val="1248515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dvisors">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685802"/>
            <a:ext cx="5028408"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8408"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3" name="Picture Placeholder 2"/>
          <p:cNvSpPr>
            <a:spLocks noGrp="1"/>
          </p:cNvSpPr>
          <p:nvPr>
            <p:ph type="pic" sz="quarter" idx="13" hasCustomPrompt="1"/>
          </p:nvPr>
        </p:nvSpPr>
        <p:spPr>
          <a:xfrm>
            <a:off x="762000" y="1981198"/>
            <a:ext cx="1370013" cy="1442093"/>
          </a:xfrm>
          <a:prstGeom prst="rect">
            <a:avLst/>
          </a:prstGeom>
        </p:spPr>
        <p:txBody>
          <a:bodyPr anchor="ctr"/>
          <a:lstStyle>
            <a:lvl1pPr marL="0" indent="0" algn="ctr">
              <a:buNone/>
              <a:defRPr sz="1200" baseline="0"/>
            </a:lvl1pPr>
          </a:lstStyle>
          <a:p>
            <a:r>
              <a:rPr lang="en-US" dirty="0"/>
              <a:t>Drag your  logo here</a:t>
            </a:r>
          </a:p>
        </p:txBody>
      </p:sp>
      <p:sp>
        <p:nvSpPr>
          <p:cNvPr id="13" name="Marcador de texto 7"/>
          <p:cNvSpPr>
            <a:spLocks noGrp="1"/>
          </p:cNvSpPr>
          <p:nvPr>
            <p:ph type="body" sz="quarter" idx="19" hasCustomPrompt="1"/>
          </p:nvPr>
        </p:nvSpPr>
        <p:spPr>
          <a:xfrm>
            <a:off x="2272764" y="1981198"/>
            <a:ext cx="3516849" cy="22533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14" name="Marcador de texto 7"/>
          <p:cNvSpPr>
            <a:spLocks noGrp="1"/>
          </p:cNvSpPr>
          <p:nvPr>
            <p:ph type="body" sz="quarter" idx="20" hasCustomPrompt="1"/>
          </p:nvPr>
        </p:nvSpPr>
        <p:spPr>
          <a:xfrm>
            <a:off x="2272764" y="2213063"/>
            <a:ext cx="3516849"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5" name="Text Placeholder 2"/>
          <p:cNvSpPr>
            <a:spLocks noGrp="1"/>
          </p:cNvSpPr>
          <p:nvPr>
            <p:ph type="body" sz="quarter" idx="21" hasCustomPrompt="1"/>
          </p:nvPr>
        </p:nvSpPr>
        <p:spPr>
          <a:xfrm>
            <a:off x="2272764" y="2663734"/>
            <a:ext cx="3516849" cy="759558"/>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lacus </a:t>
            </a:r>
            <a:r>
              <a:rPr lang="en-US" dirty="0" err="1"/>
              <a:t>nec</a:t>
            </a:r>
            <a:r>
              <a:rPr lang="en-US" dirty="0"/>
              <a:t>.</a:t>
            </a:r>
          </a:p>
        </p:txBody>
      </p:sp>
      <p:sp>
        <p:nvSpPr>
          <p:cNvPr id="22" name="Text Placeholder 2"/>
          <p:cNvSpPr>
            <a:spLocks noGrp="1"/>
          </p:cNvSpPr>
          <p:nvPr>
            <p:ph type="body" sz="quarter" idx="26" hasCustomPrompt="1"/>
          </p:nvPr>
        </p:nvSpPr>
        <p:spPr>
          <a:xfrm>
            <a:off x="761205" y="3563250"/>
            <a:ext cx="5028408" cy="310712"/>
          </a:xfrm>
          <a:prstGeom prst="rect">
            <a:avLst/>
          </a:prstGeom>
        </p:spPr>
        <p:txBody>
          <a:bodyPr lIns="0" tIns="0" rIns="0" bIns="0" anchor="t">
            <a:noAutofit/>
          </a:bodyPr>
          <a:lstStyle>
            <a:lvl1pPr marL="0" indent="0" algn="l">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Customer Name Here</a:t>
            </a:r>
          </a:p>
        </p:txBody>
      </p:sp>
      <p:sp>
        <p:nvSpPr>
          <p:cNvPr id="23" name="Text Placeholder 2"/>
          <p:cNvSpPr>
            <a:spLocks noGrp="1"/>
          </p:cNvSpPr>
          <p:nvPr>
            <p:ph type="body" sz="quarter" idx="27" hasCustomPrompt="1"/>
          </p:nvPr>
        </p:nvSpPr>
        <p:spPr>
          <a:xfrm>
            <a:off x="761205" y="3873962"/>
            <a:ext cx="5028408" cy="310712"/>
          </a:xfrm>
          <a:prstGeom prst="rect">
            <a:avLst/>
          </a:prstGeom>
        </p:spPr>
        <p:txBody>
          <a:bodyPr lIns="0" tIns="0" rIns="0" bIns="0" anchor="t">
            <a:noAutofit/>
          </a:bodyPr>
          <a:lstStyle>
            <a:lvl1pPr marL="0" indent="0" algn="l">
              <a:lnSpc>
                <a:spcPct val="150000"/>
              </a:lnSpc>
              <a:buNone/>
              <a:defRPr sz="1200" b="1"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Company Name</a:t>
            </a:r>
          </a:p>
        </p:txBody>
      </p:sp>
      <p:sp>
        <p:nvSpPr>
          <p:cNvPr id="27" name="Marcador de texto 7"/>
          <p:cNvSpPr>
            <a:spLocks noGrp="1"/>
          </p:cNvSpPr>
          <p:nvPr>
            <p:ph type="body" sz="quarter" idx="30" hasCustomPrompt="1"/>
          </p:nvPr>
        </p:nvSpPr>
        <p:spPr>
          <a:xfrm>
            <a:off x="761205" y="4479833"/>
            <a:ext cx="5028408" cy="22533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29" name="Text Placeholder 2"/>
          <p:cNvSpPr>
            <a:spLocks noGrp="1"/>
          </p:cNvSpPr>
          <p:nvPr>
            <p:ph type="body" sz="quarter" idx="32" hasCustomPrompt="1"/>
          </p:nvPr>
        </p:nvSpPr>
        <p:spPr>
          <a:xfrm>
            <a:off x="761205" y="4744486"/>
            <a:ext cx="5028408" cy="861657"/>
          </a:xfrm>
          <a:prstGeom prst="rect">
            <a:avLst/>
          </a:prstGeom>
        </p:spPr>
        <p:txBody>
          <a:bodyPr lIns="0" tIns="0" rIns="0" bIns="0" anchor="t">
            <a:noAutofit/>
          </a:bodyPr>
          <a:lstStyle>
            <a:lvl1pPr marL="0" marR="0"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marL="0" marR="0" lvl="0"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p>
        </p:txBody>
      </p:sp>
      <p:sp>
        <p:nvSpPr>
          <p:cNvPr id="24" name="Picture Placeholder 2"/>
          <p:cNvSpPr>
            <a:spLocks noGrp="1"/>
          </p:cNvSpPr>
          <p:nvPr>
            <p:ph type="pic" sz="quarter" idx="33" hasCustomPrompt="1"/>
          </p:nvPr>
        </p:nvSpPr>
        <p:spPr>
          <a:xfrm>
            <a:off x="6410325" y="1981198"/>
            <a:ext cx="1370013" cy="1442093"/>
          </a:xfrm>
          <a:prstGeom prst="rect">
            <a:avLst/>
          </a:prstGeom>
        </p:spPr>
        <p:txBody>
          <a:bodyPr anchor="ctr"/>
          <a:lstStyle>
            <a:lvl1pPr marL="0" indent="0" algn="ctr">
              <a:buNone/>
              <a:defRPr sz="1200" baseline="0"/>
            </a:lvl1pPr>
          </a:lstStyle>
          <a:p>
            <a:r>
              <a:rPr lang="en-US" dirty="0"/>
              <a:t>Drag your  logo here</a:t>
            </a:r>
          </a:p>
        </p:txBody>
      </p:sp>
      <p:sp>
        <p:nvSpPr>
          <p:cNvPr id="28" name="Marcador de texto 7"/>
          <p:cNvSpPr>
            <a:spLocks noGrp="1"/>
          </p:cNvSpPr>
          <p:nvPr>
            <p:ph type="body" sz="quarter" idx="34" hasCustomPrompt="1"/>
          </p:nvPr>
        </p:nvSpPr>
        <p:spPr>
          <a:xfrm>
            <a:off x="7921089" y="1981198"/>
            <a:ext cx="3516849" cy="22533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30" name="Marcador de texto 7"/>
          <p:cNvSpPr>
            <a:spLocks noGrp="1"/>
          </p:cNvSpPr>
          <p:nvPr>
            <p:ph type="body" sz="quarter" idx="35" hasCustomPrompt="1"/>
          </p:nvPr>
        </p:nvSpPr>
        <p:spPr>
          <a:xfrm>
            <a:off x="7921089" y="2213063"/>
            <a:ext cx="3516849"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31" name="Text Placeholder 2"/>
          <p:cNvSpPr>
            <a:spLocks noGrp="1"/>
          </p:cNvSpPr>
          <p:nvPr>
            <p:ph type="body" sz="quarter" idx="36" hasCustomPrompt="1"/>
          </p:nvPr>
        </p:nvSpPr>
        <p:spPr>
          <a:xfrm>
            <a:off x="7921089" y="2663734"/>
            <a:ext cx="3516849" cy="759558"/>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lacus </a:t>
            </a:r>
            <a:r>
              <a:rPr lang="en-US" dirty="0" err="1"/>
              <a:t>nec</a:t>
            </a:r>
            <a:r>
              <a:rPr lang="en-US" dirty="0"/>
              <a:t>.</a:t>
            </a:r>
          </a:p>
        </p:txBody>
      </p:sp>
      <p:sp>
        <p:nvSpPr>
          <p:cNvPr id="32" name="Text Placeholder 2"/>
          <p:cNvSpPr>
            <a:spLocks noGrp="1"/>
          </p:cNvSpPr>
          <p:nvPr>
            <p:ph type="body" sz="quarter" idx="37" hasCustomPrompt="1"/>
          </p:nvPr>
        </p:nvSpPr>
        <p:spPr>
          <a:xfrm>
            <a:off x="6409530" y="3563250"/>
            <a:ext cx="5028408" cy="310712"/>
          </a:xfrm>
          <a:prstGeom prst="rect">
            <a:avLst/>
          </a:prstGeom>
        </p:spPr>
        <p:txBody>
          <a:bodyPr lIns="0" tIns="0" rIns="0" bIns="0" anchor="t">
            <a:noAutofit/>
          </a:bodyPr>
          <a:lstStyle>
            <a:lvl1pPr marL="0" indent="0" algn="l">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Customer Name Here</a:t>
            </a:r>
          </a:p>
        </p:txBody>
      </p:sp>
      <p:sp>
        <p:nvSpPr>
          <p:cNvPr id="33" name="Text Placeholder 2"/>
          <p:cNvSpPr>
            <a:spLocks noGrp="1"/>
          </p:cNvSpPr>
          <p:nvPr>
            <p:ph type="body" sz="quarter" idx="38" hasCustomPrompt="1"/>
          </p:nvPr>
        </p:nvSpPr>
        <p:spPr>
          <a:xfrm>
            <a:off x="6409530" y="3873962"/>
            <a:ext cx="5028408" cy="310712"/>
          </a:xfrm>
          <a:prstGeom prst="rect">
            <a:avLst/>
          </a:prstGeom>
        </p:spPr>
        <p:txBody>
          <a:bodyPr lIns="0" tIns="0" rIns="0" bIns="0" anchor="t">
            <a:noAutofit/>
          </a:bodyPr>
          <a:lstStyle>
            <a:lvl1pPr marL="0" indent="0" algn="l">
              <a:lnSpc>
                <a:spcPct val="150000"/>
              </a:lnSpc>
              <a:buNone/>
              <a:defRPr sz="1200" b="1"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Company Name</a:t>
            </a:r>
          </a:p>
        </p:txBody>
      </p:sp>
      <p:sp>
        <p:nvSpPr>
          <p:cNvPr id="34" name="Marcador de texto 7"/>
          <p:cNvSpPr>
            <a:spLocks noGrp="1"/>
          </p:cNvSpPr>
          <p:nvPr>
            <p:ph type="body" sz="quarter" idx="39" hasCustomPrompt="1"/>
          </p:nvPr>
        </p:nvSpPr>
        <p:spPr>
          <a:xfrm>
            <a:off x="6409530" y="4479833"/>
            <a:ext cx="5028408" cy="22533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35" name="Text Placeholder 2"/>
          <p:cNvSpPr>
            <a:spLocks noGrp="1"/>
          </p:cNvSpPr>
          <p:nvPr>
            <p:ph type="body" sz="quarter" idx="40" hasCustomPrompt="1"/>
          </p:nvPr>
        </p:nvSpPr>
        <p:spPr>
          <a:xfrm>
            <a:off x="6409530" y="4744486"/>
            <a:ext cx="5028408" cy="861657"/>
          </a:xfrm>
          <a:prstGeom prst="rect">
            <a:avLst/>
          </a:prstGeom>
        </p:spPr>
        <p:txBody>
          <a:bodyPr lIns="0" tIns="0" rIns="0" bIns="0" anchor="t">
            <a:noAutofit/>
          </a:bodyPr>
          <a:lstStyle>
            <a:lvl1pPr marL="0" marR="0"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marL="0" marR="0" lvl="0"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p>
        </p:txBody>
      </p:sp>
    </p:spTree>
    <p:extLst>
      <p:ext uri="{BB962C8B-B14F-4D97-AF65-F5344CB8AC3E}">
        <p14:creationId xmlns:p14="http://schemas.microsoft.com/office/powerpoint/2010/main" val="554809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nvestors">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685802"/>
            <a:ext cx="5028408"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8408"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3" name="Picture Placeholder 2"/>
          <p:cNvSpPr>
            <a:spLocks noGrp="1"/>
          </p:cNvSpPr>
          <p:nvPr>
            <p:ph type="pic" sz="quarter" idx="13" hasCustomPrompt="1"/>
          </p:nvPr>
        </p:nvSpPr>
        <p:spPr>
          <a:xfrm>
            <a:off x="762000" y="2179996"/>
            <a:ext cx="1370013" cy="1442093"/>
          </a:xfrm>
          <a:prstGeom prst="rect">
            <a:avLst/>
          </a:prstGeom>
        </p:spPr>
        <p:txBody>
          <a:bodyPr anchor="ctr"/>
          <a:lstStyle>
            <a:lvl1pPr marL="0" indent="0" algn="ctr">
              <a:buNone/>
              <a:defRPr sz="1200" baseline="0"/>
            </a:lvl1pPr>
          </a:lstStyle>
          <a:p>
            <a:r>
              <a:rPr lang="en-US" dirty="0"/>
              <a:t>Drag your  logo here</a:t>
            </a:r>
          </a:p>
        </p:txBody>
      </p:sp>
      <p:sp>
        <p:nvSpPr>
          <p:cNvPr id="13" name="Marcador de texto 7"/>
          <p:cNvSpPr>
            <a:spLocks noGrp="1"/>
          </p:cNvSpPr>
          <p:nvPr>
            <p:ph type="body" sz="quarter" idx="19" hasCustomPrompt="1"/>
          </p:nvPr>
        </p:nvSpPr>
        <p:spPr>
          <a:xfrm>
            <a:off x="2272764" y="2179996"/>
            <a:ext cx="3516849" cy="22533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14" name="Marcador de texto 7"/>
          <p:cNvSpPr>
            <a:spLocks noGrp="1"/>
          </p:cNvSpPr>
          <p:nvPr>
            <p:ph type="body" sz="quarter" idx="20" hasCustomPrompt="1"/>
          </p:nvPr>
        </p:nvSpPr>
        <p:spPr>
          <a:xfrm>
            <a:off x="2272764" y="2411861"/>
            <a:ext cx="3516849"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5" name="Text Placeholder 2"/>
          <p:cNvSpPr>
            <a:spLocks noGrp="1"/>
          </p:cNvSpPr>
          <p:nvPr>
            <p:ph type="body" sz="quarter" idx="21" hasCustomPrompt="1"/>
          </p:nvPr>
        </p:nvSpPr>
        <p:spPr>
          <a:xfrm>
            <a:off x="2272764" y="2862532"/>
            <a:ext cx="3516849" cy="759558"/>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lacus </a:t>
            </a:r>
            <a:r>
              <a:rPr lang="en-US" dirty="0" err="1"/>
              <a:t>nec</a:t>
            </a:r>
            <a:r>
              <a:rPr lang="en-US" dirty="0"/>
              <a:t>.</a:t>
            </a:r>
          </a:p>
        </p:txBody>
      </p:sp>
      <p:sp>
        <p:nvSpPr>
          <p:cNvPr id="16" name="Picture Placeholder 2"/>
          <p:cNvSpPr>
            <a:spLocks noGrp="1"/>
          </p:cNvSpPr>
          <p:nvPr>
            <p:ph type="pic" sz="quarter" idx="22" hasCustomPrompt="1"/>
          </p:nvPr>
        </p:nvSpPr>
        <p:spPr>
          <a:xfrm>
            <a:off x="762000" y="4234806"/>
            <a:ext cx="1370013" cy="1442093"/>
          </a:xfrm>
          <a:prstGeom prst="rect">
            <a:avLst/>
          </a:prstGeom>
        </p:spPr>
        <p:txBody>
          <a:bodyPr anchor="ctr"/>
          <a:lstStyle>
            <a:lvl1pPr marL="0" indent="0" algn="ctr">
              <a:buNone/>
              <a:defRPr sz="1200" baseline="0"/>
            </a:lvl1pPr>
          </a:lstStyle>
          <a:p>
            <a:r>
              <a:rPr lang="en-US" dirty="0"/>
              <a:t>Drag your  logo here</a:t>
            </a:r>
          </a:p>
        </p:txBody>
      </p:sp>
      <p:sp>
        <p:nvSpPr>
          <p:cNvPr id="17" name="Marcador de texto 7"/>
          <p:cNvSpPr>
            <a:spLocks noGrp="1"/>
          </p:cNvSpPr>
          <p:nvPr>
            <p:ph type="body" sz="quarter" idx="23" hasCustomPrompt="1"/>
          </p:nvPr>
        </p:nvSpPr>
        <p:spPr>
          <a:xfrm>
            <a:off x="2272764" y="4234806"/>
            <a:ext cx="3516849" cy="22533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18" name="Marcador de texto 7"/>
          <p:cNvSpPr>
            <a:spLocks noGrp="1"/>
          </p:cNvSpPr>
          <p:nvPr>
            <p:ph type="body" sz="quarter" idx="24" hasCustomPrompt="1"/>
          </p:nvPr>
        </p:nvSpPr>
        <p:spPr>
          <a:xfrm>
            <a:off x="2272764" y="4466671"/>
            <a:ext cx="3516849"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9" name="Text Placeholder 2"/>
          <p:cNvSpPr>
            <a:spLocks noGrp="1"/>
          </p:cNvSpPr>
          <p:nvPr>
            <p:ph type="body" sz="quarter" idx="25" hasCustomPrompt="1"/>
          </p:nvPr>
        </p:nvSpPr>
        <p:spPr>
          <a:xfrm>
            <a:off x="2272764" y="4917342"/>
            <a:ext cx="3516849" cy="759558"/>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lacus </a:t>
            </a:r>
            <a:r>
              <a:rPr lang="en-US" dirty="0" err="1"/>
              <a:t>nec</a:t>
            </a:r>
            <a:r>
              <a:rPr lang="en-US" dirty="0"/>
              <a:t>.</a:t>
            </a:r>
          </a:p>
        </p:txBody>
      </p:sp>
      <p:sp>
        <p:nvSpPr>
          <p:cNvPr id="20" name="Picture Placeholder 2"/>
          <p:cNvSpPr>
            <a:spLocks noGrp="1"/>
          </p:cNvSpPr>
          <p:nvPr>
            <p:ph type="pic" sz="quarter" idx="26" hasCustomPrompt="1"/>
          </p:nvPr>
        </p:nvSpPr>
        <p:spPr>
          <a:xfrm>
            <a:off x="6410325" y="2179996"/>
            <a:ext cx="1370013" cy="1442093"/>
          </a:xfrm>
          <a:prstGeom prst="rect">
            <a:avLst/>
          </a:prstGeom>
        </p:spPr>
        <p:txBody>
          <a:bodyPr anchor="ctr"/>
          <a:lstStyle>
            <a:lvl1pPr marL="0" indent="0" algn="ctr">
              <a:buNone/>
              <a:defRPr sz="1200" baseline="0"/>
            </a:lvl1pPr>
          </a:lstStyle>
          <a:p>
            <a:r>
              <a:rPr lang="en-US" dirty="0"/>
              <a:t>Drag your  logo here</a:t>
            </a:r>
          </a:p>
        </p:txBody>
      </p:sp>
      <p:sp>
        <p:nvSpPr>
          <p:cNvPr id="21" name="Marcador de texto 7"/>
          <p:cNvSpPr>
            <a:spLocks noGrp="1"/>
          </p:cNvSpPr>
          <p:nvPr>
            <p:ph type="body" sz="quarter" idx="27" hasCustomPrompt="1"/>
          </p:nvPr>
        </p:nvSpPr>
        <p:spPr>
          <a:xfrm>
            <a:off x="7921089" y="2179996"/>
            <a:ext cx="3516849" cy="22533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24" name="Marcador de texto 7"/>
          <p:cNvSpPr>
            <a:spLocks noGrp="1"/>
          </p:cNvSpPr>
          <p:nvPr>
            <p:ph type="body" sz="quarter" idx="28" hasCustomPrompt="1"/>
          </p:nvPr>
        </p:nvSpPr>
        <p:spPr>
          <a:xfrm>
            <a:off x="7921089" y="2411861"/>
            <a:ext cx="3516849"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25" name="Text Placeholder 2"/>
          <p:cNvSpPr>
            <a:spLocks noGrp="1"/>
          </p:cNvSpPr>
          <p:nvPr>
            <p:ph type="body" sz="quarter" idx="29" hasCustomPrompt="1"/>
          </p:nvPr>
        </p:nvSpPr>
        <p:spPr>
          <a:xfrm>
            <a:off x="7921089" y="2862532"/>
            <a:ext cx="3516849" cy="759558"/>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lacus </a:t>
            </a:r>
            <a:r>
              <a:rPr lang="en-US" dirty="0" err="1"/>
              <a:t>nec</a:t>
            </a:r>
            <a:r>
              <a:rPr lang="en-US" dirty="0"/>
              <a:t>.</a:t>
            </a:r>
          </a:p>
        </p:txBody>
      </p:sp>
      <p:sp>
        <p:nvSpPr>
          <p:cNvPr id="26" name="Picture Placeholder 2"/>
          <p:cNvSpPr>
            <a:spLocks noGrp="1"/>
          </p:cNvSpPr>
          <p:nvPr>
            <p:ph type="pic" sz="quarter" idx="30" hasCustomPrompt="1"/>
          </p:nvPr>
        </p:nvSpPr>
        <p:spPr>
          <a:xfrm>
            <a:off x="6410325" y="4234806"/>
            <a:ext cx="1370013" cy="1442093"/>
          </a:xfrm>
          <a:prstGeom prst="rect">
            <a:avLst/>
          </a:prstGeom>
        </p:spPr>
        <p:txBody>
          <a:bodyPr anchor="ctr"/>
          <a:lstStyle>
            <a:lvl1pPr marL="0" indent="0" algn="ctr">
              <a:buNone/>
              <a:defRPr sz="1200" baseline="0"/>
            </a:lvl1pPr>
          </a:lstStyle>
          <a:p>
            <a:r>
              <a:rPr lang="en-US" dirty="0"/>
              <a:t>Drag your  logo here</a:t>
            </a:r>
          </a:p>
        </p:txBody>
      </p:sp>
      <p:sp>
        <p:nvSpPr>
          <p:cNvPr id="28" name="Marcador de texto 7"/>
          <p:cNvSpPr>
            <a:spLocks noGrp="1"/>
          </p:cNvSpPr>
          <p:nvPr>
            <p:ph type="body" sz="quarter" idx="31" hasCustomPrompt="1"/>
          </p:nvPr>
        </p:nvSpPr>
        <p:spPr>
          <a:xfrm>
            <a:off x="7921089" y="4234806"/>
            <a:ext cx="3516849" cy="22533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30" name="Marcador de texto 7"/>
          <p:cNvSpPr>
            <a:spLocks noGrp="1"/>
          </p:cNvSpPr>
          <p:nvPr>
            <p:ph type="body" sz="quarter" idx="32" hasCustomPrompt="1"/>
          </p:nvPr>
        </p:nvSpPr>
        <p:spPr>
          <a:xfrm>
            <a:off x="7921089" y="4466671"/>
            <a:ext cx="3516849"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31" name="Text Placeholder 2"/>
          <p:cNvSpPr>
            <a:spLocks noGrp="1"/>
          </p:cNvSpPr>
          <p:nvPr>
            <p:ph type="body" sz="quarter" idx="33" hasCustomPrompt="1"/>
          </p:nvPr>
        </p:nvSpPr>
        <p:spPr>
          <a:xfrm>
            <a:off x="7921089" y="4917342"/>
            <a:ext cx="3516849" cy="759558"/>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lacus </a:t>
            </a:r>
            <a:r>
              <a:rPr lang="en-US" dirty="0" err="1"/>
              <a:t>nec</a:t>
            </a:r>
            <a:r>
              <a:rPr lang="en-US" dirty="0"/>
              <a:t>.</a:t>
            </a:r>
          </a:p>
        </p:txBody>
      </p:sp>
    </p:spTree>
    <p:extLst>
      <p:ext uri="{BB962C8B-B14F-4D97-AF65-F5344CB8AC3E}">
        <p14:creationId xmlns:p14="http://schemas.microsoft.com/office/powerpoint/2010/main" val="1945458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Goals">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685802"/>
            <a:ext cx="5028408"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8408"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13" name="Marcador de texto 7"/>
          <p:cNvSpPr>
            <a:spLocks noGrp="1"/>
          </p:cNvSpPr>
          <p:nvPr>
            <p:ph type="body" sz="quarter" idx="19" hasCustomPrompt="1"/>
          </p:nvPr>
        </p:nvSpPr>
        <p:spPr>
          <a:xfrm>
            <a:off x="2272764" y="2179996"/>
            <a:ext cx="3516849" cy="22533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14" name="Marcador de texto 7"/>
          <p:cNvSpPr>
            <a:spLocks noGrp="1"/>
          </p:cNvSpPr>
          <p:nvPr>
            <p:ph type="body" sz="quarter" idx="20" hasCustomPrompt="1"/>
          </p:nvPr>
        </p:nvSpPr>
        <p:spPr>
          <a:xfrm>
            <a:off x="2272764" y="2411861"/>
            <a:ext cx="3516849"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5" name="Text Placeholder 2"/>
          <p:cNvSpPr>
            <a:spLocks noGrp="1"/>
          </p:cNvSpPr>
          <p:nvPr>
            <p:ph type="body" sz="quarter" idx="21" hasCustomPrompt="1"/>
          </p:nvPr>
        </p:nvSpPr>
        <p:spPr>
          <a:xfrm>
            <a:off x="2272764" y="2862532"/>
            <a:ext cx="3516849" cy="759558"/>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lacus </a:t>
            </a:r>
            <a:r>
              <a:rPr lang="en-US" dirty="0" err="1"/>
              <a:t>nec</a:t>
            </a:r>
            <a:r>
              <a:rPr lang="en-US" dirty="0"/>
              <a:t>.</a:t>
            </a:r>
          </a:p>
        </p:txBody>
      </p:sp>
      <p:sp>
        <p:nvSpPr>
          <p:cNvPr id="17" name="Marcador de texto 7"/>
          <p:cNvSpPr>
            <a:spLocks noGrp="1"/>
          </p:cNvSpPr>
          <p:nvPr>
            <p:ph type="body" sz="quarter" idx="23" hasCustomPrompt="1"/>
          </p:nvPr>
        </p:nvSpPr>
        <p:spPr>
          <a:xfrm>
            <a:off x="2272764" y="4234806"/>
            <a:ext cx="3516849" cy="22533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18" name="Marcador de texto 7"/>
          <p:cNvSpPr>
            <a:spLocks noGrp="1"/>
          </p:cNvSpPr>
          <p:nvPr>
            <p:ph type="body" sz="quarter" idx="24" hasCustomPrompt="1"/>
          </p:nvPr>
        </p:nvSpPr>
        <p:spPr>
          <a:xfrm>
            <a:off x="2272764" y="4466671"/>
            <a:ext cx="3516849"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9" name="Text Placeholder 2"/>
          <p:cNvSpPr>
            <a:spLocks noGrp="1"/>
          </p:cNvSpPr>
          <p:nvPr>
            <p:ph type="body" sz="quarter" idx="25" hasCustomPrompt="1"/>
          </p:nvPr>
        </p:nvSpPr>
        <p:spPr>
          <a:xfrm>
            <a:off x="2272764" y="4917342"/>
            <a:ext cx="3516849" cy="759558"/>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lacus </a:t>
            </a:r>
            <a:r>
              <a:rPr lang="en-US" dirty="0" err="1"/>
              <a:t>nec</a:t>
            </a:r>
            <a:r>
              <a:rPr lang="en-US" dirty="0"/>
              <a:t>.</a:t>
            </a:r>
          </a:p>
        </p:txBody>
      </p:sp>
      <p:sp>
        <p:nvSpPr>
          <p:cNvPr id="21" name="Marcador de texto 7"/>
          <p:cNvSpPr>
            <a:spLocks noGrp="1"/>
          </p:cNvSpPr>
          <p:nvPr>
            <p:ph type="body" sz="quarter" idx="27" hasCustomPrompt="1"/>
          </p:nvPr>
        </p:nvSpPr>
        <p:spPr>
          <a:xfrm>
            <a:off x="7921089" y="2179996"/>
            <a:ext cx="3516849" cy="22533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24" name="Marcador de texto 7"/>
          <p:cNvSpPr>
            <a:spLocks noGrp="1"/>
          </p:cNvSpPr>
          <p:nvPr>
            <p:ph type="body" sz="quarter" idx="28" hasCustomPrompt="1"/>
          </p:nvPr>
        </p:nvSpPr>
        <p:spPr>
          <a:xfrm>
            <a:off x="7921089" y="2411861"/>
            <a:ext cx="3516849"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25" name="Text Placeholder 2"/>
          <p:cNvSpPr>
            <a:spLocks noGrp="1"/>
          </p:cNvSpPr>
          <p:nvPr>
            <p:ph type="body" sz="quarter" idx="29" hasCustomPrompt="1"/>
          </p:nvPr>
        </p:nvSpPr>
        <p:spPr>
          <a:xfrm>
            <a:off x="7921089" y="2862532"/>
            <a:ext cx="3516849" cy="759558"/>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lacus </a:t>
            </a:r>
            <a:r>
              <a:rPr lang="en-US" dirty="0" err="1"/>
              <a:t>nec</a:t>
            </a:r>
            <a:r>
              <a:rPr lang="en-US" dirty="0"/>
              <a:t>.</a:t>
            </a:r>
          </a:p>
        </p:txBody>
      </p:sp>
      <p:sp>
        <p:nvSpPr>
          <p:cNvPr id="28" name="Marcador de texto 7"/>
          <p:cNvSpPr>
            <a:spLocks noGrp="1"/>
          </p:cNvSpPr>
          <p:nvPr>
            <p:ph type="body" sz="quarter" idx="31" hasCustomPrompt="1"/>
          </p:nvPr>
        </p:nvSpPr>
        <p:spPr>
          <a:xfrm>
            <a:off x="7921089" y="4234806"/>
            <a:ext cx="3516849" cy="22533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30" name="Marcador de texto 7"/>
          <p:cNvSpPr>
            <a:spLocks noGrp="1"/>
          </p:cNvSpPr>
          <p:nvPr>
            <p:ph type="body" sz="quarter" idx="32" hasCustomPrompt="1"/>
          </p:nvPr>
        </p:nvSpPr>
        <p:spPr>
          <a:xfrm>
            <a:off x="7921089" y="4466671"/>
            <a:ext cx="3516849"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31" name="Text Placeholder 2"/>
          <p:cNvSpPr>
            <a:spLocks noGrp="1"/>
          </p:cNvSpPr>
          <p:nvPr>
            <p:ph type="body" sz="quarter" idx="33" hasCustomPrompt="1"/>
          </p:nvPr>
        </p:nvSpPr>
        <p:spPr>
          <a:xfrm>
            <a:off x="7921089" y="4917342"/>
            <a:ext cx="3516849" cy="759558"/>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lacus </a:t>
            </a:r>
            <a:r>
              <a:rPr lang="en-US" dirty="0" err="1"/>
              <a:t>nec</a:t>
            </a:r>
            <a:r>
              <a:rPr lang="en-US" dirty="0"/>
              <a:t>.</a:t>
            </a:r>
          </a:p>
        </p:txBody>
      </p:sp>
      <p:sp>
        <p:nvSpPr>
          <p:cNvPr id="2" name="Rectangle 1"/>
          <p:cNvSpPr/>
          <p:nvPr userDrawn="1"/>
        </p:nvSpPr>
        <p:spPr>
          <a:xfrm>
            <a:off x="762000" y="2179996"/>
            <a:ext cx="1370013" cy="14420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userDrawn="1"/>
        </p:nvSpPr>
        <p:spPr>
          <a:xfrm>
            <a:off x="6410325" y="2179996"/>
            <a:ext cx="1370013" cy="144209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userDrawn="1"/>
        </p:nvSpPr>
        <p:spPr>
          <a:xfrm>
            <a:off x="762000" y="4234806"/>
            <a:ext cx="1370013" cy="144209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userDrawn="1"/>
        </p:nvSpPr>
        <p:spPr>
          <a:xfrm>
            <a:off x="6410325" y="4234806"/>
            <a:ext cx="1370013" cy="144209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71864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Goals">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685802"/>
            <a:ext cx="5028408"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8408"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15" name="Text Placeholder 2"/>
          <p:cNvSpPr>
            <a:spLocks noGrp="1"/>
          </p:cNvSpPr>
          <p:nvPr>
            <p:ph type="body" sz="quarter" idx="21" hasCustomPrompt="1"/>
          </p:nvPr>
        </p:nvSpPr>
        <p:spPr>
          <a:xfrm>
            <a:off x="2358168" y="2177406"/>
            <a:ext cx="3431445" cy="1302064"/>
          </a:xfrm>
          <a:prstGeom prst="rect">
            <a:avLst/>
          </a:prstGeom>
        </p:spPr>
        <p:txBody>
          <a:bodyPr lIns="0" tIns="0" rIns="0" bIns="0" anchor="t" anchorCtr="0">
            <a:noAutofit/>
          </a:bodyPr>
          <a:lstStyle>
            <a:lvl1pPr marL="0" marR="0"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marL="0" marR="0" lvl="0"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lacus </a:t>
            </a:r>
            <a:r>
              <a:rPr lang="en-US" dirty="0" err="1"/>
              <a:t>nec</a:t>
            </a:r>
            <a:r>
              <a:rPr lang="en-US" dirty="0"/>
              <a:t>..</a:t>
            </a:r>
          </a:p>
        </p:txBody>
      </p:sp>
      <p:sp>
        <p:nvSpPr>
          <p:cNvPr id="17" name="Marcador de texto 7"/>
          <p:cNvSpPr>
            <a:spLocks noGrp="1"/>
          </p:cNvSpPr>
          <p:nvPr>
            <p:ph type="body" sz="quarter" idx="23" hasCustomPrompt="1"/>
          </p:nvPr>
        </p:nvSpPr>
        <p:spPr>
          <a:xfrm>
            <a:off x="761206" y="3267411"/>
            <a:ext cx="1370808" cy="212059"/>
          </a:xfrm>
          <a:prstGeom prst="rect">
            <a:avLst/>
          </a:prstGeom>
          <a:noFill/>
        </p:spPr>
        <p:txBody>
          <a:bodyPr vert="horz" lIns="0" tIns="0" rIns="0" bIns="0" anchor="ctr"/>
          <a:lstStyle>
            <a:lvl1pPr marL="0" indent="0" algn="ctr">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26" name="Marcador de texto 7"/>
          <p:cNvSpPr>
            <a:spLocks noGrp="1"/>
          </p:cNvSpPr>
          <p:nvPr>
            <p:ph type="body" sz="quarter" idx="34" hasCustomPrompt="1"/>
          </p:nvPr>
        </p:nvSpPr>
        <p:spPr>
          <a:xfrm>
            <a:off x="761206" y="2177406"/>
            <a:ext cx="1370808" cy="943009"/>
          </a:xfrm>
          <a:prstGeom prst="rect">
            <a:avLst/>
          </a:prstGeom>
          <a:noFill/>
          <a:ln>
            <a:solidFill>
              <a:schemeClr val="tx1">
                <a:lumMod val="50000"/>
                <a:lumOff val="50000"/>
              </a:schemeClr>
            </a:solidFill>
          </a:ln>
        </p:spPr>
        <p:txBody>
          <a:bodyPr vert="horz" lIns="0" tIns="0" rIns="0" bIns="0" anchor="ctr"/>
          <a:lstStyle>
            <a:lvl1pPr marL="0" indent="0" algn="ctr">
              <a:buNone/>
              <a:defRPr sz="4500" b="1" i="0">
                <a:solidFill>
                  <a:schemeClr val="accent3"/>
                </a:solidFill>
                <a:latin typeface="Raleway" charset="0"/>
                <a:ea typeface="Raleway" charset="0"/>
                <a:cs typeface="Raleway" charset="0"/>
              </a:defRPr>
            </a:lvl1pPr>
          </a:lstStyle>
          <a:p>
            <a:pPr lvl="0"/>
            <a:r>
              <a:rPr lang="es-ES_tradnl"/>
              <a:t>1234</a:t>
            </a:r>
            <a:endParaRPr lang="es-ES_tradnl" dirty="0"/>
          </a:p>
        </p:txBody>
      </p:sp>
      <p:sp>
        <p:nvSpPr>
          <p:cNvPr id="29" name="Text Placeholder 2"/>
          <p:cNvSpPr>
            <a:spLocks noGrp="1"/>
          </p:cNvSpPr>
          <p:nvPr>
            <p:ph type="body" sz="quarter" idx="35" hasCustomPrompt="1"/>
          </p:nvPr>
        </p:nvSpPr>
        <p:spPr>
          <a:xfrm>
            <a:off x="8015844" y="2177406"/>
            <a:ext cx="3431445" cy="1302064"/>
          </a:xfrm>
          <a:prstGeom prst="rect">
            <a:avLst/>
          </a:prstGeom>
        </p:spPr>
        <p:txBody>
          <a:bodyPr lIns="0" tIns="0" rIns="0" bIns="0" anchor="t">
            <a:noAutofit/>
          </a:bodyPr>
          <a:lstStyle>
            <a:lvl1pPr marL="0" marR="0"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marL="0" marR="0" lvl="0"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lacus </a:t>
            </a:r>
            <a:r>
              <a:rPr lang="en-US" dirty="0" err="1"/>
              <a:t>nec</a:t>
            </a:r>
            <a:r>
              <a:rPr lang="en-US" dirty="0"/>
              <a:t>..</a:t>
            </a:r>
          </a:p>
        </p:txBody>
      </p:sp>
      <p:sp>
        <p:nvSpPr>
          <p:cNvPr id="32" name="Marcador de texto 7"/>
          <p:cNvSpPr>
            <a:spLocks noGrp="1"/>
          </p:cNvSpPr>
          <p:nvPr>
            <p:ph type="body" sz="quarter" idx="36" hasCustomPrompt="1"/>
          </p:nvPr>
        </p:nvSpPr>
        <p:spPr>
          <a:xfrm>
            <a:off x="6418882" y="3267411"/>
            <a:ext cx="1370808" cy="212059"/>
          </a:xfrm>
          <a:prstGeom prst="rect">
            <a:avLst/>
          </a:prstGeom>
          <a:noFill/>
        </p:spPr>
        <p:txBody>
          <a:bodyPr vert="horz" lIns="0" tIns="0" rIns="0" bIns="0" anchor="ctr"/>
          <a:lstStyle>
            <a:lvl1pPr marL="0" indent="0" algn="ctr">
              <a:buNone/>
              <a:defRPr sz="1000" b="1" i="0">
                <a:solidFill>
                  <a:schemeClr val="accent4"/>
                </a:solidFill>
                <a:latin typeface="Raleway" charset="0"/>
                <a:ea typeface="Raleway" charset="0"/>
                <a:cs typeface="Raleway" charset="0"/>
              </a:defRPr>
            </a:lvl1pPr>
          </a:lstStyle>
          <a:p>
            <a:pPr lvl="0"/>
            <a:r>
              <a:rPr lang="es-ES_tradnl" dirty="0"/>
              <a:t>YOUR TITLE HERE</a:t>
            </a:r>
          </a:p>
        </p:txBody>
      </p:sp>
      <p:sp>
        <p:nvSpPr>
          <p:cNvPr id="33" name="Marcador de texto 7"/>
          <p:cNvSpPr>
            <a:spLocks noGrp="1"/>
          </p:cNvSpPr>
          <p:nvPr>
            <p:ph type="body" sz="quarter" idx="37" hasCustomPrompt="1"/>
          </p:nvPr>
        </p:nvSpPr>
        <p:spPr>
          <a:xfrm>
            <a:off x="6418882" y="2177406"/>
            <a:ext cx="1370808" cy="943009"/>
          </a:xfrm>
          <a:prstGeom prst="rect">
            <a:avLst/>
          </a:prstGeom>
          <a:noFill/>
          <a:ln>
            <a:solidFill>
              <a:schemeClr val="tx1">
                <a:lumMod val="50000"/>
                <a:lumOff val="50000"/>
              </a:schemeClr>
            </a:solidFill>
          </a:ln>
        </p:spPr>
        <p:txBody>
          <a:bodyPr vert="horz" lIns="0" tIns="0" rIns="0" bIns="0" anchor="ctr"/>
          <a:lstStyle>
            <a:lvl1pPr marL="0" indent="0" algn="ctr">
              <a:buNone/>
              <a:defRPr sz="4500" b="1" i="0">
                <a:solidFill>
                  <a:schemeClr val="accent4"/>
                </a:solidFill>
                <a:latin typeface="Raleway" charset="0"/>
                <a:ea typeface="Raleway" charset="0"/>
                <a:cs typeface="Raleway" charset="0"/>
              </a:defRPr>
            </a:lvl1pPr>
          </a:lstStyle>
          <a:p>
            <a:pPr lvl="0"/>
            <a:r>
              <a:rPr lang="es-ES_tradnl"/>
              <a:t>1234</a:t>
            </a:r>
            <a:endParaRPr lang="es-ES_tradnl" dirty="0"/>
          </a:p>
        </p:txBody>
      </p:sp>
      <p:sp>
        <p:nvSpPr>
          <p:cNvPr id="34" name="Text Placeholder 2"/>
          <p:cNvSpPr>
            <a:spLocks noGrp="1"/>
          </p:cNvSpPr>
          <p:nvPr>
            <p:ph type="body" sz="quarter" idx="38" hasCustomPrompt="1"/>
          </p:nvPr>
        </p:nvSpPr>
        <p:spPr>
          <a:xfrm>
            <a:off x="2358168" y="3886200"/>
            <a:ext cx="3431445" cy="1302064"/>
          </a:xfrm>
          <a:prstGeom prst="rect">
            <a:avLst/>
          </a:prstGeom>
        </p:spPr>
        <p:txBody>
          <a:bodyPr lIns="0" tIns="0" rIns="0" bIns="0" anchor="t">
            <a:noAutofit/>
          </a:bodyPr>
          <a:lstStyle>
            <a:lvl1pPr marL="0" marR="0"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marL="0" marR="0" lvl="0"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lacus </a:t>
            </a:r>
            <a:r>
              <a:rPr lang="en-US" dirty="0" err="1"/>
              <a:t>nec</a:t>
            </a:r>
            <a:r>
              <a:rPr lang="en-US" dirty="0"/>
              <a:t>..</a:t>
            </a:r>
          </a:p>
        </p:txBody>
      </p:sp>
      <p:sp>
        <p:nvSpPr>
          <p:cNvPr id="35" name="Marcador de texto 7"/>
          <p:cNvSpPr>
            <a:spLocks noGrp="1"/>
          </p:cNvSpPr>
          <p:nvPr>
            <p:ph type="body" sz="quarter" idx="39" hasCustomPrompt="1"/>
          </p:nvPr>
        </p:nvSpPr>
        <p:spPr>
          <a:xfrm>
            <a:off x="761206" y="4976205"/>
            <a:ext cx="1370808" cy="212059"/>
          </a:xfrm>
          <a:prstGeom prst="rect">
            <a:avLst/>
          </a:prstGeom>
          <a:noFill/>
        </p:spPr>
        <p:txBody>
          <a:bodyPr vert="horz" lIns="0" tIns="0" rIns="0" bIns="0" anchor="ctr"/>
          <a:lstStyle>
            <a:lvl1pPr marL="0" indent="0" algn="ctr">
              <a:buNone/>
              <a:defRPr sz="1000" b="1" i="0">
                <a:solidFill>
                  <a:schemeClr val="accent5"/>
                </a:solidFill>
                <a:latin typeface="Raleway" charset="0"/>
                <a:ea typeface="Raleway" charset="0"/>
                <a:cs typeface="Raleway" charset="0"/>
              </a:defRPr>
            </a:lvl1pPr>
          </a:lstStyle>
          <a:p>
            <a:pPr lvl="0"/>
            <a:r>
              <a:rPr lang="es-ES_tradnl" dirty="0"/>
              <a:t>YOUR TITLE HERE</a:t>
            </a:r>
          </a:p>
        </p:txBody>
      </p:sp>
      <p:sp>
        <p:nvSpPr>
          <p:cNvPr id="36" name="Marcador de texto 7"/>
          <p:cNvSpPr>
            <a:spLocks noGrp="1"/>
          </p:cNvSpPr>
          <p:nvPr>
            <p:ph type="body" sz="quarter" idx="40" hasCustomPrompt="1"/>
          </p:nvPr>
        </p:nvSpPr>
        <p:spPr>
          <a:xfrm>
            <a:off x="761206" y="3886200"/>
            <a:ext cx="1370808" cy="943009"/>
          </a:xfrm>
          <a:prstGeom prst="rect">
            <a:avLst/>
          </a:prstGeom>
          <a:noFill/>
          <a:ln>
            <a:solidFill>
              <a:schemeClr val="tx1">
                <a:lumMod val="50000"/>
                <a:lumOff val="50000"/>
              </a:schemeClr>
            </a:solidFill>
          </a:ln>
        </p:spPr>
        <p:txBody>
          <a:bodyPr vert="horz" lIns="0" tIns="0" rIns="0" bIns="0" anchor="ctr"/>
          <a:lstStyle>
            <a:lvl1pPr marL="0" indent="0" algn="ctr">
              <a:buNone/>
              <a:defRPr sz="4500" b="1" i="0">
                <a:solidFill>
                  <a:schemeClr val="accent5"/>
                </a:solidFill>
                <a:latin typeface="Raleway" charset="0"/>
                <a:ea typeface="Raleway" charset="0"/>
                <a:cs typeface="Raleway" charset="0"/>
              </a:defRPr>
            </a:lvl1pPr>
          </a:lstStyle>
          <a:p>
            <a:pPr lvl="0"/>
            <a:r>
              <a:rPr lang="es-ES_tradnl" dirty="0"/>
              <a:t>1234</a:t>
            </a:r>
          </a:p>
        </p:txBody>
      </p:sp>
      <p:sp>
        <p:nvSpPr>
          <p:cNvPr id="37" name="Text Placeholder 2"/>
          <p:cNvSpPr>
            <a:spLocks noGrp="1"/>
          </p:cNvSpPr>
          <p:nvPr>
            <p:ph type="body" sz="quarter" idx="41" hasCustomPrompt="1"/>
          </p:nvPr>
        </p:nvSpPr>
        <p:spPr>
          <a:xfrm>
            <a:off x="8015844" y="3886200"/>
            <a:ext cx="3431445" cy="1302064"/>
          </a:xfrm>
          <a:prstGeom prst="rect">
            <a:avLst/>
          </a:prstGeom>
        </p:spPr>
        <p:txBody>
          <a:bodyPr lIns="0" tIns="0" rIns="0" bIns="0" anchor="t">
            <a:noAutofit/>
          </a:bodyPr>
          <a:lstStyle>
            <a:lvl1pPr marL="0" marR="0"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marL="0" marR="0" lvl="0" indent="0" algn="l" defTabSz="914126" rtl="0" eaLnBrk="1" fontAlgn="auto" latinLnBrk="0" hangingPunct="1">
              <a:lnSpc>
                <a:spcPct val="150000"/>
              </a:lnSpc>
              <a:spcBef>
                <a:spcPts val="1000"/>
              </a:spcBef>
              <a:spcAft>
                <a:spcPts val="0"/>
              </a:spcAft>
              <a:buClrTx/>
              <a:buSzTx/>
              <a:buFont typeface="Arial" panose="020B0604020202020204" pitchFamily="34" charset="0"/>
              <a:buNone/>
              <a:tabLst/>
              <a:defRPr/>
            </a:pPr>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purus.aecenas</a:t>
            </a:r>
            <a:r>
              <a:rPr lang="en-US" dirty="0"/>
              <a:t> </a:t>
            </a:r>
            <a:r>
              <a:rPr lang="en-US" dirty="0" err="1"/>
              <a:t>ut</a:t>
            </a:r>
            <a:r>
              <a:rPr lang="en-US" dirty="0"/>
              <a:t> lacus </a:t>
            </a:r>
            <a:r>
              <a:rPr lang="en-US" dirty="0" err="1"/>
              <a:t>nec</a:t>
            </a:r>
            <a:r>
              <a:rPr lang="en-US" dirty="0"/>
              <a:t>..</a:t>
            </a:r>
          </a:p>
        </p:txBody>
      </p:sp>
      <p:sp>
        <p:nvSpPr>
          <p:cNvPr id="38" name="Marcador de texto 7"/>
          <p:cNvSpPr>
            <a:spLocks noGrp="1"/>
          </p:cNvSpPr>
          <p:nvPr>
            <p:ph type="body" sz="quarter" idx="42" hasCustomPrompt="1"/>
          </p:nvPr>
        </p:nvSpPr>
        <p:spPr>
          <a:xfrm>
            <a:off x="6418882" y="4976205"/>
            <a:ext cx="1370808" cy="212059"/>
          </a:xfrm>
          <a:prstGeom prst="rect">
            <a:avLst/>
          </a:prstGeom>
          <a:noFill/>
        </p:spPr>
        <p:txBody>
          <a:bodyPr vert="horz" lIns="0" tIns="0" rIns="0" bIns="0" anchor="ctr"/>
          <a:lstStyle>
            <a:lvl1pPr marL="0" indent="0" algn="ctr">
              <a:buNone/>
              <a:defRPr sz="1000" b="1" i="0">
                <a:solidFill>
                  <a:schemeClr val="accent2"/>
                </a:solidFill>
                <a:latin typeface="Raleway" charset="0"/>
                <a:ea typeface="Raleway" charset="0"/>
                <a:cs typeface="Raleway" charset="0"/>
              </a:defRPr>
            </a:lvl1pPr>
          </a:lstStyle>
          <a:p>
            <a:pPr lvl="0"/>
            <a:r>
              <a:rPr lang="es-ES_tradnl" dirty="0"/>
              <a:t>YOUR TITLE HERE</a:t>
            </a:r>
          </a:p>
        </p:txBody>
      </p:sp>
      <p:sp>
        <p:nvSpPr>
          <p:cNvPr id="39" name="Marcador de texto 7"/>
          <p:cNvSpPr>
            <a:spLocks noGrp="1"/>
          </p:cNvSpPr>
          <p:nvPr>
            <p:ph type="body" sz="quarter" idx="43" hasCustomPrompt="1"/>
          </p:nvPr>
        </p:nvSpPr>
        <p:spPr>
          <a:xfrm>
            <a:off x="6418882" y="3886200"/>
            <a:ext cx="1370808" cy="943009"/>
          </a:xfrm>
          <a:prstGeom prst="rect">
            <a:avLst/>
          </a:prstGeom>
          <a:noFill/>
          <a:ln>
            <a:solidFill>
              <a:schemeClr val="tx1">
                <a:lumMod val="50000"/>
                <a:lumOff val="50000"/>
              </a:schemeClr>
            </a:solidFill>
          </a:ln>
        </p:spPr>
        <p:txBody>
          <a:bodyPr vert="horz" lIns="0" tIns="0" rIns="0" bIns="0" anchor="ctr"/>
          <a:lstStyle>
            <a:lvl1pPr marL="0" indent="0" algn="ctr">
              <a:buNone/>
              <a:defRPr sz="4500" b="1" i="0">
                <a:solidFill>
                  <a:schemeClr val="accent2"/>
                </a:solidFill>
                <a:latin typeface="Raleway" charset="0"/>
                <a:ea typeface="Raleway" charset="0"/>
                <a:cs typeface="Raleway" charset="0"/>
              </a:defRPr>
            </a:lvl1pPr>
          </a:lstStyle>
          <a:p>
            <a:pPr lvl="0"/>
            <a:r>
              <a:rPr lang="es-ES_tradnl" dirty="0"/>
              <a:t>1234</a:t>
            </a:r>
          </a:p>
        </p:txBody>
      </p:sp>
    </p:spTree>
    <p:extLst>
      <p:ext uri="{BB962C8B-B14F-4D97-AF65-F5344CB8AC3E}">
        <p14:creationId xmlns:p14="http://schemas.microsoft.com/office/powerpoint/2010/main" val="1853827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Unique title + logos / Right">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6570663" y="685802"/>
            <a:ext cx="5237162"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6570663" y="1104900"/>
            <a:ext cx="5237162"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6265864"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12" name="Picture Placeholder 2"/>
          <p:cNvSpPr>
            <a:spLocks noGrp="1"/>
          </p:cNvSpPr>
          <p:nvPr>
            <p:ph type="pic" sz="quarter" idx="13" hasCustomPrompt="1"/>
          </p:nvPr>
        </p:nvSpPr>
        <p:spPr>
          <a:xfrm>
            <a:off x="6581094" y="4343400"/>
            <a:ext cx="1370013" cy="914400"/>
          </a:xfrm>
          <a:prstGeom prst="rect">
            <a:avLst/>
          </a:prstGeom>
        </p:spPr>
        <p:txBody>
          <a:bodyPr anchor="ctr"/>
          <a:lstStyle>
            <a:lvl1pPr marL="0" indent="0" algn="ctr">
              <a:buNone/>
              <a:defRPr sz="1200" baseline="0"/>
            </a:lvl1pPr>
          </a:lstStyle>
          <a:p>
            <a:r>
              <a:rPr lang="en-US" dirty="0"/>
              <a:t>Drag your  logo here</a:t>
            </a:r>
          </a:p>
        </p:txBody>
      </p:sp>
      <p:sp>
        <p:nvSpPr>
          <p:cNvPr id="13" name="Picture Placeholder 2"/>
          <p:cNvSpPr>
            <a:spLocks noGrp="1"/>
          </p:cNvSpPr>
          <p:nvPr>
            <p:ph type="pic" sz="quarter" idx="14" hasCustomPrompt="1"/>
          </p:nvPr>
        </p:nvSpPr>
        <p:spPr>
          <a:xfrm>
            <a:off x="8409496" y="4343400"/>
            <a:ext cx="1370013" cy="914400"/>
          </a:xfrm>
          <a:prstGeom prst="rect">
            <a:avLst/>
          </a:prstGeom>
        </p:spPr>
        <p:txBody>
          <a:bodyPr anchor="ctr"/>
          <a:lstStyle>
            <a:lvl1pPr marL="0" indent="0" algn="ctr">
              <a:buNone/>
              <a:defRPr sz="1200" baseline="0"/>
            </a:lvl1pPr>
          </a:lstStyle>
          <a:p>
            <a:r>
              <a:rPr lang="en-US" dirty="0"/>
              <a:t>Drag your  logo here</a:t>
            </a:r>
          </a:p>
        </p:txBody>
      </p:sp>
      <p:sp>
        <p:nvSpPr>
          <p:cNvPr id="14" name="Picture Placeholder 2"/>
          <p:cNvSpPr>
            <a:spLocks noGrp="1"/>
          </p:cNvSpPr>
          <p:nvPr>
            <p:ph type="pic" sz="quarter" idx="15" hasCustomPrompt="1"/>
          </p:nvPr>
        </p:nvSpPr>
        <p:spPr>
          <a:xfrm>
            <a:off x="10248830" y="4343400"/>
            <a:ext cx="1370013" cy="914400"/>
          </a:xfrm>
          <a:prstGeom prst="rect">
            <a:avLst/>
          </a:prstGeom>
        </p:spPr>
        <p:txBody>
          <a:bodyPr anchor="ctr"/>
          <a:lstStyle>
            <a:lvl1pPr marL="0" indent="0" algn="ctr">
              <a:buNone/>
              <a:defRPr sz="1200" baseline="0"/>
            </a:lvl1pPr>
          </a:lstStyle>
          <a:p>
            <a:r>
              <a:rPr lang="en-US" dirty="0"/>
              <a:t>Drag your  logo here</a:t>
            </a:r>
          </a:p>
        </p:txBody>
      </p:sp>
    </p:spTree>
    <p:extLst>
      <p:ext uri="{BB962C8B-B14F-4D97-AF65-F5344CB8AC3E}">
        <p14:creationId xmlns:p14="http://schemas.microsoft.com/office/powerpoint/2010/main" val="880951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Unique title 2 / Left">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685802"/>
            <a:ext cx="5028407"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8407"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5" name="Text Placeholder 2"/>
          <p:cNvSpPr>
            <a:spLocks noGrp="1"/>
          </p:cNvSpPr>
          <p:nvPr>
            <p:ph type="body" sz="quarter" idx="13" hasCustomPrompt="1"/>
          </p:nvPr>
        </p:nvSpPr>
        <p:spPr>
          <a:xfrm>
            <a:off x="761205" y="2019300"/>
            <a:ext cx="5028407" cy="1866900"/>
          </a:xfrm>
          <a:prstGeom prst="rect">
            <a:avLst/>
          </a:prstGeom>
        </p:spPr>
        <p:txBody>
          <a:bodyPr lIns="0" tIns="0" rIns="0" bIns="0">
            <a:noAutofit/>
          </a:bodyPr>
          <a:lstStyle>
            <a:lvl1pPr marL="0" indent="0">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p>
        </p:txBody>
      </p:sp>
    </p:spTree>
    <p:extLst>
      <p:ext uri="{BB962C8B-B14F-4D97-AF65-F5344CB8AC3E}">
        <p14:creationId xmlns:p14="http://schemas.microsoft.com/office/powerpoint/2010/main" val="410547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Unique title + iphone / Left">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685802"/>
            <a:ext cx="5028407"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8407"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5" name="Text Placeholder 2"/>
          <p:cNvSpPr>
            <a:spLocks noGrp="1"/>
          </p:cNvSpPr>
          <p:nvPr>
            <p:ph type="body" sz="quarter" idx="13" hasCustomPrompt="1"/>
          </p:nvPr>
        </p:nvSpPr>
        <p:spPr>
          <a:xfrm>
            <a:off x="761205" y="2019300"/>
            <a:ext cx="5028407" cy="186690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p>
        </p:txBody>
      </p:sp>
      <p:pic>
        <p:nvPicPr>
          <p:cNvPr id="6" name="Picture 16"/>
          <p:cNvPicPr>
            <a:picLocks noChangeAspect="1"/>
          </p:cNvPicPr>
          <p:nvPr userDrawn="1"/>
        </p:nvPicPr>
        <p:blipFill rotWithShape="1">
          <a:blip r:embed="rId2">
            <a:extLst>
              <a:ext uri="{28A0092B-C50C-407E-A947-70E740481C1C}">
                <a14:useLocalDpi xmlns:a14="http://schemas.microsoft.com/office/drawing/2010/main" val="0"/>
              </a:ext>
            </a:extLst>
          </a:blip>
          <a:srcRect r="10258" b="12051"/>
          <a:stretch/>
        </p:blipFill>
        <p:spPr>
          <a:xfrm>
            <a:off x="7614158" y="1067373"/>
            <a:ext cx="4581698" cy="5108008"/>
          </a:xfrm>
          <a:prstGeom prst="rect">
            <a:avLst/>
          </a:prstGeom>
        </p:spPr>
      </p:pic>
      <p:sp>
        <p:nvSpPr>
          <p:cNvPr id="10" name="Picture Placeholder 2"/>
          <p:cNvSpPr>
            <a:spLocks noGrp="1"/>
          </p:cNvSpPr>
          <p:nvPr>
            <p:ph type="pic" sz="quarter" idx="14" hasCustomPrompt="1"/>
          </p:nvPr>
        </p:nvSpPr>
        <p:spPr>
          <a:xfrm>
            <a:off x="8260336" y="1562100"/>
            <a:ext cx="1713540" cy="3056199"/>
          </a:xfrm>
          <a:prstGeom prst="rect">
            <a:avLst/>
          </a:prstGeom>
        </p:spPr>
        <p:txBody>
          <a:bodyPr anchor="ctr"/>
          <a:lstStyle>
            <a:lvl1pPr marL="0" indent="0" algn="ctr">
              <a:buNone/>
              <a:defRPr sz="1500"/>
            </a:lvl1pPr>
          </a:lstStyle>
          <a:p>
            <a:r>
              <a:rPr lang="en-US" dirty="0"/>
              <a:t>Drag your picture here</a:t>
            </a:r>
          </a:p>
        </p:txBody>
      </p:sp>
    </p:spTree>
    <p:extLst>
      <p:ext uri="{BB962C8B-B14F-4D97-AF65-F5344CB8AC3E}">
        <p14:creationId xmlns:p14="http://schemas.microsoft.com/office/powerpoint/2010/main" val="413952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Unique title + android / Left">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685802"/>
            <a:ext cx="5028407"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8407"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5" name="Text Placeholder 2"/>
          <p:cNvSpPr>
            <a:spLocks noGrp="1"/>
          </p:cNvSpPr>
          <p:nvPr>
            <p:ph type="body" sz="quarter" idx="13" hasCustomPrompt="1"/>
          </p:nvPr>
        </p:nvSpPr>
        <p:spPr>
          <a:xfrm>
            <a:off x="761205" y="2019300"/>
            <a:ext cx="5028407" cy="186690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01051" y="1067373"/>
            <a:ext cx="4608558" cy="5108008"/>
          </a:xfrm>
          <a:prstGeom prst="rect">
            <a:avLst/>
          </a:prstGeom>
        </p:spPr>
      </p:pic>
      <p:sp>
        <p:nvSpPr>
          <p:cNvPr id="14" name="Picture Placeholder 13"/>
          <p:cNvSpPr>
            <a:spLocks noGrp="1"/>
          </p:cNvSpPr>
          <p:nvPr>
            <p:ph type="pic" sz="quarter" idx="14" hasCustomPrompt="1"/>
          </p:nvPr>
        </p:nvSpPr>
        <p:spPr>
          <a:xfrm>
            <a:off x="8029815" y="1562100"/>
            <a:ext cx="1944061" cy="3401786"/>
          </a:xfrm>
          <a:custGeom>
            <a:avLst/>
            <a:gdLst>
              <a:gd name="connsiteX0" fmla="*/ 0 w 1944061"/>
              <a:gd name="connsiteY0" fmla="*/ 0 h 3401786"/>
              <a:gd name="connsiteX1" fmla="*/ 1944061 w 1944061"/>
              <a:gd name="connsiteY1" fmla="*/ 0 h 3401786"/>
              <a:gd name="connsiteX2" fmla="*/ 1944061 w 1944061"/>
              <a:gd name="connsiteY2" fmla="*/ 3401786 h 3401786"/>
              <a:gd name="connsiteX3" fmla="*/ 0 w 1944061"/>
              <a:gd name="connsiteY3" fmla="*/ 3401786 h 3401786"/>
              <a:gd name="connsiteX4" fmla="*/ 0 w 1944061"/>
              <a:gd name="connsiteY4" fmla="*/ 2493560 h 3401786"/>
              <a:gd name="connsiteX5" fmla="*/ 17768 w 1944061"/>
              <a:gd name="connsiteY5" fmla="*/ 2455763 h 3401786"/>
              <a:gd name="connsiteX6" fmla="*/ 35193 w 1944061"/>
              <a:gd name="connsiteY6" fmla="*/ 2356104 h 3401786"/>
              <a:gd name="connsiteX7" fmla="*/ 17768 w 1944061"/>
              <a:gd name="connsiteY7" fmla="*/ 2256445 h 3401786"/>
              <a:gd name="connsiteX8" fmla="*/ 0 w 1944061"/>
              <a:gd name="connsiteY8" fmla="*/ 2218649 h 3401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44061" h="3401786">
                <a:moveTo>
                  <a:pt x="0" y="0"/>
                </a:moveTo>
                <a:lnTo>
                  <a:pt x="1944061" y="0"/>
                </a:lnTo>
                <a:lnTo>
                  <a:pt x="1944061" y="3401786"/>
                </a:lnTo>
                <a:lnTo>
                  <a:pt x="0" y="3401786"/>
                </a:lnTo>
                <a:lnTo>
                  <a:pt x="0" y="2493560"/>
                </a:lnTo>
                <a:lnTo>
                  <a:pt x="17768" y="2455763"/>
                </a:lnTo>
                <a:cubicBezTo>
                  <a:pt x="28988" y="2425132"/>
                  <a:pt x="35193" y="2391455"/>
                  <a:pt x="35193" y="2356104"/>
                </a:cubicBezTo>
                <a:cubicBezTo>
                  <a:pt x="35193" y="2320753"/>
                  <a:pt x="28988" y="2287076"/>
                  <a:pt x="17768" y="2256445"/>
                </a:cubicBezTo>
                <a:lnTo>
                  <a:pt x="0" y="2218649"/>
                </a:lnTo>
                <a:close/>
              </a:path>
            </a:pathLst>
          </a:custGeom>
        </p:spPr>
        <p:txBody>
          <a:bodyPr wrap="square" anchor="ctr">
            <a:noAutofit/>
          </a:bodyPr>
          <a:lstStyle>
            <a:lvl1pPr marL="0" indent="0" algn="ctr">
              <a:buNone/>
              <a:defRPr sz="1500"/>
            </a:lvl1pPr>
          </a:lstStyle>
          <a:p>
            <a:r>
              <a:rPr lang="en-US" dirty="0"/>
              <a:t>Drag your picture here</a:t>
            </a:r>
          </a:p>
        </p:txBody>
      </p:sp>
    </p:spTree>
    <p:extLst>
      <p:ext uri="{BB962C8B-B14F-4D97-AF65-F5344CB8AC3E}">
        <p14:creationId xmlns:p14="http://schemas.microsoft.com/office/powerpoint/2010/main" val="918134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Unique title 2 / Right">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6410325" y="685802"/>
            <a:ext cx="5397500"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6410325" y="1104900"/>
            <a:ext cx="5397500"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610552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5" name="Text Placeholder 2"/>
          <p:cNvSpPr>
            <a:spLocks noGrp="1"/>
          </p:cNvSpPr>
          <p:nvPr>
            <p:ph type="body" sz="quarter" idx="13" hasCustomPrompt="1"/>
          </p:nvPr>
        </p:nvSpPr>
        <p:spPr>
          <a:xfrm>
            <a:off x="6410325" y="2019300"/>
            <a:ext cx="5397500" cy="1866900"/>
          </a:xfrm>
          <a:prstGeom prst="rect">
            <a:avLst/>
          </a:prstGeom>
        </p:spPr>
        <p:txBody>
          <a:bodyPr lIns="0" tIns="0" rIns="0" bIns="0">
            <a:noAutofit/>
          </a:bodyPr>
          <a:lstStyle>
            <a:lvl1pPr marL="0" indent="0">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p>
        </p:txBody>
      </p:sp>
    </p:spTree>
    <p:extLst>
      <p:ext uri="{BB962C8B-B14F-4D97-AF65-F5344CB8AC3E}">
        <p14:creationId xmlns:p14="http://schemas.microsoft.com/office/powerpoint/2010/main" val="45606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Unique title + image / Right">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6410325" y="685802"/>
            <a:ext cx="5397500"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6410325" y="1104900"/>
            <a:ext cx="5397500"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610552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5" name="Text Placeholder 2"/>
          <p:cNvSpPr>
            <a:spLocks noGrp="1"/>
          </p:cNvSpPr>
          <p:nvPr>
            <p:ph type="body" sz="quarter" idx="13" hasCustomPrompt="1"/>
          </p:nvPr>
        </p:nvSpPr>
        <p:spPr>
          <a:xfrm>
            <a:off x="6410325" y="2019300"/>
            <a:ext cx="5397500" cy="1866900"/>
          </a:xfrm>
          <a:prstGeom prst="rect">
            <a:avLst/>
          </a:prstGeom>
        </p:spPr>
        <p:txBody>
          <a:bodyPr lIns="0" tIns="0" rIns="0" bIns="0">
            <a:noAutofit/>
          </a:bodyPr>
          <a:lstStyle>
            <a:lvl1pPr marL="0" indent="0">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p>
        </p:txBody>
      </p:sp>
      <p:sp>
        <p:nvSpPr>
          <p:cNvPr id="3" name="Picture Placeholder 2"/>
          <p:cNvSpPr>
            <a:spLocks noGrp="1"/>
          </p:cNvSpPr>
          <p:nvPr>
            <p:ph type="pic" sz="quarter" idx="14" hasCustomPrompt="1"/>
          </p:nvPr>
        </p:nvSpPr>
        <p:spPr>
          <a:xfrm>
            <a:off x="304800" y="685800"/>
            <a:ext cx="5484813" cy="5486400"/>
          </a:xfrm>
          <a:prstGeom prst="rect">
            <a:avLst/>
          </a:prstGeom>
        </p:spPr>
        <p:txBody>
          <a:bodyPr anchor="ctr"/>
          <a:lstStyle>
            <a:lvl1pPr marL="0" indent="0" algn="ctr">
              <a:buNone/>
              <a:defRPr sz="1500"/>
            </a:lvl1pPr>
          </a:lstStyle>
          <a:p>
            <a:r>
              <a:rPr lang="en-US" dirty="0"/>
              <a:t>Drag your picture here</a:t>
            </a:r>
          </a:p>
        </p:txBody>
      </p:sp>
    </p:spTree>
    <p:extLst>
      <p:ext uri="{BB962C8B-B14F-4D97-AF65-F5344CB8AC3E}">
        <p14:creationId xmlns:p14="http://schemas.microsoft.com/office/powerpoint/2010/main" val="1645374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Unique title + image / Left">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685802"/>
            <a:ext cx="5028407"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8407"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5" name="Text Placeholder 2"/>
          <p:cNvSpPr>
            <a:spLocks noGrp="1"/>
          </p:cNvSpPr>
          <p:nvPr>
            <p:ph type="body" sz="quarter" idx="13" hasCustomPrompt="1"/>
          </p:nvPr>
        </p:nvSpPr>
        <p:spPr>
          <a:xfrm>
            <a:off x="761205" y="2019300"/>
            <a:ext cx="5028407" cy="186690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p>
        </p:txBody>
      </p:sp>
      <p:sp>
        <p:nvSpPr>
          <p:cNvPr id="6" name="Picture Placeholder 2"/>
          <p:cNvSpPr>
            <a:spLocks noGrp="1"/>
          </p:cNvSpPr>
          <p:nvPr>
            <p:ph type="pic" sz="quarter" idx="14" hasCustomPrompt="1"/>
          </p:nvPr>
        </p:nvSpPr>
        <p:spPr>
          <a:xfrm>
            <a:off x="6410325" y="685800"/>
            <a:ext cx="5397500" cy="5486400"/>
          </a:xfrm>
          <a:prstGeom prst="rect">
            <a:avLst/>
          </a:prstGeom>
        </p:spPr>
        <p:txBody>
          <a:bodyPr anchor="ctr"/>
          <a:lstStyle>
            <a:lvl1pPr marL="0" indent="0" algn="ctr">
              <a:buNone/>
              <a:defRPr sz="1500"/>
            </a:lvl1pPr>
          </a:lstStyle>
          <a:p>
            <a:r>
              <a:rPr lang="en-US" dirty="0"/>
              <a:t>Drag your picture here</a:t>
            </a:r>
          </a:p>
        </p:txBody>
      </p:sp>
    </p:spTree>
    <p:extLst>
      <p:ext uri="{BB962C8B-B14F-4D97-AF65-F5344CB8AC3E}">
        <p14:creationId xmlns:p14="http://schemas.microsoft.com/office/powerpoint/2010/main" val="1306981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Unique title + map">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685802"/>
            <a:ext cx="5028407"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5028407"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6" name="Picture Placeholder 2"/>
          <p:cNvSpPr>
            <a:spLocks noGrp="1"/>
          </p:cNvSpPr>
          <p:nvPr>
            <p:ph type="pic" sz="quarter" idx="14" hasCustomPrompt="1"/>
          </p:nvPr>
        </p:nvSpPr>
        <p:spPr>
          <a:xfrm>
            <a:off x="6204853" y="1494181"/>
            <a:ext cx="4637315" cy="3869638"/>
          </a:xfrm>
          <a:prstGeom prst="rect">
            <a:avLst/>
          </a:prstGeom>
        </p:spPr>
        <p:txBody>
          <a:bodyPr anchor="ctr"/>
          <a:lstStyle>
            <a:lvl1pPr marL="0" indent="0" algn="ctr">
              <a:buNone/>
              <a:defRPr sz="1500"/>
            </a:lvl1pPr>
          </a:lstStyle>
          <a:p>
            <a:r>
              <a:rPr lang="en-US" dirty="0"/>
              <a:t>Drag your picture here</a:t>
            </a:r>
          </a:p>
        </p:txBody>
      </p:sp>
    </p:spTree>
    <p:extLst>
      <p:ext uri="{BB962C8B-B14F-4D97-AF65-F5344CB8AC3E}">
        <p14:creationId xmlns:p14="http://schemas.microsoft.com/office/powerpoint/2010/main" val="138179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with color text / Left">
    <p:spTree>
      <p:nvGrpSpPr>
        <p:cNvPr id="1" name=""/>
        <p:cNvGrpSpPr/>
        <p:nvPr/>
      </p:nvGrpSpPr>
      <p:grpSpPr>
        <a:xfrm>
          <a:off x="0" y="0"/>
          <a:ext cx="0" cy="0"/>
          <a:chOff x="0" y="0"/>
          <a:chExt cx="0" cy="0"/>
        </a:xfrm>
      </p:grpSpPr>
      <p:sp>
        <p:nvSpPr>
          <p:cNvPr id="6" name="Rectangle 5"/>
          <p:cNvSpPr/>
          <p:nvPr userDrawn="1"/>
        </p:nvSpPr>
        <p:spPr>
          <a:xfrm>
            <a:off x="793" y="1"/>
            <a:ext cx="609441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arcador de texto 7"/>
          <p:cNvSpPr>
            <a:spLocks noGrp="1"/>
          </p:cNvSpPr>
          <p:nvPr>
            <p:ph type="body" sz="quarter" idx="11" hasCustomPrompt="1"/>
          </p:nvPr>
        </p:nvSpPr>
        <p:spPr>
          <a:xfrm>
            <a:off x="761205" y="685802"/>
            <a:ext cx="4572795" cy="419098"/>
          </a:xfrm>
          <a:prstGeom prst="rect">
            <a:avLst/>
          </a:prstGeom>
          <a:noFill/>
        </p:spPr>
        <p:txBody>
          <a:bodyPr vert="horz" lIns="0" tIns="0" rIns="0" bIns="0" anchor="ctr"/>
          <a:lstStyle>
            <a:lvl1pPr marL="0" indent="0" algn="l">
              <a:buNone/>
              <a:defRPr sz="1500" b="1" i="0">
                <a:solidFill>
                  <a:schemeClr val="bg1"/>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4572795" cy="1828800"/>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a:t>
            </a:r>
          </a:p>
          <a:p>
            <a:pPr lvl="0"/>
            <a:r>
              <a:rPr lang="es-ES_tradnl" dirty="0"/>
              <a:t>HERE</a:t>
            </a:r>
          </a:p>
        </p:txBody>
      </p:sp>
      <p:sp>
        <p:nvSpPr>
          <p:cNvPr id="9" name="Rectángulo redondeado 4"/>
          <p:cNvSpPr/>
          <p:nvPr userDrawn="1"/>
        </p:nvSpPr>
        <p:spPr>
          <a:xfrm>
            <a:off x="456406" y="800100"/>
            <a:ext cx="152399" cy="190499"/>
          </a:xfrm>
          <a:prstGeom prst="round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3" name="Text Placeholder 2"/>
          <p:cNvSpPr>
            <a:spLocks noGrp="1"/>
          </p:cNvSpPr>
          <p:nvPr>
            <p:ph type="body" sz="quarter" idx="13" hasCustomPrompt="1"/>
          </p:nvPr>
        </p:nvSpPr>
        <p:spPr>
          <a:xfrm>
            <a:off x="761205" y="2933700"/>
            <a:ext cx="4573517" cy="3238500"/>
          </a:xfrm>
          <a:prstGeom prst="rect">
            <a:avLst/>
          </a:prstGeom>
        </p:spPr>
        <p:txBody>
          <a:bodyPr lIns="0" tIns="0" rIns="0" bIns="0">
            <a:noAutofit/>
          </a:bodyPr>
          <a:lstStyle>
            <a:lvl1pPr marL="0" indent="0">
              <a:lnSpc>
                <a:spcPct val="150000"/>
              </a:lnSpc>
              <a:buNone/>
              <a:defRPr sz="1200" baseline="0">
                <a:ln>
                  <a:noFill/>
                </a:ln>
                <a:solidFill>
                  <a:schemeClr val="accent2">
                    <a:lumMod val="20000"/>
                    <a:lumOff val="8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p>
        </p:txBody>
      </p:sp>
      <p:sp>
        <p:nvSpPr>
          <p:cNvPr id="10" name="Rectangle 9"/>
          <p:cNvSpPr/>
          <p:nvPr userDrawn="1"/>
        </p:nvSpPr>
        <p:spPr>
          <a:xfrm>
            <a:off x="6094412" y="1"/>
            <a:ext cx="609441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3887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with color text with image">
    <p:spTree>
      <p:nvGrpSpPr>
        <p:cNvPr id="1" name=""/>
        <p:cNvGrpSpPr/>
        <p:nvPr/>
      </p:nvGrpSpPr>
      <p:grpSpPr>
        <a:xfrm>
          <a:off x="0" y="0"/>
          <a:ext cx="0" cy="0"/>
          <a:chOff x="0" y="0"/>
          <a:chExt cx="0" cy="0"/>
        </a:xfrm>
      </p:grpSpPr>
      <p:sp>
        <p:nvSpPr>
          <p:cNvPr id="6" name="Rectangle 5"/>
          <p:cNvSpPr/>
          <p:nvPr userDrawn="1"/>
        </p:nvSpPr>
        <p:spPr>
          <a:xfrm>
            <a:off x="793" y="1"/>
            <a:ext cx="6094413"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arcador de texto 7"/>
          <p:cNvSpPr>
            <a:spLocks noGrp="1"/>
          </p:cNvSpPr>
          <p:nvPr>
            <p:ph type="body" sz="quarter" idx="11" hasCustomPrompt="1"/>
          </p:nvPr>
        </p:nvSpPr>
        <p:spPr>
          <a:xfrm>
            <a:off x="761205" y="685802"/>
            <a:ext cx="4572795" cy="419098"/>
          </a:xfrm>
          <a:prstGeom prst="rect">
            <a:avLst/>
          </a:prstGeom>
          <a:noFill/>
        </p:spPr>
        <p:txBody>
          <a:bodyPr vert="horz" lIns="0" tIns="0" rIns="0" bIns="0" anchor="ctr"/>
          <a:lstStyle>
            <a:lvl1pPr marL="0" indent="0" algn="l">
              <a:buNone/>
              <a:defRPr sz="1500" b="1" i="0">
                <a:solidFill>
                  <a:schemeClr val="bg1"/>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4572795" cy="1828800"/>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a:t>
            </a:r>
          </a:p>
          <a:p>
            <a:pPr lvl="0"/>
            <a:r>
              <a:rPr lang="es-ES_tradnl" dirty="0"/>
              <a:t>HERE</a:t>
            </a:r>
          </a:p>
        </p:txBody>
      </p:sp>
      <p:sp>
        <p:nvSpPr>
          <p:cNvPr id="9" name="Rectángulo redondeado 4"/>
          <p:cNvSpPr/>
          <p:nvPr userDrawn="1"/>
        </p:nvSpPr>
        <p:spPr>
          <a:xfrm>
            <a:off x="456406" y="800100"/>
            <a:ext cx="152399" cy="190499"/>
          </a:xfrm>
          <a:prstGeom prst="roundRect">
            <a:avLst>
              <a:gd name="adj"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3" name="Text Placeholder 2"/>
          <p:cNvSpPr>
            <a:spLocks noGrp="1"/>
          </p:cNvSpPr>
          <p:nvPr>
            <p:ph type="body" sz="quarter" idx="13" hasCustomPrompt="1"/>
          </p:nvPr>
        </p:nvSpPr>
        <p:spPr>
          <a:xfrm>
            <a:off x="761205" y="2933700"/>
            <a:ext cx="4573517" cy="3238500"/>
          </a:xfrm>
          <a:prstGeom prst="rect">
            <a:avLst/>
          </a:prstGeom>
        </p:spPr>
        <p:txBody>
          <a:bodyPr lIns="0" tIns="0" rIns="0" bIns="0">
            <a:noAutofit/>
          </a:bodyPr>
          <a:lstStyle>
            <a:lvl1pPr marL="0" indent="0">
              <a:lnSpc>
                <a:spcPct val="150000"/>
              </a:lnSpc>
              <a:buNone/>
              <a:defRPr sz="1200" baseline="0">
                <a:ln>
                  <a:noFill/>
                </a:ln>
                <a:solidFill>
                  <a:schemeClr val="accent2">
                    <a:lumMod val="20000"/>
                    <a:lumOff val="8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p>
        </p:txBody>
      </p:sp>
      <p:sp>
        <p:nvSpPr>
          <p:cNvPr id="10" name="Rectangle 9"/>
          <p:cNvSpPr/>
          <p:nvPr userDrawn="1"/>
        </p:nvSpPr>
        <p:spPr>
          <a:xfrm>
            <a:off x="6094412" y="800099"/>
            <a:ext cx="6094413" cy="60579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2"/>
          <p:cNvSpPr>
            <a:spLocks noGrp="1"/>
          </p:cNvSpPr>
          <p:nvPr>
            <p:ph type="pic" sz="quarter" idx="14" hasCustomPrompt="1"/>
          </p:nvPr>
        </p:nvSpPr>
        <p:spPr>
          <a:xfrm>
            <a:off x="7497872" y="1757779"/>
            <a:ext cx="3288286" cy="3342446"/>
          </a:xfrm>
          <a:prstGeom prst="rect">
            <a:avLst/>
          </a:prstGeom>
        </p:spPr>
        <p:txBody>
          <a:bodyPr anchor="ctr"/>
          <a:lstStyle>
            <a:lvl1pPr marL="0" indent="0" algn="ctr">
              <a:buNone/>
              <a:defRPr sz="1500"/>
            </a:lvl1pPr>
          </a:lstStyle>
          <a:p>
            <a:r>
              <a:rPr lang="en-US" dirty="0"/>
              <a:t>Drag your picture here</a:t>
            </a:r>
          </a:p>
        </p:txBody>
      </p:sp>
    </p:spTree>
    <p:extLst>
      <p:ext uri="{BB962C8B-B14F-4D97-AF65-F5344CB8AC3E}">
        <p14:creationId xmlns:p14="http://schemas.microsoft.com/office/powerpoint/2010/main" val="1194564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with wide color text / Left">
    <p:spTree>
      <p:nvGrpSpPr>
        <p:cNvPr id="1" name=""/>
        <p:cNvGrpSpPr/>
        <p:nvPr/>
      </p:nvGrpSpPr>
      <p:grpSpPr>
        <a:xfrm>
          <a:off x="0" y="0"/>
          <a:ext cx="0" cy="0"/>
          <a:chOff x="0" y="0"/>
          <a:chExt cx="0" cy="0"/>
        </a:xfrm>
      </p:grpSpPr>
      <p:sp>
        <p:nvSpPr>
          <p:cNvPr id="6" name="Rectangle 5"/>
          <p:cNvSpPr/>
          <p:nvPr userDrawn="1"/>
        </p:nvSpPr>
        <p:spPr>
          <a:xfrm>
            <a:off x="793" y="1"/>
            <a:ext cx="783987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Marcador de texto 7"/>
          <p:cNvSpPr>
            <a:spLocks noGrp="1"/>
          </p:cNvSpPr>
          <p:nvPr>
            <p:ph type="body" sz="quarter" idx="11" hasCustomPrompt="1"/>
          </p:nvPr>
        </p:nvSpPr>
        <p:spPr>
          <a:xfrm>
            <a:off x="761205" y="685802"/>
            <a:ext cx="4572795" cy="419098"/>
          </a:xfrm>
          <a:prstGeom prst="rect">
            <a:avLst/>
          </a:prstGeom>
          <a:noFill/>
        </p:spPr>
        <p:txBody>
          <a:bodyPr vert="horz" lIns="0" tIns="0" rIns="0" bIns="0" anchor="ctr"/>
          <a:lstStyle>
            <a:lvl1pPr marL="0" indent="0" algn="l">
              <a:buNone/>
              <a:defRPr sz="1500" b="1" i="0">
                <a:solidFill>
                  <a:schemeClr val="accent2">
                    <a:lumMod val="50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6444458" cy="1828800"/>
          </a:xfrm>
          <a:prstGeom prst="rect">
            <a:avLst/>
          </a:prstGeom>
          <a:noFill/>
        </p:spPr>
        <p:txBody>
          <a:bodyPr vert="horz" wrap="none" lIns="0" tIns="91440" rIns="0" bIns="0" anchor="t" anchorCtr="0">
            <a:noAutofit/>
          </a:bodyPr>
          <a:lstStyle>
            <a:lvl1pPr marL="0" indent="0" algn="l">
              <a:buNone/>
              <a:defRPr sz="3000" b="1" i="0">
                <a:solidFill>
                  <a:schemeClr val="accent2">
                    <a:lumMod val="50000"/>
                  </a:schemeClr>
                </a:solidFill>
                <a:latin typeface="Raleway" charset="0"/>
                <a:ea typeface="Raleway" charset="0"/>
                <a:cs typeface="Raleway" charset="0"/>
              </a:defRPr>
            </a:lvl1pPr>
          </a:lstStyle>
          <a:p>
            <a:pPr lvl="0"/>
            <a:r>
              <a:rPr lang="es-ES_tradnl" dirty="0"/>
              <a:t>PUT YOUR </a:t>
            </a:r>
          </a:p>
          <a:p>
            <a:pPr lvl="0"/>
            <a:r>
              <a:rPr lang="es-ES_tradnl" dirty="0"/>
              <a:t>BIG TITLE </a:t>
            </a:r>
          </a:p>
          <a:p>
            <a:pPr lvl="0"/>
            <a:r>
              <a:rPr lang="es-ES_tradnl" dirty="0"/>
              <a:t>HERE</a:t>
            </a:r>
          </a:p>
        </p:txBody>
      </p:sp>
      <p:sp>
        <p:nvSpPr>
          <p:cNvPr id="9" name="Rectángulo redondeado 4"/>
          <p:cNvSpPr/>
          <p:nvPr userDrawn="1"/>
        </p:nvSpPr>
        <p:spPr>
          <a:xfrm>
            <a:off x="456406" y="800100"/>
            <a:ext cx="152399" cy="190499"/>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3" name="Text Placeholder 2"/>
          <p:cNvSpPr>
            <a:spLocks noGrp="1"/>
          </p:cNvSpPr>
          <p:nvPr>
            <p:ph type="body" sz="quarter" idx="13" hasCustomPrompt="1"/>
          </p:nvPr>
        </p:nvSpPr>
        <p:spPr>
          <a:xfrm>
            <a:off x="761205" y="2933700"/>
            <a:ext cx="6444458" cy="1409700"/>
          </a:xfrm>
          <a:prstGeom prst="rect">
            <a:avLst/>
          </a:prstGeom>
        </p:spPr>
        <p:txBody>
          <a:bodyPr lIns="0" tIns="0" rIns="0" bIns="0">
            <a:noAutofit/>
          </a:bodyPr>
          <a:lstStyle>
            <a:lvl1pPr marL="0" indent="0">
              <a:lnSpc>
                <a:spcPct val="150000"/>
              </a:lnSpc>
              <a:buNone/>
              <a:defRPr sz="1200" baseline="0">
                <a:ln>
                  <a:noFill/>
                </a:ln>
                <a:solidFill>
                  <a:schemeClr val="accent2">
                    <a:lumMod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p>
        </p:txBody>
      </p:sp>
      <p:sp>
        <p:nvSpPr>
          <p:cNvPr id="10" name="Rectangle 9"/>
          <p:cNvSpPr/>
          <p:nvPr userDrawn="1"/>
        </p:nvSpPr>
        <p:spPr>
          <a:xfrm>
            <a:off x="7840663" y="800099"/>
            <a:ext cx="4348161" cy="60579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24886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with color text / Right">
    <p:spTree>
      <p:nvGrpSpPr>
        <p:cNvPr id="1" name=""/>
        <p:cNvGrpSpPr/>
        <p:nvPr/>
      </p:nvGrpSpPr>
      <p:grpSpPr>
        <a:xfrm>
          <a:off x="0" y="0"/>
          <a:ext cx="0" cy="0"/>
          <a:chOff x="0" y="0"/>
          <a:chExt cx="0" cy="0"/>
        </a:xfrm>
      </p:grpSpPr>
      <p:sp>
        <p:nvSpPr>
          <p:cNvPr id="6" name="Rectangle 5"/>
          <p:cNvSpPr/>
          <p:nvPr userDrawn="1"/>
        </p:nvSpPr>
        <p:spPr>
          <a:xfrm>
            <a:off x="6094413" y="1"/>
            <a:ext cx="6094413"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ángulo redondeado 4"/>
          <p:cNvSpPr/>
          <p:nvPr userDrawn="1"/>
        </p:nvSpPr>
        <p:spPr>
          <a:xfrm>
            <a:off x="6734167" y="800100"/>
            <a:ext cx="152399" cy="190499"/>
          </a:xfrm>
          <a:prstGeom prst="roundRect">
            <a:avLst>
              <a:gd name="adj"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solidFill>
                <a:schemeClr val="accent4"/>
              </a:solidFill>
            </a:endParaRPr>
          </a:p>
        </p:txBody>
      </p:sp>
      <p:sp>
        <p:nvSpPr>
          <p:cNvPr id="16" name="Marcador de texto 7"/>
          <p:cNvSpPr>
            <a:spLocks noGrp="1"/>
          </p:cNvSpPr>
          <p:nvPr>
            <p:ph type="body" sz="quarter" idx="11" hasCustomPrompt="1"/>
          </p:nvPr>
        </p:nvSpPr>
        <p:spPr>
          <a:xfrm>
            <a:off x="7038968" y="685802"/>
            <a:ext cx="4290745" cy="419098"/>
          </a:xfrm>
          <a:prstGeom prst="rect">
            <a:avLst/>
          </a:prstGeom>
          <a:noFill/>
        </p:spPr>
        <p:txBody>
          <a:bodyPr vert="horz" lIns="0" tIns="0" rIns="0" bIns="0" anchor="ctr"/>
          <a:lstStyle>
            <a:lvl1pPr marL="0" indent="0" algn="l">
              <a:buNone/>
              <a:defRPr sz="1500" b="1" i="0">
                <a:solidFill>
                  <a:schemeClr val="accent4"/>
                </a:solidFill>
                <a:latin typeface="Raleway" charset="0"/>
                <a:ea typeface="Raleway" charset="0"/>
                <a:cs typeface="Raleway" charset="0"/>
              </a:defRPr>
            </a:lvl1pPr>
          </a:lstStyle>
          <a:p>
            <a:pPr lvl="0"/>
            <a:r>
              <a:rPr lang="es-ES_tradnl" dirty="0"/>
              <a:t>YOUR TITLE HERE</a:t>
            </a:r>
          </a:p>
        </p:txBody>
      </p:sp>
      <p:sp>
        <p:nvSpPr>
          <p:cNvPr id="17" name="Marcador de texto 7"/>
          <p:cNvSpPr>
            <a:spLocks noGrp="1"/>
          </p:cNvSpPr>
          <p:nvPr>
            <p:ph type="body" sz="quarter" idx="12" hasCustomPrompt="1"/>
          </p:nvPr>
        </p:nvSpPr>
        <p:spPr>
          <a:xfrm>
            <a:off x="7051683" y="1104900"/>
            <a:ext cx="4279892" cy="1828800"/>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a:t>
            </a:r>
          </a:p>
          <a:p>
            <a:pPr lvl="0"/>
            <a:r>
              <a:rPr lang="es-ES_tradnl" dirty="0"/>
              <a:t>HERE</a:t>
            </a:r>
          </a:p>
        </p:txBody>
      </p:sp>
      <p:sp>
        <p:nvSpPr>
          <p:cNvPr id="18" name="Text Placeholder 2"/>
          <p:cNvSpPr>
            <a:spLocks noGrp="1"/>
          </p:cNvSpPr>
          <p:nvPr>
            <p:ph type="body" sz="quarter" idx="13" hasCustomPrompt="1"/>
          </p:nvPr>
        </p:nvSpPr>
        <p:spPr>
          <a:xfrm>
            <a:off x="7051683" y="2933700"/>
            <a:ext cx="4279892" cy="3238500"/>
          </a:xfrm>
          <a:prstGeom prst="rect">
            <a:avLst/>
          </a:prstGeom>
        </p:spPr>
        <p:txBody>
          <a:bodyPr lIns="0" tIns="0" rIns="0" bIns="0">
            <a:noAutofit/>
          </a:bodyPr>
          <a:lstStyle>
            <a:lvl1pPr marL="0" indent="0">
              <a:lnSpc>
                <a:spcPct val="150000"/>
              </a:lnSpc>
              <a:buNone/>
              <a:defRPr sz="1200" baseline="0">
                <a:ln>
                  <a:noFill/>
                </a:ln>
                <a:solidFill>
                  <a:schemeClr val="accent5">
                    <a:lumMod val="20000"/>
                    <a:lumOff val="8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p>
        </p:txBody>
      </p:sp>
      <p:sp>
        <p:nvSpPr>
          <p:cNvPr id="7" name="Rectangle 6"/>
          <p:cNvSpPr/>
          <p:nvPr userDrawn="1"/>
        </p:nvSpPr>
        <p:spPr>
          <a:xfrm>
            <a:off x="0" y="1"/>
            <a:ext cx="609441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2955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with color text + image / Right">
    <p:spTree>
      <p:nvGrpSpPr>
        <p:cNvPr id="1" name=""/>
        <p:cNvGrpSpPr/>
        <p:nvPr/>
      </p:nvGrpSpPr>
      <p:grpSpPr>
        <a:xfrm>
          <a:off x="0" y="0"/>
          <a:ext cx="0" cy="0"/>
          <a:chOff x="0" y="0"/>
          <a:chExt cx="0" cy="0"/>
        </a:xfrm>
      </p:grpSpPr>
      <p:sp>
        <p:nvSpPr>
          <p:cNvPr id="6" name="Rectangle 5"/>
          <p:cNvSpPr/>
          <p:nvPr userDrawn="1"/>
        </p:nvSpPr>
        <p:spPr>
          <a:xfrm>
            <a:off x="6094413" y="1"/>
            <a:ext cx="6094413"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ángulo redondeado 4"/>
          <p:cNvSpPr/>
          <p:nvPr userDrawn="1"/>
        </p:nvSpPr>
        <p:spPr>
          <a:xfrm>
            <a:off x="6734167" y="800100"/>
            <a:ext cx="152399" cy="190499"/>
          </a:xfrm>
          <a:prstGeom prst="roundRect">
            <a:avLst>
              <a:gd name="adj"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solidFill>
                <a:schemeClr val="accent4"/>
              </a:solidFill>
            </a:endParaRPr>
          </a:p>
        </p:txBody>
      </p:sp>
      <p:sp>
        <p:nvSpPr>
          <p:cNvPr id="16" name="Marcador de texto 7"/>
          <p:cNvSpPr>
            <a:spLocks noGrp="1"/>
          </p:cNvSpPr>
          <p:nvPr>
            <p:ph type="body" sz="quarter" idx="11" hasCustomPrompt="1"/>
          </p:nvPr>
        </p:nvSpPr>
        <p:spPr>
          <a:xfrm>
            <a:off x="7038968" y="685802"/>
            <a:ext cx="4290745" cy="419098"/>
          </a:xfrm>
          <a:prstGeom prst="rect">
            <a:avLst/>
          </a:prstGeom>
          <a:noFill/>
        </p:spPr>
        <p:txBody>
          <a:bodyPr vert="horz" lIns="0" tIns="0" rIns="0" bIns="0" anchor="ctr"/>
          <a:lstStyle>
            <a:lvl1pPr marL="0" indent="0" algn="l">
              <a:buNone/>
              <a:defRPr sz="1500" b="1" i="0">
                <a:solidFill>
                  <a:schemeClr val="accent4"/>
                </a:solidFill>
                <a:latin typeface="Raleway" charset="0"/>
                <a:ea typeface="Raleway" charset="0"/>
                <a:cs typeface="Raleway" charset="0"/>
              </a:defRPr>
            </a:lvl1pPr>
          </a:lstStyle>
          <a:p>
            <a:pPr lvl="0"/>
            <a:r>
              <a:rPr lang="es-ES_tradnl" dirty="0"/>
              <a:t>YOUR TITLE HERE</a:t>
            </a:r>
          </a:p>
        </p:txBody>
      </p:sp>
      <p:sp>
        <p:nvSpPr>
          <p:cNvPr id="17" name="Marcador de texto 7"/>
          <p:cNvSpPr>
            <a:spLocks noGrp="1"/>
          </p:cNvSpPr>
          <p:nvPr>
            <p:ph type="body" sz="quarter" idx="12" hasCustomPrompt="1"/>
          </p:nvPr>
        </p:nvSpPr>
        <p:spPr>
          <a:xfrm>
            <a:off x="7051683" y="1104900"/>
            <a:ext cx="4279892" cy="1828800"/>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a:t>
            </a:r>
          </a:p>
          <a:p>
            <a:pPr lvl="0"/>
            <a:r>
              <a:rPr lang="es-ES_tradnl" dirty="0"/>
              <a:t>HERE</a:t>
            </a:r>
          </a:p>
        </p:txBody>
      </p:sp>
      <p:sp>
        <p:nvSpPr>
          <p:cNvPr id="18" name="Text Placeholder 2"/>
          <p:cNvSpPr>
            <a:spLocks noGrp="1"/>
          </p:cNvSpPr>
          <p:nvPr>
            <p:ph type="body" sz="quarter" idx="13" hasCustomPrompt="1"/>
          </p:nvPr>
        </p:nvSpPr>
        <p:spPr>
          <a:xfrm>
            <a:off x="7051683" y="2933700"/>
            <a:ext cx="4279892" cy="3238500"/>
          </a:xfrm>
          <a:prstGeom prst="rect">
            <a:avLst/>
          </a:prstGeom>
        </p:spPr>
        <p:txBody>
          <a:bodyPr lIns="0" tIns="0" rIns="0" bIns="0">
            <a:noAutofit/>
          </a:bodyPr>
          <a:lstStyle>
            <a:lvl1pPr marL="0" indent="0">
              <a:lnSpc>
                <a:spcPct val="150000"/>
              </a:lnSpc>
              <a:buNone/>
              <a:defRPr sz="1200" baseline="0">
                <a:ln>
                  <a:noFill/>
                </a:ln>
                <a:solidFill>
                  <a:schemeClr val="accent5">
                    <a:lumMod val="20000"/>
                    <a:lumOff val="8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p>
        </p:txBody>
      </p:sp>
      <p:sp>
        <p:nvSpPr>
          <p:cNvPr id="7" name="Rectangle 6"/>
          <p:cNvSpPr/>
          <p:nvPr userDrawn="1"/>
        </p:nvSpPr>
        <p:spPr>
          <a:xfrm>
            <a:off x="0" y="1"/>
            <a:ext cx="609441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Picture Placeholder 2"/>
          <p:cNvSpPr>
            <a:spLocks noGrp="1"/>
          </p:cNvSpPr>
          <p:nvPr>
            <p:ph type="pic" sz="quarter" idx="14" hasCustomPrompt="1"/>
          </p:nvPr>
        </p:nvSpPr>
        <p:spPr>
          <a:xfrm>
            <a:off x="1403063" y="1757779"/>
            <a:ext cx="3288286" cy="3342446"/>
          </a:xfrm>
          <a:prstGeom prst="rect">
            <a:avLst/>
          </a:prstGeom>
        </p:spPr>
        <p:txBody>
          <a:bodyPr anchor="ctr"/>
          <a:lstStyle>
            <a:lvl1pPr marL="0" indent="0" algn="ctr">
              <a:buNone/>
              <a:defRPr sz="1500"/>
            </a:lvl1pPr>
          </a:lstStyle>
          <a:p>
            <a:r>
              <a:rPr lang="en-US" dirty="0"/>
              <a:t>Drag your picture here</a:t>
            </a:r>
          </a:p>
        </p:txBody>
      </p:sp>
    </p:spTree>
    <p:extLst>
      <p:ext uri="{BB962C8B-B14F-4D97-AF65-F5344CB8AC3E}">
        <p14:creationId xmlns:p14="http://schemas.microsoft.com/office/powerpoint/2010/main" val="9506684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itle with wide color text / Right">
    <p:spTree>
      <p:nvGrpSpPr>
        <p:cNvPr id="1" name=""/>
        <p:cNvGrpSpPr/>
        <p:nvPr/>
      </p:nvGrpSpPr>
      <p:grpSpPr>
        <a:xfrm>
          <a:off x="0" y="0"/>
          <a:ext cx="0" cy="0"/>
          <a:chOff x="0" y="0"/>
          <a:chExt cx="0" cy="0"/>
        </a:xfrm>
      </p:grpSpPr>
      <p:sp>
        <p:nvSpPr>
          <p:cNvPr id="7" name="Rectangle 6"/>
          <p:cNvSpPr/>
          <p:nvPr userDrawn="1"/>
        </p:nvSpPr>
        <p:spPr>
          <a:xfrm>
            <a:off x="4267200" y="1"/>
            <a:ext cx="792162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Marcador de texto 7"/>
          <p:cNvSpPr>
            <a:spLocks noGrp="1"/>
          </p:cNvSpPr>
          <p:nvPr>
            <p:ph type="body" sz="quarter" idx="11" hasCustomPrompt="1"/>
          </p:nvPr>
        </p:nvSpPr>
        <p:spPr>
          <a:xfrm>
            <a:off x="5191443" y="685802"/>
            <a:ext cx="4572795" cy="419098"/>
          </a:xfrm>
          <a:prstGeom prst="rect">
            <a:avLst/>
          </a:prstGeom>
          <a:noFill/>
        </p:spPr>
        <p:txBody>
          <a:bodyPr vert="horz" lIns="0" tIns="0" rIns="0" bIns="0" anchor="ctr"/>
          <a:lstStyle>
            <a:lvl1pPr marL="0" indent="0" algn="l">
              <a:buNone/>
              <a:defRPr sz="1500" b="1" i="0">
                <a:solidFill>
                  <a:schemeClr val="accent2">
                    <a:lumMod val="50000"/>
                  </a:schemeClr>
                </a:solidFill>
                <a:latin typeface="Raleway" charset="0"/>
                <a:ea typeface="Raleway" charset="0"/>
                <a:cs typeface="Raleway" charset="0"/>
              </a:defRPr>
            </a:lvl1pPr>
          </a:lstStyle>
          <a:p>
            <a:pPr lvl="0"/>
            <a:r>
              <a:rPr lang="es-ES_tradnl" dirty="0"/>
              <a:t>YOUR TITLE HERE</a:t>
            </a:r>
          </a:p>
        </p:txBody>
      </p:sp>
      <p:sp>
        <p:nvSpPr>
          <p:cNvPr id="14" name="Marcador de texto 7"/>
          <p:cNvSpPr>
            <a:spLocks noGrp="1"/>
          </p:cNvSpPr>
          <p:nvPr>
            <p:ph type="body" sz="quarter" idx="12" hasCustomPrompt="1"/>
          </p:nvPr>
        </p:nvSpPr>
        <p:spPr>
          <a:xfrm>
            <a:off x="5191443" y="1104900"/>
            <a:ext cx="6444458" cy="1828800"/>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a:t>
            </a:r>
          </a:p>
          <a:p>
            <a:pPr lvl="0"/>
            <a:r>
              <a:rPr lang="es-ES_tradnl" dirty="0"/>
              <a:t>HERE</a:t>
            </a:r>
          </a:p>
        </p:txBody>
      </p:sp>
      <p:sp>
        <p:nvSpPr>
          <p:cNvPr id="15" name="Rectángulo redondeado 4"/>
          <p:cNvSpPr/>
          <p:nvPr userDrawn="1"/>
        </p:nvSpPr>
        <p:spPr>
          <a:xfrm>
            <a:off x="4886644" y="800100"/>
            <a:ext cx="152399" cy="190499"/>
          </a:xfrm>
          <a:prstGeom prst="roundRect">
            <a:avLst>
              <a:gd name="adj" fmla="val 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19" name="Text Placeholder 2"/>
          <p:cNvSpPr>
            <a:spLocks noGrp="1"/>
          </p:cNvSpPr>
          <p:nvPr>
            <p:ph type="body" sz="quarter" idx="13" hasCustomPrompt="1"/>
          </p:nvPr>
        </p:nvSpPr>
        <p:spPr>
          <a:xfrm>
            <a:off x="5191443" y="2933700"/>
            <a:ext cx="6444458" cy="1409700"/>
          </a:xfrm>
          <a:prstGeom prst="rect">
            <a:avLst/>
          </a:prstGeom>
        </p:spPr>
        <p:txBody>
          <a:bodyPr lIns="0" tIns="0" rIns="0" bIns="0">
            <a:noAutofit/>
          </a:bodyPr>
          <a:lstStyle>
            <a:lvl1pPr marL="0" indent="0">
              <a:lnSpc>
                <a:spcPct val="150000"/>
              </a:lnSpc>
              <a:buNone/>
              <a:defRPr sz="1200" baseline="0">
                <a:ln>
                  <a:noFill/>
                </a:ln>
                <a:solidFill>
                  <a:schemeClr val="bg1"/>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p>
        </p:txBody>
      </p:sp>
      <p:sp>
        <p:nvSpPr>
          <p:cNvPr id="20" name="Rectangle 19"/>
          <p:cNvSpPr/>
          <p:nvPr userDrawn="1"/>
        </p:nvSpPr>
        <p:spPr>
          <a:xfrm>
            <a:off x="0" y="1"/>
            <a:ext cx="4267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8091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reak 01">
    <p:spTree>
      <p:nvGrpSpPr>
        <p:cNvPr id="1" name=""/>
        <p:cNvGrpSpPr/>
        <p:nvPr/>
      </p:nvGrpSpPr>
      <p:grpSpPr>
        <a:xfrm>
          <a:off x="0" y="0"/>
          <a:ext cx="0" cy="0"/>
          <a:chOff x="0" y="0"/>
          <a:chExt cx="0" cy="0"/>
        </a:xfrm>
      </p:grpSpPr>
      <p:sp>
        <p:nvSpPr>
          <p:cNvPr id="7" name="Rectangle 6"/>
          <p:cNvSpPr/>
          <p:nvPr userDrawn="1"/>
        </p:nvSpPr>
        <p:spPr>
          <a:xfrm>
            <a:off x="4267200" y="1"/>
            <a:ext cx="792162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arcador de texto 7"/>
          <p:cNvSpPr>
            <a:spLocks noGrp="1"/>
          </p:cNvSpPr>
          <p:nvPr>
            <p:ph type="body" sz="quarter" idx="12" hasCustomPrompt="1"/>
          </p:nvPr>
        </p:nvSpPr>
        <p:spPr>
          <a:xfrm>
            <a:off x="5723879" y="1602611"/>
            <a:ext cx="5185421"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5723879" y="2868378"/>
            <a:ext cx="5185421" cy="1409700"/>
          </a:xfrm>
          <a:prstGeom prst="rect">
            <a:avLst/>
          </a:prstGeom>
        </p:spPr>
        <p:txBody>
          <a:bodyPr lIns="0" tIns="0" rIns="0" bIns="0">
            <a:noAutofit/>
          </a:bodyPr>
          <a:lstStyle>
            <a:lvl1pPr marL="0" indent="0">
              <a:lnSpc>
                <a:spcPct val="150000"/>
              </a:lnSpc>
              <a:buNone/>
              <a:defRPr sz="1200" baseline="0">
                <a:ln>
                  <a:noFill/>
                </a:ln>
                <a:solidFill>
                  <a:schemeClr val="bg1"/>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
        <p:nvSpPr>
          <p:cNvPr id="20" name="Rectangle 19"/>
          <p:cNvSpPr/>
          <p:nvPr userDrawn="1"/>
        </p:nvSpPr>
        <p:spPr>
          <a:xfrm>
            <a:off x="0" y="1"/>
            <a:ext cx="4267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8316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reak A">
    <p:spTree>
      <p:nvGrpSpPr>
        <p:cNvPr id="1" name=""/>
        <p:cNvGrpSpPr/>
        <p:nvPr/>
      </p:nvGrpSpPr>
      <p:grpSpPr>
        <a:xfrm>
          <a:off x="0" y="0"/>
          <a:ext cx="0" cy="0"/>
          <a:chOff x="0" y="0"/>
          <a:chExt cx="0" cy="0"/>
        </a:xfrm>
      </p:grpSpPr>
      <p:sp>
        <p:nvSpPr>
          <p:cNvPr id="7" name="Rectangle 6"/>
          <p:cNvSpPr/>
          <p:nvPr userDrawn="1"/>
        </p:nvSpPr>
        <p:spPr>
          <a:xfrm>
            <a:off x="0" y="1"/>
            <a:ext cx="12179619" cy="33886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arcador de texto 7"/>
          <p:cNvSpPr>
            <a:spLocks noGrp="1"/>
          </p:cNvSpPr>
          <p:nvPr>
            <p:ph type="body" sz="quarter" idx="12" hasCustomPrompt="1"/>
          </p:nvPr>
        </p:nvSpPr>
        <p:spPr>
          <a:xfrm>
            <a:off x="739502" y="2104630"/>
            <a:ext cx="5185421"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739502" y="3495900"/>
            <a:ext cx="5185421" cy="140970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Tree>
    <p:extLst>
      <p:ext uri="{BB962C8B-B14F-4D97-AF65-F5344CB8AC3E}">
        <p14:creationId xmlns:p14="http://schemas.microsoft.com/office/powerpoint/2010/main" val="1000873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Break A">
    <p:spTree>
      <p:nvGrpSpPr>
        <p:cNvPr id="1" name=""/>
        <p:cNvGrpSpPr/>
        <p:nvPr/>
      </p:nvGrpSpPr>
      <p:grpSpPr>
        <a:xfrm>
          <a:off x="0" y="0"/>
          <a:ext cx="0" cy="0"/>
          <a:chOff x="0" y="0"/>
          <a:chExt cx="0" cy="0"/>
        </a:xfrm>
      </p:grpSpPr>
      <p:sp>
        <p:nvSpPr>
          <p:cNvPr id="7" name="Rectangle 6"/>
          <p:cNvSpPr/>
          <p:nvPr userDrawn="1"/>
        </p:nvSpPr>
        <p:spPr>
          <a:xfrm>
            <a:off x="0" y="1"/>
            <a:ext cx="12179619" cy="33886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arcador de texto 7"/>
          <p:cNvSpPr>
            <a:spLocks noGrp="1"/>
          </p:cNvSpPr>
          <p:nvPr>
            <p:ph type="body" sz="quarter" idx="12" hasCustomPrompt="1"/>
          </p:nvPr>
        </p:nvSpPr>
        <p:spPr>
          <a:xfrm>
            <a:off x="6428254" y="2104630"/>
            <a:ext cx="5185421"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6428254" y="3495900"/>
            <a:ext cx="5185421" cy="140970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Tree>
    <p:extLst>
      <p:ext uri="{BB962C8B-B14F-4D97-AF65-F5344CB8AC3E}">
        <p14:creationId xmlns:p14="http://schemas.microsoft.com/office/powerpoint/2010/main" val="910177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3_Break A">
    <p:spTree>
      <p:nvGrpSpPr>
        <p:cNvPr id="1" name=""/>
        <p:cNvGrpSpPr/>
        <p:nvPr/>
      </p:nvGrpSpPr>
      <p:grpSpPr>
        <a:xfrm>
          <a:off x="0" y="0"/>
          <a:ext cx="0" cy="0"/>
          <a:chOff x="0" y="0"/>
          <a:chExt cx="0" cy="0"/>
        </a:xfrm>
      </p:grpSpPr>
      <p:sp>
        <p:nvSpPr>
          <p:cNvPr id="5" name="Rectangle 4"/>
          <p:cNvSpPr/>
          <p:nvPr userDrawn="1"/>
        </p:nvSpPr>
        <p:spPr>
          <a:xfrm>
            <a:off x="0" y="1"/>
            <a:ext cx="12179619" cy="338865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arcador de texto 7"/>
          <p:cNvSpPr>
            <a:spLocks noGrp="1"/>
          </p:cNvSpPr>
          <p:nvPr>
            <p:ph type="body" sz="quarter" idx="12" hasCustomPrompt="1"/>
          </p:nvPr>
        </p:nvSpPr>
        <p:spPr>
          <a:xfrm>
            <a:off x="1420238" y="2104630"/>
            <a:ext cx="3336587"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1420238" y="3495900"/>
            <a:ext cx="3336587" cy="140970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p>
        </p:txBody>
      </p:sp>
    </p:spTree>
    <p:extLst>
      <p:ext uri="{BB962C8B-B14F-4D97-AF65-F5344CB8AC3E}">
        <p14:creationId xmlns:p14="http://schemas.microsoft.com/office/powerpoint/2010/main" val="1553533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_Break A">
    <p:spTree>
      <p:nvGrpSpPr>
        <p:cNvPr id="1" name=""/>
        <p:cNvGrpSpPr/>
        <p:nvPr/>
      </p:nvGrpSpPr>
      <p:grpSpPr>
        <a:xfrm>
          <a:off x="0" y="0"/>
          <a:ext cx="0" cy="0"/>
          <a:chOff x="0" y="0"/>
          <a:chExt cx="0" cy="0"/>
        </a:xfrm>
      </p:grpSpPr>
      <p:sp>
        <p:nvSpPr>
          <p:cNvPr id="7" name="Rectangle 6"/>
          <p:cNvSpPr/>
          <p:nvPr userDrawn="1"/>
        </p:nvSpPr>
        <p:spPr>
          <a:xfrm>
            <a:off x="0" y="1"/>
            <a:ext cx="12179619" cy="338865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arcador de texto 7"/>
          <p:cNvSpPr>
            <a:spLocks noGrp="1"/>
          </p:cNvSpPr>
          <p:nvPr>
            <p:ph type="body" sz="quarter" idx="12" hasCustomPrompt="1"/>
          </p:nvPr>
        </p:nvSpPr>
        <p:spPr>
          <a:xfrm>
            <a:off x="7441659" y="2104630"/>
            <a:ext cx="3531141"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7441659" y="3495900"/>
            <a:ext cx="3531141" cy="140970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Tree>
    <p:extLst>
      <p:ext uri="{BB962C8B-B14F-4D97-AF65-F5344CB8AC3E}">
        <p14:creationId xmlns:p14="http://schemas.microsoft.com/office/powerpoint/2010/main" val="178162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4_Break A">
    <p:spTree>
      <p:nvGrpSpPr>
        <p:cNvPr id="1" name=""/>
        <p:cNvGrpSpPr/>
        <p:nvPr/>
      </p:nvGrpSpPr>
      <p:grpSpPr>
        <a:xfrm>
          <a:off x="0" y="0"/>
          <a:ext cx="0" cy="0"/>
          <a:chOff x="0" y="0"/>
          <a:chExt cx="0" cy="0"/>
        </a:xfrm>
      </p:grpSpPr>
      <p:sp>
        <p:nvSpPr>
          <p:cNvPr id="7" name="Rectangle 6"/>
          <p:cNvSpPr/>
          <p:nvPr userDrawn="1"/>
        </p:nvSpPr>
        <p:spPr>
          <a:xfrm>
            <a:off x="0" y="1"/>
            <a:ext cx="12179619" cy="33886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arcador de texto 7"/>
          <p:cNvSpPr>
            <a:spLocks noGrp="1"/>
          </p:cNvSpPr>
          <p:nvPr>
            <p:ph type="body" sz="quarter" idx="12" hasCustomPrompt="1"/>
          </p:nvPr>
        </p:nvSpPr>
        <p:spPr>
          <a:xfrm>
            <a:off x="739502" y="2104630"/>
            <a:ext cx="5185421"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739502" y="3495900"/>
            <a:ext cx="5185421" cy="140970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Tree>
    <p:extLst>
      <p:ext uri="{BB962C8B-B14F-4D97-AF65-F5344CB8AC3E}">
        <p14:creationId xmlns:p14="http://schemas.microsoft.com/office/powerpoint/2010/main" val="19550277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5_Break A">
    <p:spTree>
      <p:nvGrpSpPr>
        <p:cNvPr id="1" name=""/>
        <p:cNvGrpSpPr/>
        <p:nvPr/>
      </p:nvGrpSpPr>
      <p:grpSpPr>
        <a:xfrm>
          <a:off x="0" y="0"/>
          <a:ext cx="0" cy="0"/>
          <a:chOff x="0" y="0"/>
          <a:chExt cx="0" cy="0"/>
        </a:xfrm>
      </p:grpSpPr>
      <p:sp>
        <p:nvSpPr>
          <p:cNvPr id="7" name="Rectangle 6"/>
          <p:cNvSpPr/>
          <p:nvPr userDrawn="1"/>
        </p:nvSpPr>
        <p:spPr>
          <a:xfrm>
            <a:off x="0" y="1"/>
            <a:ext cx="12179619" cy="338865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arcador de texto 7"/>
          <p:cNvSpPr>
            <a:spLocks noGrp="1"/>
          </p:cNvSpPr>
          <p:nvPr>
            <p:ph type="body" sz="quarter" idx="12" hasCustomPrompt="1"/>
          </p:nvPr>
        </p:nvSpPr>
        <p:spPr>
          <a:xfrm>
            <a:off x="7256835" y="2104630"/>
            <a:ext cx="3657600"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7256835" y="3495900"/>
            <a:ext cx="3657600" cy="140970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Tree>
    <p:extLst>
      <p:ext uri="{BB962C8B-B14F-4D97-AF65-F5344CB8AC3E}">
        <p14:creationId xmlns:p14="http://schemas.microsoft.com/office/powerpoint/2010/main" val="11126071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4_Break A">
    <p:spTree>
      <p:nvGrpSpPr>
        <p:cNvPr id="1" name=""/>
        <p:cNvGrpSpPr/>
        <p:nvPr/>
      </p:nvGrpSpPr>
      <p:grpSpPr>
        <a:xfrm>
          <a:off x="0" y="0"/>
          <a:ext cx="0" cy="0"/>
          <a:chOff x="0" y="0"/>
          <a:chExt cx="0" cy="0"/>
        </a:xfrm>
      </p:grpSpPr>
      <p:sp>
        <p:nvSpPr>
          <p:cNvPr id="7" name="Rectangle 6"/>
          <p:cNvSpPr/>
          <p:nvPr userDrawn="1"/>
        </p:nvSpPr>
        <p:spPr>
          <a:xfrm>
            <a:off x="0" y="1"/>
            <a:ext cx="12179619" cy="33886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50000"/>
                  <a:lumOff val="50000"/>
                </a:schemeClr>
              </a:solidFill>
            </a:endParaRPr>
          </a:p>
        </p:txBody>
      </p:sp>
      <p:sp>
        <p:nvSpPr>
          <p:cNvPr id="14" name="Marcador de texto 7"/>
          <p:cNvSpPr>
            <a:spLocks noGrp="1"/>
          </p:cNvSpPr>
          <p:nvPr>
            <p:ph type="body" sz="quarter" idx="12" hasCustomPrompt="1"/>
          </p:nvPr>
        </p:nvSpPr>
        <p:spPr>
          <a:xfrm>
            <a:off x="1101361" y="2808953"/>
            <a:ext cx="3657600" cy="337487"/>
          </a:xfrm>
          <a:prstGeom prst="rect">
            <a:avLst/>
          </a:prstGeom>
          <a:noFill/>
        </p:spPr>
        <p:txBody>
          <a:bodyPr vert="horz" wrap="none" lIns="0" tIns="91440" rIns="0" bIns="0" anchor="t" anchorCtr="0">
            <a:noAutofit/>
          </a:bodyPr>
          <a:lstStyle>
            <a:lvl1pPr marL="0" indent="0" algn="l">
              <a:buNone/>
              <a:defRPr sz="1500" b="1" i="0">
                <a:solidFill>
                  <a:schemeClr val="bg1">
                    <a:lumMod val="95000"/>
                  </a:schemeClr>
                </a:solidFill>
                <a:latin typeface="Raleway" charset="0"/>
                <a:ea typeface="Raleway" charset="0"/>
                <a:cs typeface="Raleway" charset="0"/>
              </a:defRPr>
            </a:lvl1pPr>
          </a:lstStyle>
          <a:p>
            <a:pPr lvl="0"/>
            <a:r>
              <a:rPr lang="es-ES_tradnl" dirty="0"/>
              <a:t>PUT </a:t>
            </a:r>
            <a:r>
              <a:rPr lang="es-ES_tradnl"/>
              <a:t>YOUR BIG </a:t>
            </a:r>
            <a:r>
              <a:rPr lang="es-ES_tradnl" dirty="0"/>
              <a:t>TITLE HERE</a:t>
            </a:r>
          </a:p>
        </p:txBody>
      </p:sp>
      <p:sp>
        <p:nvSpPr>
          <p:cNvPr id="19" name="Text Placeholder 2"/>
          <p:cNvSpPr>
            <a:spLocks noGrp="1"/>
          </p:cNvSpPr>
          <p:nvPr>
            <p:ph type="body" sz="quarter" idx="13" hasCustomPrompt="1"/>
          </p:nvPr>
        </p:nvSpPr>
        <p:spPr>
          <a:xfrm>
            <a:off x="1101361" y="3623891"/>
            <a:ext cx="3657600" cy="1922879"/>
          </a:xfrm>
          <a:prstGeom prst="rect">
            <a:avLst/>
          </a:prstGeom>
        </p:spPr>
        <p:txBody>
          <a:bodyPr lIns="0" tIns="0" rIns="0" bIns="0">
            <a:noAutofit/>
          </a:bodyPr>
          <a:lstStyle>
            <a:lvl1pPr marL="0" indent="0">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
        <p:nvSpPr>
          <p:cNvPr id="5" name="Picture Placeholder 2"/>
          <p:cNvSpPr>
            <a:spLocks noGrp="1"/>
          </p:cNvSpPr>
          <p:nvPr>
            <p:ph type="pic" sz="quarter" idx="14" hasCustomPrompt="1"/>
          </p:nvPr>
        </p:nvSpPr>
        <p:spPr>
          <a:xfrm>
            <a:off x="7455832" y="1757779"/>
            <a:ext cx="3288286" cy="3342446"/>
          </a:xfrm>
          <a:prstGeom prst="rect">
            <a:avLst/>
          </a:prstGeom>
        </p:spPr>
        <p:txBody>
          <a:bodyPr anchor="ctr"/>
          <a:lstStyle>
            <a:lvl1pPr marL="0" indent="0" algn="ctr">
              <a:buNone/>
              <a:defRPr sz="1500"/>
            </a:lvl1pPr>
          </a:lstStyle>
          <a:p>
            <a:r>
              <a:rPr lang="en-US" dirty="0"/>
              <a:t>Drag your picture here</a:t>
            </a:r>
          </a:p>
        </p:txBody>
      </p:sp>
    </p:spTree>
    <p:extLst>
      <p:ext uri="{BB962C8B-B14F-4D97-AF65-F5344CB8AC3E}">
        <p14:creationId xmlns:p14="http://schemas.microsoft.com/office/powerpoint/2010/main" val="2054083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5_Break A">
    <p:spTree>
      <p:nvGrpSpPr>
        <p:cNvPr id="1" name=""/>
        <p:cNvGrpSpPr/>
        <p:nvPr/>
      </p:nvGrpSpPr>
      <p:grpSpPr>
        <a:xfrm>
          <a:off x="0" y="0"/>
          <a:ext cx="0" cy="0"/>
          <a:chOff x="0" y="0"/>
          <a:chExt cx="0" cy="0"/>
        </a:xfrm>
      </p:grpSpPr>
      <p:sp>
        <p:nvSpPr>
          <p:cNvPr id="7" name="Rectangle 6"/>
          <p:cNvSpPr/>
          <p:nvPr userDrawn="1"/>
        </p:nvSpPr>
        <p:spPr>
          <a:xfrm>
            <a:off x="0" y="1"/>
            <a:ext cx="12179619" cy="338865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50000"/>
                  <a:lumOff val="50000"/>
                </a:schemeClr>
              </a:solidFill>
            </a:endParaRPr>
          </a:p>
        </p:txBody>
      </p:sp>
      <p:sp>
        <p:nvSpPr>
          <p:cNvPr id="14" name="Marcador de texto 7"/>
          <p:cNvSpPr>
            <a:spLocks noGrp="1"/>
          </p:cNvSpPr>
          <p:nvPr>
            <p:ph type="body" sz="quarter" idx="12" hasCustomPrompt="1"/>
          </p:nvPr>
        </p:nvSpPr>
        <p:spPr>
          <a:xfrm>
            <a:off x="1101361" y="2808953"/>
            <a:ext cx="3657600" cy="337487"/>
          </a:xfrm>
          <a:prstGeom prst="rect">
            <a:avLst/>
          </a:prstGeom>
          <a:noFill/>
        </p:spPr>
        <p:txBody>
          <a:bodyPr vert="horz" wrap="none" lIns="0" tIns="91440" rIns="0" bIns="0" anchor="t" anchorCtr="0">
            <a:noAutofit/>
          </a:bodyPr>
          <a:lstStyle>
            <a:lvl1pPr marL="0" indent="0" algn="l">
              <a:buNone/>
              <a:defRPr sz="1500" b="1" i="0">
                <a:solidFill>
                  <a:schemeClr val="bg1">
                    <a:lumMod val="95000"/>
                  </a:schemeClr>
                </a:solidFill>
                <a:latin typeface="Raleway" charset="0"/>
                <a:ea typeface="Raleway" charset="0"/>
                <a:cs typeface="Raleway" charset="0"/>
              </a:defRPr>
            </a:lvl1pPr>
          </a:lstStyle>
          <a:p>
            <a:pPr lvl="0"/>
            <a:r>
              <a:rPr lang="es-ES_tradnl" dirty="0"/>
              <a:t>PUT </a:t>
            </a:r>
            <a:r>
              <a:rPr lang="es-ES_tradnl"/>
              <a:t>YOUR BIG </a:t>
            </a:r>
            <a:r>
              <a:rPr lang="es-ES_tradnl" dirty="0"/>
              <a:t>TITLE HERE</a:t>
            </a:r>
          </a:p>
        </p:txBody>
      </p:sp>
      <p:sp>
        <p:nvSpPr>
          <p:cNvPr id="19" name="Text Placeholder 2"/>
          <p:cNvSpPr>
            <a:spLocks noGrp="1"/>
          </p:cNvSpPr>
          <p:nvPr>
            <p:ph type="body" sz="quarter" idx="13" hasCustomPrompt="1"/>
          </p:nvPr>
        </p:nvSpPr>
        <p:spPr>
          <a:xfrm>
            <a:off x="1101361" y="3623891"/>
            <a:ext cx="3657600" cy="1922879"/>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
        <p:nvSpPr>
          <p:cNvPr id="5" name="Picture Placeholder 2"/>
          <p:cNvSpPr>
            <a:spLocks noGrp="1"/>
          </p:cNvSpPr>
          <p:nvPr>
            <p:ph type="pic" sz="quarter" idx="14" hasCustomPrompt="1"/>
          </p:nvPr>
        </p:nvSpPr>
        <p:spPr>
          <a:xfrm>
            <a:off x="7455832" y="1757779"/>
            <a:ext cx="3288286" cy="3342446"/>
          </a:xfrm>
          <a:prstGeom prst="rect">
            <a:avLst/>
          </a:prstGeom>
        </p:spPr>
        <p:txBody>
          <a:bodyPr anchor="ctr"/>
          <a:lstStyle>
            <a:lvl1pPr marL="0" indent="0" algn="ctr">
              <a:buNone/>
              <a:defRPr sz="1500"/>
            </a:lvl1pPr>
          </a:lstStyle>
          <a:p>
            <a:r>
              <a:rPr lang="en-US" dirty="0"/>
              <a:t>Drag your picture here</a:t>
            </a:r>
          </a:p>
        </p:txBody>
      </p:sp>
    </p:spTree>
    <p:extLst>
      <p:ext uri="{BB962C8B-B14F-4D97-AF65-F5344CB8AC3E}">
        <p14:creationId xmlns:p14="http://schemas.microsoft.com/office/powerpoint/2010/main" val="1377612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6_Break A">
    <p:spTree>
      <p:nvGrpSpPr>
        <p:cNvPr id="1" name=""/>
        <p:cNvGrpSpPr/>
        <p:nvPr/>
      </p:nvGrpSpPr>
      <p:grpSpPr>
        <a:xfrm>
          <a:off x="0" y="0"/>
          <a:ext cx="0" cy="0"/>
          <a:chOff x="0" y="0"/>
          <a:chExt cx="0" cy="0"/>
        </a:xfrm>
      </p:grpSpPr>
      <p:sp>
        <p:nvSpPr>
          <p:cNvPr id="7" name="Rectangle 6"/>
          <p:cNvSpPr/>
          <p:nvPr userDrawn="1"/>
        </p:nvSpPr>
        <p:spPr>
          <a:xfrm>
            <a:off x="0" y="1"/>
            <a:ext cx="12179619" cy="3388658"/>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lumMod val="50000"/>
                  <a:lumOff val="50000"/>
                </a:schemeClr>
              </a:solidFill>
            </a:endParaRPr>
          </a:p>
        </p:txBody>
      </p:sp>
      <p:sp>
        <p:nvSpPr>
          <p:cNvPr id="14" name="Marcador de texto 7"/>
          <p:cNvSpPr>
            <a:spLocks noGrp="1"/>
          </p:cNvSpPr>
          <p:nvPr>
            <p:ph type="body" sz="quarter" idx="12" hasCustomPrompt="1"/>
          </p:nvPr>
        </p:nvSpPr>
        <p:spPr>
          <a:xfrm>
            <a:off x="1101361" y="2808953"/>
            <a:ext cx="3657600" cy="337487"/>
          </a:xfrm>
          <a:prstGeom prst="rect">
            <a:avLst/>
          </a:prstGeom>
          <a:noFill/>
        </p:spPr>
        <p:txBody>
          <a:bodyPr vert="horz" wrap="none" lIns="0" tIns="91440" rIns="0" bIns="0" anchor="t" anchorCtr="0">
            <a:noAutofit/>
          </a:bodyPr>
          <a:lstStyle>
            <a:lvl1pPr marL="0" indent="0" algn="l">
              <a:buNone/>
              <a:defRPr sz="1500" b="1" i="0">
                <a:solidFill>
                  <a:schemeClr val="bg1">
                    <a:lumMod val="95000"/>
                  </a:schemeClr>
                </a:solidFill>
                <a:latin typeface="Raleway" charset="0"/>
                <a:ea typeface="Raleway" charset="0"/>
                <a:cs typeface="Raleway" charset="0"/>
              </a:defRPr>
            </a:lvl1pPr>
          </a:lstStyle>
          <a:p>
            <a:pPr lvl="0"/>
            <a:r>
              <a:rPr lang="es-ES_tradnl" dirty="0"/>
              <a:t>PUT </a:t>
            </a:r>
            <a:r>
              <a:rPr lang="es-ES_tradnl"/>
              <a:t>YOUR BIG </a:t>
            </a:r>
            <a:r>
              <a:rPr lang="es-ES_tradnl" dirty="0"/>
              <a:t>TITLE HERE</a:t>
            </a:r>
          </a:p>
        </p:txBody>
      </p:sp>
      <p:sp>
        <p:nvSpPr>
          <p:cNvPr id="19" name="Text Placeholder 2"/>
          <p:cNvSpPr>
            <a:spLocks noGrp="1"/>
          </p:cNvSpPr>
          <p:nvPr>
            <p:ph type="body" sz="quarter" idx="13" hasCustomPrompt="1"/>
          </p:nvPr>
        </p:nvSpPr>
        <p:spPr>
          <a:xfrm>
            <a:off x="1101361" y="3623891"/>
            <a:ext cx="3657600" cy="1922879"/>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
        <p:nvSpPr>
          <p:cNvPr id="5" name="Picture Placeholder 2"/>
          <p:cNvSpPr>
            <a:spLocks noGrp="1"/>
          </p:cNvSpPr>
          <p:nvPr>
            <p:ph type="pic" sz="quarter" idx="14" hasCustomPrompt="1"/>
          </p:nvPr>
        </p:nvSpPr>
        <p:spPr>
          <a:xfrm>
            <a:off x="7455832" y="1757779"/>
            <a:ext cx="3288286" cy="3342446"/>
          </a:xfrm>
          <a:prstGeom prst="rect">
            <a:avLst/>
          </a:prstGeom>
        </p:spPr>
        <p:txBody>
          <a:bodyPr anchor="ctr"/>
          <a:lstStyle>
            <a:lvl1pPr marL="0" indent="0" algn="ctr">
              <a:buNone/>
              <a:defRPr sz="1500"/>
            </a:lvl1pPr>
          </a:lstStyle>
          <a:p>
            <a:r>
              <a:rPr lang="en-US" dirty="0"/>
              <a:t>Drag your picture here</a:t>
            </a:r>
          </a:p>
        </p:txBody>
      </p:sp>
    </p:spTree>
    <p:extLst>
      <p:ext uri="{BB962C8B-B14F-4D97-AF65-F5344CB8AC3E}">
        <p14:creationId xmlns:p14="http://schemas.microsoft.com/office/powerpoint/2010/main" val="555256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6_Break A">
    <p:spTree>
      <p:nvGrpSpPr>
        <p:cNvPr id="1" name=""/>
        <p:cNvGrpSpPr/>
        <p:nvPr/>
      </p:nvGrpSpPr>
      <p:grpSpPr>
        <a:xfrm>
          <a:off x="0" y="0"/>
          <a:ext cx="0" cy="0"/>
          <a:chOff x="0" y="0"/>
          <a:chExt cx="0" cy="0"/>
        </a:xfrm>
      </p:grpSpPr>
      <p:sp>
        <p:nvSpPr>
          <p:cNvPr id="7" name="Rectangle 6"/>
          <p:cNvSpPr/>
          <p:nvPr userDrawn="1"/>
        </p:nvSpPr>
        <p:spPr>
          <a:xfrm>
            <a:off x="0" y="1"/>
            <a:ext cx="12179619" cy="338865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arcador de texto 7"/>
          <p:cNvSpPr>
            <a:spLocks noGrp="1"/>
          </p:cNvSpPr>
          <p:nvPr>
            <p:ph type="body" sz="quarter" idx="12" hasCustomPrompt="1"/>
          </p:nvPr>
        </p:nvSpPr>
        <p:spPr>
          <a:xfrm>
            <a:off x="1420238" y="2104630"/>
            <a:ext cx="3336587"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1420238" y="3495900"/>
            <a:ext cx="3336587" cy="140970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p>
        </p:txBody>
      </p:sp>
    </p:spTree>
    <p:extLst>
      <p:ext uri="{BB962C8B-B14F-4D97-AF65-F5344CB8AC3E}">
        <p14:creationId xmlns:p14="http://schemas.microsoft.com/office/powerpoint/2010/main" val="1535042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7_Break A">
    <p:spTree>
      <p:nvGrpSpPr>
        <p:cNvPr id="1" name=""/>
        <p:cNvGrpSpPr/>
        <p:nvPr/>
      </p:nvGrpSpPr>
      <p:grpSpPr>
        <a:xfrm>
          <a:off x="0" y="0"/>
          <a:ext cx="0" cy="0"/>
          <a:chOff x="0" y="0"/>
          <a:chExt cx="0" cy="0"/>
        </a:xfrm>
      </p:grpSpPr>
      <p:sp>
        <p:nvSpPr>
          <p:cNvPr id="7" name="Rectangle 6"/>
          <p:cNvSpPr/>
          <p:nvPr userDrawn="1"/>
        </p:nvSpPr>
        <p:spPr>
          <a:xfrm>
            <a:off x="0" y="1"/>
            <a:ext cx="12179619" cy="338865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arcador de texto 7"/>
          <p:cNvSpPr>
            <a:spLocks noGrp="1"/>
          </p:cNvSpPr>
          <p:nvPr>
            <p:ph type="body" sz="quarter" idx="12" hasCustomPrompt="1"/>
          </p:nvPr>
        </p:nvSpPr>
        <p:spPr>
          <a:xfrm>
            <a:off x="6428254" y="2104630"/>
            <a:ext cx="5185421"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6428254" y="3495900"/>
            <a:ext cx="5185421" cy="140970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Tree>
    <p:extLst>
      <p:ext uri="{BB962C8B-B14F-4D97-AF65-F5344CB8AC3E}">
        <p14:creationId xmlns:p14="http://schemas.microsoft.com/office/powerpoint/2010/main" val="1256542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8_Break A">
    <p:spTree>
      <p:nvGrpSpPr>
        <p:cNvPr id="1" name=""/>
        <p:cNvGrpSpPr/>
        <p:nvPr/>
      </p:nvGrpSpPr>
      <p:grpSpPr>
        <a:xfrm>
          <a:off x="0" y="0"/>
          <a:ext cx="0" cy="0"/>
          <a:chOff x="0" y="0"/>
          <a:chExt cx="0" cy="0"/>
        </a:xfrm>
      </p:grpSpPr>
      <p:sp>
        <p:nvSpPr>
          <p:cNvPr id="7" name="Rectangle 6"/>
          <p:cNvSpPr/>
          <p:nvPr userDrawn="1"/>
        </p:nvSpPr>
        <p:spPr>
          <a:xfrm>
            <a:off x="0" y="1"/>
            <a:ext cx="12188825" cy="338865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arcador de texto 7"/>
          <p:cNvSpPr>
            <a:spLocks noGrp="1"/>
          </p:cNvSpPr>
          <p:nvPr>
            <p:ph type="body" sz="quarter" idx="12" hasCustomPrompt="1"/>
          </p:nvPr>
        </p:nvSpPr>
        <p:spPr>
          <a:xfrm>
            <a:off x="739502" y="2104630"/>
            <a:ext cx="5185421"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739502" y="3495900"/>
            <a:ext cx="5185421" cy="1409700"/>
          </a:xfrm>
          <a:prstGeom prst="rect">
            <a:avLst/>
          </a:prstGeom>
        </p:spPr>
        <p:txBody>
          <a:bodyPr lIns="0" tIns="0" rIns="0" bIns="0">
            <a:noAutofit/>
          </a:bodyPr>
          <a:lstStyle>
            <a:lvl1pPr marL="0" indent="0">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Tree>
    <p:extLst>
      <p:ext uri="{BB962C8B-B14F-4D97-AF65-F5344CB8AC3E}">
        <p14:creationId xmlns:p14="http://schemas.microsoft.com/office/powerpoint/2010/main" val="1043193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9_Break A">
    <p:spTree>
      <p:nvGrpSpPr>
        <p:cNvPr id="1" name=""/>
        <p:cNvGrpSpPr/>
        <p:nvPr/>
      </p:nvGrpSpPr>
      <p:grpSpPr>
        <a:xfrm>
          <a:off x="0" y="0"/>
          <a:ext cx="0" cy="0"/>
          <a:chOff x="0" y="0"/>
          <a:chExt cx="0" cy="0"/>
        </a:xfrm>
      </p:grpSpPr>
      <p:sp>
        <p:nvSpPr>
          <p:cNvPr id="7" name="Rectangle 6"/>
          <p:cNvSpPr/>
          <p:nvPr userDrawn="1"/>
        </p:nvSpPr>
        <p:spPr>
          <a:xfrm>
            <a:off x="0" y="1"/>
            <a:ext cx="12188825" cy="338865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arcador de texto 7"/>
          <p:cNvSpPr>
            <a:spLocks noGrp="1"/>
          </p:cNvSpPr>
          <p:nvPr>
            <p:ph type="body" sz="quarter" idx="12" hasCustomPrompt="1"/>
          </p:nvPr>
        </p:nvSpPr>
        <p:spPr>
          <a:xfrm>
            <a:off x="6428254" y="2104630"/>
            <a:ext cx="5185421"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6428254" y="3495900"/>
            <a:ext cx="5185421" cy="140970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Tree>
    <p:extLst>
      <p:ext uri="{BB962C8B-B14F-4D97-AF65-F5344CB8AC3E}">
        <p14:creationId xmlns:p14="http://schemas.microsoft.com/office/powerpoint/2010/main" val="1179574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0_Break A">
    <p:spTree>
      <p:nvGrpSpPr>
        <p:cNvPr id="1" name=""/>
        <p:cNvGrpSpPr/>
        <p:nvPr/>
      </p:nvGrpSpPr>
      <p:grpSpPr>
        <a:xfrm>
          <a:off x="0" y="0"/>
          <a:ext cx="0" cy="0"/>
          <a:chOff x="0" y="0"/>
          <a:chExt cx="0" cy="0"/>
        </a:xfrm>
      </p:grpSpPr>
      <p:sp>
        <p:nvSpPr>
          <p:cNvPr id="6" name="Picture Placeholder 2"/>
          <p:cNvSpPr>
            <a:spLocks noGrp="1"/>
          </p:cNvSpPr>
          <p:nvPr>
            <p:ph type="pic" sz="quarter" idx="15" hasCustomPrompt="1"/>
          </p:nvPr>
        </p:nvSpPr>
        <p:spPr>
          <a:xfrm>
            <a:off x="-1587" y="1"/>
            <a:ext cx="12190412" cy="3370396"/>
          </a:xfrm>
          <a:prstGeom prst="rect">
            <a:avLst/>
          </a:prstGeom>
        </p:spPr>
        <p:txBody>
          <a:bodyPr anchor="ctr"/>
          <a:lstStyle>
            <a:lvl1pPr marL="0" indent="0" algn="ctr">
              <a:buNone/>
              <a:defRPr sz="1500">
                <a:solidFill>
                  <a:schemeClr val="tx1"/>
                </a:solidFill>
              </a:defRPr>
            </a:lvl1pPr>
          </a:lstStyle>
          <a:p>
            <a:r>
              <a:rPr lang="en-US" dirty="0"/>
              <a:t>Drag your images here</a:t>
            </a:r>
          </a:p>
        </p:txBody>
      </p:sp>
      <p:sp>
        <p:nvSpPr>
          <p:cNvPr id="14" name="Marcador de texto 7"/>
          <p:cNvSpPr>
            <a:spLocks noGrp="1"/>
          </p:cNvSpPr>
          <p:nvPr>
            <p:ph type="body" sz="quarter" idx="12" hasCustomPrompt="1"/>
          </p:nvPr>
        </p:nvSpPr>
        <p:spPr>
          <a:xfrm>
            <a:off x="1150374" y="2104630"/>
            <a:ext cx="4774549"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1150374" y="3495900"/>
            <a:ext cx="4774549" cy="140970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Tree>
    <p:extLst>
      <p:ext uri="{BB962C8B-B14F-4D97-AF65-F5344CB8AC3E}">
        <p14:creationId xmlns:p14="http://schemas.microsoft.com/office/powerpoint/2010/main" val="1952670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1_Break A">
    <p:spTree>
      <p:nvGrpSpPr>
        <p:cNvPr id="1" name=""/>
        <p:cNvGrpSpPr/>
        <p:nvPr/>
      </p:nvGrpSpPr>
      <p:grpSpPr>
        <a:xfrm>
          <a:off x="0" y="0"/>
          <a:ext cx="0" cy="0"/>
          <a:chOff x="0" y="0"/>
          <a:chExt cx="0" cy="0"/>
        </a:xfrm>
      </p:grpSpPr>
      <p:sp>
        <p:nvSpPr>
          <p:cNvPr id="5" name="Picture Placeholder 2"/>
          <p:cNvSpPr>
            <a:spLocks noGrp="1"/>
          </p:cNvSpPr>
          <p:nvPr>
            <p:ph type="pic" sz="quarter" idx="15" hasCustomPrompt="1"/>
          </p:nvPr>
        </p:nvSpPr>
        <p:spPr>
          <a:xfrm>
            <a:off x="-1587" y="1"/>
            <a:ext cx="12190412" cy="3370396"/>
          </a:xfrm>
          <a:prstGeom prst="rect">
            <a:avLst/>
          </a:prstGeom>
        </p:spPr>
        <p:txBody>
          <a:bodyPr anchor="ctr"/>
          <a:lstStyle>
            <a:lvl1pPr marL="0" indent="0" algn="ctr">
              <a:buNone/>
              <a:defRPr sz="1500">
                <a:solidFill>
                  <a:schemeClr val="tx1"/>
                </a:solidFill>
              </a:defRPr>
            </a:lvl1pPr>
          </a:lstStyle>
          <a:p>
            <a:r>
              <a:rPr lang="en-US" dirty="0"/>
              <a:t>Drag your images here</a:t>
            </a:r>
          </a:p>
        </p:txBody>
      </p:sp>
      <p:sp>
        <p:nvSpPr>
          <p:cNvPr id="14" name="Marcador de texto 7"/>
          <p:cNvSpPr>
            <a:spLocks noGrp="1"/>
          </p:cNvSpPr>
          <p:nvPr>
            <p:ph type="body" sz="quarter" idx="12" hasCustomPrompt="1"/>
          </p:nvPr>
        </p:nvSpPr>
        <p:spPr>
          <a:xfrm>
            <a:off x="6339766" y="2104630"/>
            <a:ext cx="4662533"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6339766" y="3495900"/>
            <a:ext cx="4662533" cy="140970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Tree>
    <p:extLst>
      <p:ext uri="{BB962C8B-B14F-4D97-AF65-F5344CB8AC3E}">
        <p14:creationId xmlns:p14="http://schemas.microsoft.com/office/powerpoint/2010/main" val="243922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7_Break A">
    <p:spTree>
      <p:nvGrpSpPr>
        <p:cNvPr id="1" name=""/>
        <p:cNvGrpSpPr/>
        <p:nvPr/>
      </p:nvGrpSpPr>
      <p:grpSpPr>
        <a:xfrm>
          <a:off x="0" y="0"/>
          <a:ext cx="0" cy="0"/>
          <a:chOff x="0" y="0"/>
          <a:chExt cx="0" cy="0"/>
        </a:xfrm>
      </p:grpSpPr>
      <p:sp>
        <p:nvSpPr>
          <p:cNvPr id="5" name="Picture Placeholder 2"/>
          <p:cNvSpPr>
            <a:spLocks noGrp="1"/>
          </p:cNvSpPr>
          <p:nvPr>
            <p:ph type="pic" sz="quarter" idx="15" hasCustomPrompt="1"/>
          </p:nvPr>
        </p:nvSpPr>
        <p:spPr>
          <a:xfrm>
            <a:off x="-1587" y="3447142"/>
            <a:ext cx="12190412" cy="3410857"/>
          </a:xfrm>
          <a:prstGeom prst="rect">
            <a:avLst/>
          </a:prstGeom>
        </p:spPr>
        <p:txBody>
          <a:bodyPr anchor="ctr"/>
          <a:lstStyle>
            <a:lvl1pPr marL="0" indent="0" algn="ctr">
              <a:buNone/>
              <a:defRPr sz="1500">
                <a:solidFill>
                  <a:schemeClr val="tx1"/>
                </a:solidFill>
              </a:defRPr>
            </a:lvl1pPr>
          </a:lstStyle>
          <a:p>
            <a:r>
              <a:rPr lang="en-US" dirty="0"/>
              <a:t>Drag your images here</a:t>
            </a:r>
          </a:p>
        </p:txBody>
      </p:sp>
      <p:sp>
        <p:nvSpPr>
          <p:cNvPr id="14" name="Marcador de texto 7"/>
          <p:cNvSpPr>
            <a:spLocks noGrp="1"/>
          </p:cNvSpPr>
          <p:nvPr>
            <p:ph type="body" sz="quarter" idx="12" hasCustomPrompt="1"/>
          </p:nvPr>
        </p:nvSpPr>
        <p:spPr>
          <a:xfrm>
            <a:off x="6316878" y="2104630"/>
            <a:ext cx="4662533" cy="1265767"/>
          </a:xfrm>
          <a:prstGeom prst="rect">
            <a:avLst/>
          </a:prstGeom>
          <a:noFill/>
        </p:spPr>
        <p:txBody>
          <a:bodyPr vert="horz" wrap="none" lIns="0" tIns="91440" rIns="0" bIns="0" anchor="t" anchorCtr="0">
            <a:noAutofit/>
          </a:bodyPr>
          <a:lstStyle>
            <a:lvl1pPr marL="0" indent="0" algn="l">
              <a:buNone/>
              <a:defRPr sz="3000" b="1" i="0">
                <a:solidFill>
                  <a:schemeClr val="tx1">
                    <a:lumMod val="75000"/>
                    <a:lumOff val="25000"/>
                  </a:schemeClr>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6316878" y="3495900"/>
            <a:ext cx="4662533" cy="1409700"/>
          </a:xfrm>
          <a:prstGeom prst="rect">
            <a:avLst/>
          </a:prstGeom>
        </p:spPr>
        <p:txBody>
          <a:bodyPr lIns="0" tIns="0" rIns="0" bIns="0">
            <a:noAutofit/>
          </a:bodyPr>
          <a:lstStyle>
            <a:lvl1pPr marL="0" indent="0">
              <a:lnSpc>
                <a:spcPct val="150000"/>
              </a:lnSpc>
              <a:buNone/>
              <a:defRPr sz="1200" baseline="0">
                <a:ln>
                  <a:noFill/>
                </a:ln>
                <a:solidFill>
                  <a:schemeClr val="bg1"/>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Tree>
    <p:extLst>
      <p:ext uri="{BB962C8B-B14F-4D97-AF65-F5344CB8AC3E}">
        <p14:creationId xmlns:p14="http://schemas.microsoft.com/office/powerpoint/2010/main" val="4180925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2_Break A">
    <p:spTree>
      <p:nvGrpSpPr>
        <p:cNvPr id="1" name=""/>
        <p:cNvGrpSpPr/>
        <p:nvPr/>
      </p:nvGrpSpPr>
      <p:grpSpPr>
        <a:xfrm>
          <a:off x="0" y="0"/>
          <a:ext cx="0" cy="0"/>
          <a:chOff x="0" y="0"/>
          <a:chExt cx="0" cy="0"/>
        </a:xfrm>
      </p:grpSpPr>
      <p:sp>
        <p:nvSpPr>
          <p:cNvPr id="5" name="Picture Placeholder 2"/>
          <p:cNvSpPr>
            <a:spLocks noGrp="1"/>
          </p:cNvSpPr>
          <p:nvPr>
            <p:ph type="pic" sz="quarter" idx="15" hasCustomPrompt="1"/>
          </p:nvPr>
        </p:nvSpPr>
        <p:spPr>
          <a:xfrm>
            <a:off x="-1588" y="1"/>
            <a:ext cx="12190413" cy="3370396"/>
          </a:xfrm>
          <a:prstGeom prst="rect">
            <a:avLst/>
          </a:prstGeom>
        </p:spPr>
        <p:txBody>
          <a:bodyPr anchor="ctr"/>
          <a:lstStyle>
            <a:lvl1pPr marL="0" indent="0" algn="ctr">
              <a:buNone/>
              <a:defRPr sz="1500">
                <a:solidFill>
                  <a:schemeClr val="tx1"/>
                </a:solidFill>
              </a:defRPr>
            </a:lvl1pPr>
          </a:lstStyle>
          <a:p>
            <a:r>
              <a:rPr lang="en-US" dirty="0"/>
              <a:t>Drag your images here</a:t>
            </a:r>
          </a:p>
        </p:txBody>
      </p:sp>
      <p:sp>
        <p:nvSpPr>
          <p:cNvPr id="14" name="Marcador de texto 7"/>
          <p:cNvSpPr>
            <a:spLocks noGrp="1"/>
          </p:cNvSpPr>
          <p:nvPr>
            <p:ph type="body" sz="quarter" idx="12" hasCustomPrompt="1"/>
          </p:nvPr>
        </p:nvSpPr>
        <p:spPr>
          <a:xfrm>
            <a:off x="3773548" y="1401098"/>
            <a:ext cx="4662533" cy="1969300"/>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3773548" y="3495900"/>
            <a:ext cx="4662533" cy="1409700"/>
          </a:xfrm>
          <a:prstGeom prst="rect">
            <a:avLst/>
          </a:prstGeom>
        </p:spPr>
        <p:txBody>
          <a:bodyPr lIns="0" tIns="0" rIns="0" bIns="0">
            <a:noAutofit/>
          </a:bodyPr>
          <a:lstStyle>
            <a:lvl1pPr marL="0" indent="0">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Tree>
    <p:extLst>
      <p:ext uri="{BB962C8B-B14F-4D97-AF65-F5344CB8AC3E}">
        <p14:creationId xmlns:p14="http://schemas.microsoft.com/office/powerpoint/2010/main" val="1814006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Break 02">
    <p:spTree>
      <p:nvGrpSpPr>
        <p:cNvPr id="1" name=""/>
        <p:cNvGrpSpPr/>
        <p:nvPr/>
      </p:nvGrpSpPr>
      <p:grpSpPr>
        <a:xfrm>
          <a:off x="0" y="0"/>
          <a:ext cx="0" cy="0"/>
          <a:chOff x="0" y="0"/>
          <a:chExt cx="0" cy="0"/>
        </a:xfrm>
      </p:grpSpPr>
      <p:sp>
        <p:nvSpPr>
          <p:cNvPr id="7" name="Rectangle 6"/>
          <p:cNvSpPr/>
          <p:nvPr userDrawn="1"/>
        </p:nvSpPr>
        <p:spPr>
          <a:xfrm>
            <a:off x="4305300" y="1"/>
            <a:ext cx="791241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arcador de texto 7"/>
          <p:cNvSpPr>
            <a:spLocks noGrp="1"/>
          </p:cNvSpPr>
          <p:nvPr>
            <p:ph type="body" sz="quarter" idx="12" hasCustomPrompt="1"/>
          </p:nvPr>
        </p:nvSpPr>
        <p:spPr>
          <a:xfrm>
            <a:off x="5723879" y="1602611"/>
            <a:ext cx="5185421"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5723879" y="2868378"/>
            <a:ext cx="5185421" cy="1409700"/>
          </a:xfrm>
          <a:prstGeom prst="rect">
            <a:avLst/>
          </a:prstGeom>
        </p:spPr>
        <p:txBody>
          <a:bodyPr lIns="0" tIns="0" rIns="0" bIns="0">
            <a:noAutofit/>
          </a:bodyPr>
          <a:lstStyle>
            <a:lvl1pPr marL="0" indent="0">
              <a:lnSpc>
                <a:spcPct val="150000"/>
              </a:lnSpc>
              <a:buNone/>
              <a:defRPr sz="1200" baseline="0">
                <a:ln>
                  <a:noFill/>
                </a:ln>
                <a:solidFill>
                  <a:schemeClr val="bg1"/>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
        <p:nvSpPr>
          <p:cNvPr id="20" name="Rectangle 19"/>
          <p:cNvSpPr/>
          <p:nvPr userDrawn="1"/>
        </p:nvSpPr>
        <p:spPr>
          <a:xfrm>
            <a:off x="0" y="1"/>
            <a:ext cx="43053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9914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Break 03">
    <p:spTree>
      <p:nvGrpSpPr>
        <p:cNvPr id="1" name=""/>
        <p:cNvGrpSpPr/>
        <p:nvPr/>
      </p:nvGrpSpPr>
      <p:grpSpPr>
        <a:xfrm>
          <a:off x="0" y="0"/>
          <a:ext cx="0" cy="0"/>
          <a:chOff x="0" y="0"/>
          <a:chExt cx="0" cy="0"/>
        </a:xfrm>
      </p:grpSpPr>
      <p:sp>
        <p:nvSpPr>
          <p:cNvPr id="7" name="Rectangle 6"/>
          <p:cNvSpPr/>
          <p:nvPr userDrawn="1"/>
        </p:nvSpPr>
        <p:spPr>
          <a:xfrm>
            <a:off x="4267200" y="1"/>
            <a:ext cx="791241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arcador de texto 7"/>
          <p:cNvSpPr>
            <a:spLocks noGrp="1"/>
          </p:cNvSpPr>
          <p:nvPr>
            <p:ph type="body" sz="quarter" idx="12" hasCustomPrompt="1"/>
          </p:nvPr>
        </p:nvSpPr>
        <p:spPr>
          <a:xfrm>
            <a:off x="5723879" y="1602611"/>
            <a:ext cx="5185421"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5723879" y="2868378"/>
            <a:ext cx="5185421" cy="1409700"/>
          </a:xfrm>
          <a:prstGeom prst="rect">
            <a:avLst/>
          </a:prstGeom>
        </p:spPr>
        <p:txBody>
          <a:bodyPr lIns="0" tIns="0" rIns="0" bIns="0">
            <a:noAutofit/>
          </a:bodyPr>
          <a:lstStyle>
            <a:lvl1pPr marL="0" indent="0">
              <a:lnSpc>
                <a:spcPct val="150000"/>
              </a:lnSpc>
              <a:buNone/>
              <a:defRPr sz="1200" baseline="0">
                <a:ln>
                  <a:noFill/>
                </a:ln>
                <a:solidFill>
                  <a:schemeClr val="bg1"/>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
        <p:nvSpPr>
          <p:cNvPr id="20" name="Rectangle 19"/>
          <p:cNvSpPr/>
          <p:nvPr userDrawn="1"/>
        </p:nvSpPr>
        <p:spPr>
          <a:xfrm>
            <a:off x="0" y="1"/>
            <a:ext cx="4267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8578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reak 04">
    <p:spTree>
      <p:nvGrpSpPr>
        <p:cNvPr id="1" name=""/>
        <p:cNvGrpSpPr/>
        <p:nvPr/>
      </p:nvGrpSpPr>
      <p:grpSpPr>
        <a:xfrm>
          <a:off x="0" y="0"/>
          <a:ext cx="0" cy="0"/>
          <a:chOff x="0" y="0"/>
          <a:chExt cx="0" cy="0"/>
        </a:xfrm>
      </p:grpSpPr>
      <p:sp>
        <p:nvSpPr>
          <p:cNvPr id="7" name="Rectangle 6"/>
          <p:cNvSpPr/>
          <p:nvPr userDrawn="1"/>
        </p:nvSpPr>
        <p:spPr>
          <a:xfrm>
            <a:off x="4267200" y="1"/>
            <a:ext cx="792162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arcador de texto 7"/>
          <p:cNvSpPr>
            <a:spLocks noGrp="1"/>
          </p:cNvSpPr>
          <p:nvPr>
            <p:ph type="body" sz="quarter" idx="12" hasCustomPrompt="1"/>
          </p:nvPr>
        </p:nvSpPr>
        <p:spPr>
          <a:xfrm>
            <a:off x="5723879" y="1602611"/>
            <a:ext cx="5185421"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5723879" y="2868378"/>
            <a:ext cx="5185421" cy="1409700"/>
          </a:xfrm>
          <a:prstGeom prst="rect">
            <a:avLst/>
          </a:prstGeom>
        </p:spPr>
        <p:txBody>
          <a:bodyPr lIns="0" tIns="0" rIns="0" bIns="0">
            <a:noAutofit/>
          </a:bodyPr>
          <a:lstStyle>
            <a:lvl1pPr marL="0" indent="0">
              <a:lnSpc>
                <a:spcPct val="150000"/>
              </a:lnSpc>
              <a:buNone/>
              <a:defRPr sz="1200" baseline="0">
                <a:ln>
                  <a:noFill/>
                </a:ln>
                <a:solidFill>
                  <a:schemeClr val="bg1"/>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
        <p:nvSpPr>
          <p:cNvPr id="20" name="Rectangle 19"/>
          <p:cNvSpPr/>
          <p:nvPr userDrawn="1"/>
        </p:nvSpPr>
        <p:spPr>
          <a:xfrm>
            <a:off x="0" y="1"/>
            <a:ext cx="4267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2870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Break 05">
    <p:spTree>
      <p:nvGrpSpPr>
        <p:cNvPr id="1" name=""/>
        <p:cNvGrpSpPr/>
        <p:nvPr/>
      </p:nvGrpSpPr>
      <p:grpSpPr>
        <a:xfrm>
          <a:off x="0" y="0"/>
          <a:ext cx="0" cy="0"/>
          <a:chOff x="0" y="0"/>
          <a:chExt cx="0" cy="0"/>
        </a:xfrm>
      </p:grpSpPr>
      <p:sp>
        <p:nvSpPr>
          <p:cNvPr id="7" name="Rectangle 6"/>
          <p:cNvSpPr/>
          <p:nvPr userDrawn="1"/>
        </p:nvSpPr>
        <p:spPr>
          <a:xfrm>
            <a:off x="4267200" y="1"/>
            <a:ext cx="7921625"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arcador de texto 7"/>
          <p:cNvSpPr>
            <a:spLocks noGrp="1"/>
          </p:cNvSpPr>
          <p:nvPr>
            <p:ph type="body" sz="quarter" idx="12" hasCustomPrompt="1"/>
          </p:nvPr>
        </p:nvSpPr>
        <p:spPr>
          <a:xfrm>
            <a:off x="5723879" y="1602611"/>
            <a:ext cx="5185421"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5723879" y="2868378"/>
            <a:ext cx="5185421" cy="1409700"/>
          </a:xfrm>
          <a:prstGeom prst="rect">
            <a:avLst/>
          </a:prstGeom>
        </p:spPr>
        <p:txBody>
          <a:bodyPr lIns="0" tIns="0" rIns="0" bIns="0">
            <a:noAutofit/>
          </a:bodyPr>
          <a:lstStyle>
            <a:lvl1pPr marL="0" indent="0">
              <a:lnSpc>
                <a:spcPct val="150000"/>
              </a:lnSpc>
              <a:buNone/>
              <a:defRPr sz="1200" baseline="0">
                <a:ln>
                  <a:noFill/>
                </a:ln>
                <a:solidFill>
                  <a:schemeClr val="bg1"/>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
        <p:nvSpPr>
          <p:cNvPr id="20" name="Rectangle 19"/>
          <p:cNvSpPr/>
          <p:nvPr userDrawn="1"/>
        </p:nvSpPr>
        <p:spPr>
          <a:xfrm>
            <a:off x="0" y="1"/>
            <a:ext cx="4267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91610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Break 06">
    <p:spTree>
      <p:nvGrpSpPr>
        <p:cNvPr id="1" name=""/>
        <p:cNvGrpSpPr/>
        <p:nvPr/>
      </p:nvGrpSpPr>
      <p:grpSpPr>
        <a:xfrm>
          <a:off x="0" y="0"/>
          <a:ext cx="0" cy="0"/>
          <a:chOff x="0" y="0"/>
          <a:chExt cx="0" cy="0"/>
        </a:xfrm>
      </p:grpSpPr>
      <p:sp>
        <p:nvSpPr>
          <p:cNvPr id="7" name="Rectangle 6"/>
          <p:cNvSpPr/>
          <p:nvPr userDrawn="1"/>
        </p:nvSpPr>
        <p:spPr>
          <a:xfrm>
            <a:off x="4267200" y="1"/>
            <a:ext cx="79124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Marcador de texto 7"/>
          <p:cNvSpPr>
            <a:spLocks noGrp="1"/>
          </p:cNvSpPr>
          <p:nvPr>
            <p:ph type="body" sz="quarter" idx="12" hasCustomPrompt="1"/>
          </p:nvPr>
        </p:nvSpPr>
        <p:spPr>
          <a:xfrm>
            <a:off x="5723879" y="1602611"/>
            <a:ext cx="5185421"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5723879" y="2868378"/>
            <a:ext cx="5185421" cy="1409700"/>
          </a:xfrm>
          <a:prstGeom prst="rect">
            <a:avLst/>
          </a:prstGeom>
        </p:spPr>
        <p:txBody>
          <a:bodyPr lIns="0" tIns="0" rIns="0" bIns="0">
            <a:noAutofit/>
          </a:bodyPr>
          <a:lstStyle>
            <a:lvl1pPr marL="0" indent="0">
              <a:lnSpc>
                <a:spcPct val="150000"/>
              </a:lnSpc>
              <a:buNone/>
              <a:defRPr sz="1200" baseline="0">
                <a:ln>
                  <a:noFill/>
                </a:ln>
                <a:solidFill>
                  <a:schemeClr val="bg1"/>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
        <p:nvSpPr>
          <p:cNvPr id="20" name="Rectangle 19"/>
          <p:cNvSpPr/>
          <p:nvPr userDrawn="1"/>
        </p:nvSpPr>
        <p:spPr>
          <a:xfrm>
            <a:off x="0" y="1"/>
            <a:ext cx="4267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7577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Unique title midle / Left">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761205" y="2019300"/>
            <a:ext cx="5028407" cy="457200"/>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2476500"/>
            <a:ext cx="5028407"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456406" y="2133598"/>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5" name="Text Placeholder 2"/>
          <p:cNvSpPr>
            <a:spLocks noGrp="1"/>
          </p:cNvSpPr>
          <p:nvPr>
            <p:ph type="body" sz="quarter" idx="13" hasCustomPrompt="1"/>
          </p:nvPr>
        </p:nvSpPr>
        <p:spPr>
          <a:xfrm>
            <a:off x="761205" y="3166110"/>
            <a:ext cx="5028407" cy="72009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a:t>
            </a:r>
          </a:p>
        </p:txBody>
      </p:sp>
    </p:spTree>
    <p:extLst>
      <p:ext uri="{BB962C8B-B14F-4D97-AF65-F5344CB8AC3E}">
        <p14:creationId xmlns:p14="http://schemas.microsoft.com/office/powerpoint/2010/main" val="1410574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Unique title midle / Right">
    <p:spTree>
      <p:nvGrpSpPr>
        <p:cNvPr id="1" name=""/>
        <p:cNvGrpSpPr/>
        <p:nvPr/>
      </p:nvGrpSpPr>
      <p:grpSpPr>
        <a:xfrm>
          <a:off x="0" y="0"/>
          <a:ext cx="0" cy="0"/>
          <a:chOff x="0" y="0"/>
          <a:chExt cx="0" cy="0"/>
        </a:xfrm>
      </p:grpSpPr>
      <p:sp>
        <p:nvSpPr>
          <p:cNvPr id="7" name="Marcador de texto 7"/>
          <p:cNvSpPr>
            <a:spLocks noGrp="1"/>
          </p:cNvSpPr>
          <p:nvPr>
            <p:ph type="body" sz="quarter" idx="11" hasCustomPrompt="1"/>
          </p:nvPr>
        </p:nvSpPr>
        <p:spPr>
          <a:xfrm>
            <a:off x="6729414" y="2019300"/>
            <a:ext cx="5078412" cy="457200"/>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6729414" y="2476500"/>
            <a:ext cx="5078412"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Rectángulo redondeado 4"/>
          <p:cNvSpPr/>
          <p:nvPr userDrawn="1"/>
        </p:nvSpPr>
        <p:spPr>
          <a:xfrm>
            <a:off x="6443028" y="2133598"/>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5" name="Text Placeholder 2"/>
          <p:cNvSpPr>
            <a:spLocks noGrp="1"/>
          </p:cNvSpPr>
          <p:nvPr>
            <p:ph type="body" sz="quarter" idx="13" hasCustomPrompt="1"/>
          </p:nvPr>
        </p:nvSpPr>
        <p:spPr>
          <a:xfrm>
            <a:off x="6729414" y="3154680"/>
            <a:ext cx="5078412" cy="73152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a:t>
            </a:r>
          </a:p>
        </p:txBody>
      </p:sp>
    </p:spTree>
    <p:extLst>
      <p:ext uri="{BB962C8B-B14F-4D97-AF65-F5344CB8AC3E}">
        <p14:creationId xmlns:p14="http://schemas.microsoft.com/office/powerpoint/2010/main" val="34117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Image + Title / Right">
    <p:spTree>
      <p:nvGrpSpPr>
        <p:cNvPr id="1" name=""/>
        <p:cNvGrpSpPr/>
        <p:nvPr/>
      </p:nvGrpSpPr>
      <p:grpSpPr>
        <a:xfrm>
          <a:off x="0" y="0"/>
          <a:ext cx="0" cy="0"/>
          <a:chOff x="0" y="0"/>
          <a:chExt cx="0" cy="0"/>
        </a:xfrm>
      </p:grpSpPr>
      <p:sp>
        <p:nvSpPr>
          <p:cNvPr id="15" name="Rectangle 14"/>
          <p:cNvSpPr/>
          <p:nvPr userDrawn="1"/>
        </p:nvSpPr>
        <p:spPr>
          <a:xfrm>
            <a:off x="-77117" y="0"/>
            <a:ext cx="1226594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2"/>
          <p:cNvSpPr>
            <a:spLocks noGrp="1"/>
          </p:cNvSpPr>
          <p:nvPr>
            <p:ph type="pic" sz="quarter" idx="14" hasCustomPrompt="1"/>
          </p:nvPr>
        </p:nvSpPr>
        <p:spPr>
          <a:xfrm>
            <a:off x="6092825" y="0"/>
            <a:ext cx="6096000" cy="6858000"/>
          </a:xfrm>
          <a:prstGeom prst="rect">
            <a:avLst/>
          </a:prstGeom>
        </p:spPr>
        <p:txBody>
          <a:bodyPr anchor="ctr"/>
          <a:lstStyle>
            <a:lvl1pPr marL="0" indent="0" algn="ctr">
              <a:buNone/>
              <a:defRPr sz="1500">
                <a:solidFill>
                  <a:schemeClr val="tx1"/>
                </a:solidFill>
              </a:defRPr>
            </a:lvl1pPr>
          </a:lstStyle>
          <a:p>
            <a:r>
              <a:rPr lang="en-US" dirty="0"/>
              <a:t>Drag your images here</a:t>
            </a:r>
          </a:p>
        </p:txBody>
      </p:sp>
      <p:sp>
        <p:nvSpPr>
          <p:cNvPr id="12" name="Marcador de texto 7"/>
          <p:cNvSpPr>
            <a:spLocks noGrp="1"/>
          </p:cNvSpPr>
          <p:nvPr>
            <p:ph type="body" sz="quarter" idx="11" hasCustomPrompt="1"/>
          </p:nvPr>
        </p:nvSpPr>
        <p:spPr>
          <a:xfrm>
            <a:off x="7038968" y="685802"/>
            <a:ext cx="4290745" cy="419098"/>
          </a:xfrm>
          <a:prstGeom prst="rect">
            <a:avLst/>
          </a:prstGeom>
          <a:noFill/>
        </p:spPr>
        <p:txBody>
          <a:bodyPr vert="horz" lIns="0" tIns="0" rIns="0" bIns="0" anchor="ctr"/>
          <a:lstStyle>
            <a:lvl1pPr marL="0" indent="0" algn="l">
              <a:buNone/>
              <a:defRPr sz="1500" b="1" i="0">
                <a:solidFill>
                  <a:schemeClr val="bg1"/>
                </a:solidFill>
                <a:latin typeface="Raleway" charset="0"/>
                <a:ea typeface="Raleway" charset="0"/>
                <a:cs typeface="Raleway" charset="0"/>
              </a:defRPr>
            </a:lvl1pPr>
          </a:lstStyle>
          <a:p>
            <a:pPr lvl="0"/>
            <a:r>
              <a:rPr lang="es-ES_tradnl" dirty="0"/>
              <a:t>YOUR TITLE HERE</a:t>
            </a:r>
          </a:p>
        </p:txBody>
      </p:sp>
      <p:sp>
        <p:nvSpPr>
          <p:cNvPr id="13" name="Marcador de texto 7"/>
          <p:cNvSpPr>
            <a:spLocks noGrp="1"/>
          </p:cNvSpPr>
          <p:nvPr>
            <p:ph type="body" sz="quarter" idx="12" hasCustomPrompt="1"/>
          </p:nvPr>
        </p:nvSpPr>
        <p:spPr>
          <a:xfrm>
            <a:off x="7051683" y="1104900"/>
            <a:ext cx="4279892" cy="1828800"/>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a:t>
            </a:r>
          </a:p>
          <a:p>
            <a:pPr lvl="0"/>
            <a:r>
              <a:rPr lang="es-ES_tradnl" dirty="0"/>
              <a:t>HERE</a:t>
            </a:r>
          </a:p>
        </p:txBody>
      </p:sp>
      <p:sp>
        <p:nvSpPr>
          <p:cNvPr id="14" name="Text Placeholder 2"/>
          <p:cNvSpPr>
            <a:spLocks noGrp="1"/>
          </p:cNvSpPr>
          <p:nvPr>
            <p:ph type="body" sz="quarter" idx="13" hasCustomPrompt="1"/>
          </p:nvPr>
        </p:nvSpPr>
        <p:spPr>
          <a:xfrm>
            <a:off x="7051683" y="2933700"/>
            <a:ext cx="4279892" cy="3238500"/>
          </a:xfrm>
          <a:prstGeom prst="rect">
            <a:avLst/>
          </a:prstGeom>
        </p:spPr>
        <p:txBody>
          <a:bodyPr lIns="0" tIns="0" rIns="0" bIns="0">
            <a:noAutofit/>
          </a:bodyPr>
          <a:lstStyle>
            <a:lvl1pPr marL="0" indent="0">
              <a:lnSpc>
                <a:spcPct val="150000"/>
              </a:lnSpc>
              <a:buNone/>
              <a:defRPr sz="1200" baseline="0">
                <a:ln>
                  <a:noFill/>
                </a:ln>
                <a:solidFill>
                  <a:schemeClr val="accent5">
                    <a:lumMod val="20000"/>
                    <a:lumOff val="8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p>
        </p:txBody>
      </p:sp>
    </p:spTree>
    <p:extLst>
      <p:ext uri="{BB962C8B-B14F-4D97-AF65-F5344CB8AC3E}">
        <p14:creationId xmlns:p14="http://schemas.microsoft.com/office/powerpoint/2010/main" val="1446661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Image + Title / Left">
    <p:spTree>
      <p:nvGrpSpPr>
        <p:cNvPr id="1" name=""/>
        <p:cNvGrpSpPr/>
        <p:nvPr/>
      </p:nvGrpSpPr>
      <p:grpSpPr>
        <a:xfrm>
          <a:off x="0" y="0"/>
          <a:ext cx="0" cy="0"/>
          <a:chOff x="0" y="0"/>
          <a:chExt cx="0" cy="0"/>
        </a:xfrm>
      </p:grpSpPr>
      <p:sp>
        <p:nvSpPr>
          <p:cNvPr id="12" name="Rectangle 11"/>
          <p:cNvSpPr/>
          <p:nvPr userDrawn="1"/>
        </p:nvSpPr>
        <p:spPr>
          <a:xfrm>
            <a:off x="3809" y="1104900"/>
            <a:ext cx="12185016" cy="5753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2"/>
          <p:cNvSpPr>
            <a:spLocks noGrp="1"/>
          </p:cNvSpPr>
          <p:nvPr>
            <p:ph type="pic" sz="quarter" idx="14" hasCustomPrompt="1"/>
          </p:nvPr>
        </p:nvSpPr>
        <p:spPr>
          <a:xfrm>
            <a:off x="3809" y="0"/>
            <a:ext cx="6096000" cy="6858000"/>
          </a:xfrm>
          <a:prstGeom prst="rect">
            <a:avLst/>
          </a:prstGeom>
        </p:spPr>
        <p:txBody>
          <a:bodyPr anchor="ctr"/>
          <a:lstStyle>
            <a:lvl1pPr marL="0" indent="0" algn="ctr">
              <a:buNone/>
              <a:defRPr sz="1500">
                <a:solidFill>
                  <a:schemeClr val="tx1"/>
                </a:solidFill>
              </a:defRPr>
            </a:lvl1pPr>
          </a:lstStyle>
          <a:p>
            <a:r>
              <a:rPr lang="en-US" dirty="0"/>
              <a:t>Drag your images here</a:t>
            </a:r>
          </a:p>
        </p:txBody>
      </p:sp>
      <p:sp>
        <p:nvSpPr>
          <p:cNvPr id="7" name="Marcador de texto 7"/>
          <p:cNvSpPr>
            <a:spLocks noGrp="1"/>
          </p:cNvSpPr>
          <p:nvPr>
            <p:ph type="body" sz="quarter" idx="11" hasCustomPrompt="1"/>
          </p:nvPr>
        </p:nvSpPr>
        <p:spPr>
          <a:xfrm>
            <a:off x="761205" y="685802"/>
            <a:ext cx="4572795" cy="419098"/>
          </a:xfrm>
          <a:prstGeom prst="rect">
            <a:avLst/>
          </a:prstGeom>
          <a:noFill/>
        </p:spPr>
        <p:txBody>
          <a:bodyPr vert="horz" lIns="0" tIns="0" rIns="0" bIns="0" anchor="ctr"/>
          <a:lstStyle>
            <a:lvl1pPr marL="0" indent="0" algn="l">
              <a:buNone/>
              <a:defRPr sz="1500" b="1" i="0">
                <a:solidFill>
                  <a:schemeClr val="bg1"/>
                </a:solidFill>
                <a:latin typeface="Raleway" charset="0"/>
                <a:ea typeface="Raleway" charset="0"/>
                <a:cs typeface="Raleway" charset="0"/>
              </a:defRPr>
            </a:lvl1pPr>
          </a:lstStyle>
          <a:p>
            <a:pPr lvl="0"/>
            <a:r>
              <a:rPr lang="es-ES_tradnl" dirty="0"/>
              <a:t>YOUR TITLE HERE</a:t>
            </a:r>
          </a:p>
        </p:txBody>
      </p:sp>
      <p:sp>
        <p:nvSpPr>
          <p:cNvPr id="8" name="Marcador de texto 7"/>
          <p:cNvSpPr>
            <a:spLocks noGrp="1"/>
          </p:cNvSpPr>
          <p:nvPr>
            <p:ph type="body" sz="quarter" idx="12" hasCustomPrompt="1"/>
          </p:nvPr>
        </p:nvSpPr>
        <p:spPr>
          <a:xfrm>
            <a:off x="761205" y="1104900"/>
            <a:ext cx="4572795" cy="1828800"/>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a:t>
            </a:r>
          </a:p>
          <a:p>
            <a:pPr lvl="0"/>
            <a:r>
              <a:rPr lang="es-ES_tradnl" dirty="0"/>
              <a:t>HERE</a:t>
            </a:r>
          </a:p>
        </p:txBody>
      </p:sp>
      <p:sp>
        <p:nvSpPr>
          <p:cNvPr id="3" name="Text Placeholder 2"/>
          <p:cNvSpPr>
            <a:spLocks noGrp="1"/>
          </p:cNvSpPr>
          <p:nvPr>
            <p:ph type="body" sz="quarter" idx="13" hasCustomPrompt="1"/>
          </p:nvPr>
        </p:nvSpPr>
        <p:spPr>
          <a:xfrm>
            <a:off x="761205" y="2933700"/>
            <a:ext cx="4573517" cy="3238500"/>
          </a:xfrm>
          <a:prstGeom prst="rect">
            <a:avLst/>
          </a:prstGeom>
        </p:spPr>
        <p:txBody>
          <a:bodyPr lIns="0" tIns="0" rIns="0" bIns="0">
            <a:noAutofit/>
          </a:bodyPr>
          <a:lstStyle>
            <a:lvl1pPr marL="0" indent="0">
              <a:lnSpc>
                <a:spcPct val="150000"/>
              </a:lnSpc>
              <a:buNone/>
              <a:defRPr sz="1200" baseline="0">
                <a:ln>
                  <a:noFill/>
                </a:ln>
                <a:solidFill>
                  <a:schemeClr val="accent2">
                    <a:lumMod val="20000"/>
                    <a:lumOff val="8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p>
        </p:txBody>
      </p:sp>
    </p:spTree>
    <p:extLst>
      <p:ext uri="{BB962C8B-B14F-4D97-AF65-F5344CB8AC3E}">
        <p14:creationId xmlns:p14="http://schemas.microsoft.com/office/powerpoint/2010/main" val="682594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wo images">
    <p:spTree>
      <p:nvGrpSpPr>
        <p:cNvPr id="1" name=""/>
        <p:cNvGrpSpPr/>
        <p:nvPr/>
      </p:nvGrpSpPr>
      <p:grpSpPr>
        <a:xfrm>
          <a:off x="0" y="0"/>
          <a:ext cx="0" cy="0"/>
          <a:chOff x="0" y="0"/>
          <a:chExt cx="0" cy="0"/>
        </a:xfrm>
      </p:grpSpPr>
      <p:sp>
        <p:nvSpPr>
          <p:cNvPr id="16" name="Marcador de texto 7"/>
          <p:cNvSpPr>
            <a:spLocks noGrp="1"/>
          </p:cNvSpPr>
          <p:nvPr>
            <p:ph type="body" sz="quarter" idx="11" hasCustomPrompt="1"/>
          </p:nvPr>
        </p:nvSpPr>
        <p:spPr>
          <a:xfrm>
            <a:off x="3554346" y="685802"/>
            <a:ext cx="5080133" cy="419098"/>
          </a:xfrm>
          <a:prstGeom prst="rect">
            <a:avLst/>
          </a:prstGeom>
          <a:noFill/>
        </p:spPr>
        <p:txBody>
          <a:bodyPr vert="horz" lIns="0" tIns="0" rIns="0" bIns="0" anchor="ct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7" name="Marcador de texto 7"/>
          <p:cNvSpPr>
            <a:spLocks noGrp="1"/>
          </p:cNvSpPr>
          <p:nvPr>
            <p:ph type="body" sz="quarter" idx="12" hasCustomPrompt="1"/>
          </p:nvPr>
        </p:nvSpPr>
        <p:spPr>
          <a:xfrm>
            <a:off x="914399" y="1104900"/>
            <a:ext cx="10417175" cy="457200"/>
          </a:xfrm>
          <a:prstGeom prst="rect">
            <a:avLst/>
          </a:prstGeom>
          <a:noFill/>
        </p:spPr>
        <p:txBody>
          <a:bodyPr vert="horz" wrap="none" lIns="0" tIns="91440" rIns="0" bIns="0" anchor="t" anchorCtr="0">
            <a:noAutofit/>
          </a:bodyPr>
          <a:lstStyle>
            <a:lvl1pPr marL="0" indent="0" algn="ctr">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TITLE HERE</a:t>
            </a:r>
          </a:p>
        </p:txBody>
      </p:sp>
      <p:sp>
        <p:nvSpPr>
          <p:cNvPr id="5" name="Picture Placeholder 2"/>
          <p:cNvSpPr>
            <a:spLocks noGrp="1"/>
          </p:cNvSpPr>
          <p:nvPr>
            <p:ph type="pic" sz="quarter" idx="15" hasCustomPrompt="1"/>
          </p:nvPr>
        </p:nvSpPr>
        <p:spPr>
          <a:xfrm>
            <a:off x="914400" y="1858880"/>
            <a:ext cx="4875213" cy="2781300"/>
          </a:xfrm>
          <a:prstGeom prst="rect">
            <a:avLst/>
          </a:prstGeom>
        </p:spPr>
        <p:txBody>
          <a:bodyPr anchor="ctr"/>
          <a:lstStyle>
            <a:lvl1pPr marL="0" indent="0" algn="ctr">
              <a:buNone/>
              <a:defRPr sz="1500">
                <a:solidFill>
                  <a:schemeClr val="tx1"/>
                </a:solidFill>
              </a:defRPr>
            </a:lvl1pPr>
          </a:lstStyle>
          <a:p>
            <a:r>
              <a:rPr lang="en-US" dirty="0"/>
              <a:t>Drag your images here</a:t>
            </a:r>
          </a:p>
        </p:txBody>
      </p:sp>
      <p:sp>
        <p:nvSpPr>
          <p:cNvPr id="8" name="Marcador de texto 7"/>
          <p:cNvSpPr>
            <a:spLocks noGrp="1"/>
          </p:cNvSpPr>
          <p:nvPr>
            <p:ph type="body" sz="quarter" idx="18" hasCustomPrompt="1"/>
          </p:nvPr>
        </p:nvSpPr>
        <p:spPr>
          <a:xfrm>
            <a:off x="914401" y="4646710"/>
            <a:ext cx="4875213" cy="450670"/>
          </a:xfrm>
          <a:prstGeom prst="rect">
            <a:avLst/>
          </a:prstGeom>
          <a:noFill/>
        </p:spPr>
        <p:txBody>
          <a:bodyPr vert="horz" lIns="0" tIns="0" rIns="0" bIns="0" anchor="b"/>
          <a:lstStyle>
            <a:lvl1pPr marL="0" indent="0" algn="l">
              <a:buNone/>
              <a:defRPr sz="1200" b="1" i="0">
                <a:solidFill>
                  <a:schemeClr val="accent3"/>
                </a:solidFill>
                <a:latin typeface="Raleway" charset="0"/>
                <a:ea typeface="Raleway" charset="0"/>
                <a:cs typeface="Raleway" charset="0"/>
              </a:defRPr>
            </a:lvl1pPr>
          </a:lstStyle>
          <a:p>
            <a:pPr lvl="0"/>
            <a:r>
              <a:rPr lang="es-ES_tradnl" dirty="0"/>
              <a:t>YOUR TITLE HERE</a:t>
            </a:r>
          </a:p>
        </p:txBody>
      </p:sp>
      <p:sp>
        <p:nvSpPr>
          <p:cNvPr id="9" name="Marcador de texto 7"/>
          <p:cNvSpPr>
            <a:spLocks noGrp="1"/>
          </p:cNvSpPr>
          <p:nvPr>
            <p:ph type="body" sz="quarter" idx="19" hasCustomPrompt="1"/>
          </p:nvPr>
        </p:nvSpPr>
        <p:spPr>
          <a:xfrm>
            <a:off x="914401" y="5103909"/>
            <a:ext cx="4875213" cy="318323"/>
          </a:xfrm>
          <a:prstGeom prst="rect">
            <a:avLst/>
          </a:prstGeom>
          <a:noFill/>
        </p:spPr>
        <p:txBody>
          <a:bodyPr vert="horz" wrap="none" lIns="0" tIns="91440" rIns="0" bIns="0" anchor="t" anchorCtr="0">
            <a:noAutofit/>
          </a:bodyPr>
          <a:lstStyle>
            <a:lvl1pPr marL="0" indent="0" algn="l">
              <a:buNone/>
              <a:defRPr sz="12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0" name="Text Placeholder 2"/>
          <p:cNvSpPr>
            <a:spLocks noGrp="1"/>
          </p:cNvSpPr>
          <p:nvPr>
            <p:ph type="body" sz="quarter" idx="13" hasCustomPrompt="1"/>
          </p:nvPr>
        </p:nvSpPr>
        <p:spPr>
          <a:xfrm>
            <a:off x="914401" y="5474370"/>
            <a:ext cx="4875213" cy="457200"/>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
        <p:nvSpPr>
          <p:cNvPr id="27" name="Picture Placeholder 2"/>
          <p:cNvSpPr>
            <a:spLocks noGrp="1"/>
          </p:cNvSpPr>
          <p:nvPr>
            <p:ph type="pic" sz="quarter" idx="20" hasCustomPrompt="1"/>
          </p:nvPr>
        </p:nvSpPr>
        <p:spPr>
          <a:xfrm>
            <a:off x="6410325" y="1858880"/>
            <a:ext cx="4921250" cy="2781300"/>
          </a:xfrm>
          <a:prstGeom prst="rect">
            <a:avLst/>
          </a:prstGeom>
        </p:spPr>
        <p:txBody>
          <a:bodyPr anchor="ctr"/>
          <a:lstStyle>
            <a:lvl1pPr marL="0" indent="0" algn="ctr">
              <a:buNone/>
              <a:defRPr sz="1500">
                <a:solidFill>
                  <a:schemeClr val="tx1"/>
                </a:solidFill>
              </a:defRPr>
            </a:lvl1pPr>
          </a:lstStyle>
          <a:p>
            <a:r>
              <a:rPr lang="en-US" dirty="0"/>
              <a:t>Drag your images here</a:t>
            </a:r>
          </a:p>
        </p:txBody>
      </p:sp>
      <p:sp>
        <p:nvSpPr>
          <p:cNvPr id="28" name="Marcador de texto 7"/>
          <p:cNvSpPr>
            <a:spLocks noGrp="1"/>
          </p:cNvSpPr>
          <p:nvPr>
            <p:ph type="body" sz="quarter" idx="21" hasCustomPrompt="1"/>
          </p:nvPr>
        </p:nvSpPr>
        <p:spPr>
          <a:xfrm>
            <a:off x="6410326" y="4646710"/>
            <a:ext cx="4921250" cy="450670"/>
          </a:xfrm>
          <a:prstGeom prst="rect">
            <a:avLst/>
          </a:prstGeom>
          <a:noFill/>
        </p:spPr>
        <p:txBody>
          <a:bodyPr vert="horz" lIns="0" tIns="0" rIns="0" bIns="0" anchor="b"/>
          <a:lstStyle>
            <a:lvl1pPr marL="0" indent="0" algn="l">
              <a:buNone/>
              <a:defRPr sz="1200" b="1" i="0">
                <a:solidFill>
                  <a:schemeClr val="accent3"/>
                </a:solidFill>
                <a:latin typeface="Raleway" charset="0"/>
                <a:ea typeface="Raleway" charset="0"/>
                <a:cs typeface="Raleway" charset="0"/>
              </a:defRPr>
            </a:lvl1pPr>
          </a:lstStyle>
          <a:p>
            <a:pPr lvl="0"/>
            <a:r>
              <a:rPr lang="es-ES_tradnl" dirty="0"/>
              <a:t>YOUR TITLE HERE</a:t>
            </a:r>
          </a:p>
        </p:txBody>
      </p:sp>
      <p:sp>
        <p:nvSpPr>
          <p:cNvPr id="29" name="Marcador de texto 7"/>
          <p:cNvSpPr>
            <a:spLocks noGrp="1"/>
          </p:cNvSpPr>
          <p:nvPr>
            <p:ph type="body" sz="quarter" idx="22" hasCustomPrompt="1"/>
          </p:nvPr>
        </p:nvSpPr>
        <p:spPr>
          <a:xfrm>
            <a:off x="6410326" y="5103909"/>
            <a:ext cx="4921250" cy="318323"/>
          </a:xfrm>
          <a:prstGeom prst="rect">
            <a:avLst/>
          </a:prstGeom>
          <a:noFill/>
        </p:spPr>
        <p:txBody>
          <a:bodyPr vert="horz" wrap="none" lIns="0" tIns="91440" rIns="0" bIns="0" anchor="t" anchorCtr="0">
            <a:noAutofit/>
          </a:bodyPr>
          <a:lstStyle>
            <a:lvl1pPr marL="0" indent="0" algn="l">
              <a:buNone/>
              <a:defRPr sz="12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30" name="Text Placeholder 2"/>
          <p:cNvSpPr>
            <a:spLocks noGrp="1"/>
          </p:cNvSpPr>
          <p:nvPr>
            <p:ph type="body" sz="quarter" idx="23" hasCustomPrompt="1"/>
          </p:nvPr>
        </p:nvSpPr>
        <p:spPr>
          <a:xfrm>
            <a:off x="6410326" y="5474370"/>
            <a:ext cx="4921250" cy="457200"/>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Tree>
    <p:extLst>
      <p:ext uri="{BB962C8B-B14F-4D97-AF65-F5344CB8AC3E}">
        <p14:creationId xmlns:p14="http://schemas.microsoft.com/office/powerpoint/2010/main" val="1181899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riple images">
    <p:spTree>
      <p:nvGrpSpPr>
        <p:cNvPr id="1" name=""/>
        <p:cNvGrpSpPr/>
        <p:nvPr/>
      </p:nvGrpSpPr>
      <p:grpSpPr>
        <a:xfrm>
          <a:off x="0" y="0"/>
          <a:ext cx="0" cy="0"/>
          <a:chOff x="0" y="0"/>
          <a:chExt cx="0" cy="0"/>
        </a:xfrm>
      </p:grpSpPr>
      <p:sp>
        <p:nvSpPr>
          <p:cNvPr id="16" name="Marcador de texto 7"/>
          <p:cNvSpPr>
            <a:spLocks noGrp="1"/>
          </p:cNvSpPr>
          <p:nvPr>
            <p:ph type="body" sz="quarter" idx="11" hasCustomPrompt="1"/>
          </p:nvPr>
        </p:nvSpPr>
        <p:spPr>
          <a:xfrm>
            <a:off x="3554346" y="685802"/>
            <a:ext cx="5080133" cy="419098"/>
          </a:xfrm>
          <a:prstGeom prst="rect">
            <a:avLst/>
          </a:prstGeom>
          <a:noFill/>
        </p:spPr>
        <p:txBody>
          <a:bodyPr vert="horz" lIns="0" tIns="0" rIns="0" bIns="0" anchor="ct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7" name="Marcador de texto 7"/>
          <p:cNvSpPr>
            <a:spLocks noGrp="1"/>
          </p:cNvSpPr>
          <p:nvPr>
            <p:ph type="body" sz="quarter" idx="12" hasCustomPrompt="1"/>
          </p:nvPr>
        </p:nvSpPr>
        <p:spPr>
          <a:xfrm>
            <a:off x="869833" y="1104900"/>
            <a:ext cx="10461742" cy="457200"/>
          </a:xfrm>
          <a:prstGeom prst="rect">
            <a:avLst/>
          </a:prstGeom>
          <a:noFill/>
        </p:spPr>
        <p:txBody>
          <a:bodyPr vert="horz" wrap="none" lIns="0" tIns="91440" rIns="0" bIns="0" anchor="t" anchorCtr="0">
            <a:noAutofit/>
          </a:bodyPr>
          <a:lstStyle>
            <a:lvl1pPr marL="0" indent="0" algn="ctr">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TITLE HERE</a:t>
            </a:r>
          </a:p>
        </p:txBody>
      </p:sp>
      <p:sp>
        <p:nvSpPr>
          <p:cNvPr id="5" name="Picture Placeholder 2"/>
          <p:cNvSpPr>
            <a:spLocks noGrp="1"/>
          </p:cNvSpPr>
          <p:nvPr>
            <p:ph type="pic" sz="quarter" idx="15" hasCustomPrompt="1"/>
          </p:nvPr>
        </p:nvSpPr>
        <p:spPr>
          <a:xfrm>
            <a:off x="1143792" y="2019300"/>
            <a:ext cx="3123407" cy="2781300"/>
          </a:xfrm>
          <a:prstGeom prst="rect">
            <a:avLst/>
          </a:prstGeom>
        </p:spPr>
        <p:txBody>
          <a:bodyPr anchor="ctr"/>
          <a:lstStyle>
            <a:lvl1pPr marL="0" indent="0" algn="ctr">
              <a:buNone/>
              <a:defRPr sz="1500">
                <a:solidFill>
                  <a:schemeClr val="tx1"/>
                </a:solidFill>
              </a:defRPr>
            </a:lvl1pPr>
          </a:lstStyle>
          <a:p>
            <a:r>
              <a:rPr lang="en-US" dirty="0"/>
              <a:t>Drag your images here</a:t>
            </a:r>
          </a:p>
        </p:txBody>
      </p:sp>
      <p:sp>
        <p:nvSpPr>
          <p:cNvPr id="8" name="Marcador de texto 7"/>
          <p:cNvSpPr>
            <a:spLocks noGrp="1"/>
          </p:cNvSpPr>
          <p:nvPr>
            <p:ph type="body" sz="quarter" idx="18" hasCustomPrompt="1"/>
          </p:nvPr>
        </p:nvSpPr>
        <p:spPr>
          <a:xfrm>
            <a:off x="1143793" y="4807130"/>
            <a:ext cx="3123407" cy="450670"/>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9" name="Marcador de texto 7"/>
          <p:cNvSpPr>
            <a:spLocks noGrp="1"/>
          </p:cNvSpPr>
          <p:nvPr>
            <p:ph type="body" sz="quarter" idx="19" hasCustomPrompt="1"/>
          </p:nvPr>
        </p:nvSpPr>
        <p:spPr>
          <a:xfrm>
            <a:off x="1143793" y="5264329"/>
            <a:ext cx="3123407" cy="286239"/>
          </a:xfrm>
          <a:prstGeom prst="rect">
            <a:avLst/>
          </a:prstGeom>
          <a:noFill/>
        </p:spPr>
        <p:txBody>
          <a:bodyPr vert="horz" wrap="none" lIns="0" tIns="91440" rIns="0" bIns="0" anchor="t" anchorCtr="0">
            <a:noAutofit/>
          </a:bodyPr>
          <a:lstStyle>
            <a:lvl1pPr marL="0" indent="0" algn="l">
              <a:buNone/>
              <a:defRPr sz="10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0" name="Text Placeholder 2"/>
          <p:cNvSpPr>
            <a:spLocks noGrp="1"/>
          </p:cNvSpPr>
          <p:nvPr>
            <p:ph type="body" sz="quarter" idx="13" hasCustomPrompt="1"/>
          </p:nvPr>
        </p:nvSpPr>
        <p:spPr>
          <a:xfrm>
            <a:off x="1143793" y="5570622"/>
            <a:ext cx="3123407" cy="457200"/>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
        <p:nvSpPr>
          <p:cNvPr id="11" name="Picture Placeholder 2"/>
          <p:cNvSpPr>
            <a:spLocks noGrp="1"/>
          </p:cNvSpPr>
          <p:nvPr>
            <p:ph type="pic" sz="quarter" idx="20" hasCustomPrompt="1"/>
          </p:nvPr>
        </p:nvSpPr>
        <p:spPr>
          <a:xfrm>
            <a:off x="4570413" y="2019300"/>
            <a:ext cx="3123407" cy="2781300"/>
          </a:xfrm>
          <a:prstGeom prst="rect">
            <a:avLst/>
          </a:prstGeom>
        </p:spPr>
        <p:txBody>
          <a:bodyPr anchor="ctr"/>
          <a:lstStyle>
            <a:lvl1pPr marL="0" indent="0" algn="ctr">
              <a:buNone/>
              <a:defRPr sz="1500">
                <a:solidFill>
                  <a:schemeClr val="tx1"/>
                </a:solidFill>
              </a:defRPr>
            </a:lvl1pPr>
          </a:lstStyle>
          <a:p>
            <a:r>
              <a:rPr lang="en-US" dirty="0"/>
              <a:t>Drag your images here</a:t>
            </a:r>
          </a:p>
        </p:txBody>
      </p:sp>
      <p:sp>
        <p:nvSpPr>
          <p:cNvPr id="15" name="Picture Placeholder 2"/>
          <p:cNvSpPr>
            <a:spLocks noGrp="1"/>
          </p:cNvSpPr>
          <p:nvPr>
            <p:ph type="pic" sz="quarter" idx="24" hasCustomPrompt="1"/>
          </p:nvPr>
        </p:nvSpPr>
        <p:spPr>
          <a:xfrm>
            <a:off x="7997034" y="2019300"/>
            <a:ext cx="3123407" cy="2781300"/>
          </a:xfrm>
          <a:prstGeom prst="rect">
            <a:avLst/>
          </a:prstGeom>
        </p:spPr>
        <p:txBody>
          <a:bodyPr anchor="ctr"/>
          <a:lstStyle>
            <a:lvl1pPr marL="0" indent="0" algn="ctr">
              <a:buNone/>
              <a:defRPr sz="1500">
                <a:solidFill>
                  <a:schemeClr val="tx1"/>
                </a:solidFill>
              </a:defRPr>
            </a:lvl1pPr>
          </a:lstStyle>
          <a:p>
            <a:r>
              <a:rPr lang="en-US" dirty="0"/>
              <a:t>Drag your images here</a:t>
            </a:r>
          </a:p>
        </p:txBody>
      </p:sp>
      <p:sp>
        <p:nvSpPr>
          <p:cNvPr id="21" name="Marcador de texto 7"/>
          <p:cNvSpPr>
            <a:spLocks noGrp="1"/>
          </p:cNvSpPr>
          <p:nvPr>
            <p:ph type="body" sz="quarter" idx="25" hasCustomPrompt="1"/>
          </p:nvPr>
        </p:nvSpPr>
        <p:spPr>
          <a:xfrm>
            <a:off x="4570413" y="4807130"/>
            <a:ext cx="3123407" cy="450670"/>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22" name="Marcador de texto 7"/>
          <p:cNvSpPr>
            <a:spLocks noGrp="1"/>
          </p:cNvSpPr>
          <p:nvPr>
            <p:ph type="body" sz="quarter" idx="26" hasCustomPrompt="1"/>
          </p:nvPr>
        </p:nvSpPr>
        <p:spPr>
          <a:xfrm>
            <a:off x="4570413" y="5264329"/>
            <a:ext cx="3123407" cy="286239"/>
          </a:xfrm>
          <a:prstGeom prst="rect">
            <a:avLst/>
          </a:prstGeom>
          <a:noFill/>
        </p:spPr>
        <p:txBody>
          <a:bodyPr vert="horz" wrap="none" lIns="0" tIns="91440" rIns="0" bIns="0" anchor="t" anchorCtr="0">
            <a:noAutofit/>
          </a:bodyPr>
          <a:lstStyle>
            <a:lvl1pPr marL="0" indent="0" algn="l">
              <a:buNone/>
              <a:defRPr sz="10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23" name="Text Placeholder 2"/>
          <p:cNvSpPr>
            <a:spLocks noGrp="1"/>
          </p:cNvSpPr>
          <p:nvPr>
            <p:ph type="body" sz="quarter" idx="27" hasCustomPrompt="1"/>
          </p:nvPr>
        </p:nvSpPr>
        <p:spPr>
          <a:xfrm>
            <a:off x="4570413" y="5570622"/>
            <a:ext cx="3123407" cy="457200"/>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
        <p:nvSpPr>
          <p:cNvPr id="24" name="Marcador de texto 7"/>
          <p:cNvSpPr>
            <a:spLocks noGrp="1"/>
          </p:cNvSpPr>
          <p:nvPr>
            <p:ph type="body" sz="quarter" idx="28" hasCustomPrompt="1"/>
          </p:nvPr>
        </p:nvSpPr>
        <p:spPr>
          <a:xfrm>
            <a:off x="7997034" y="4807130"/>
            <a:ext cx="3123407" cy="450670"/>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25" name="Marcador de texto 7"/>
          <p:cNvSpPr>
            <a:spLocks noGrp="1"/>
          </p:cNvSpPr>
          <p:nvPr>
            <p:ph type="body" sz="quarter" idx="29" hasCustomPrompt="1"/>
          </p:nvPr>
        </p:nvSpPr>
        <p:spPr>
          <a:xfrm>
            <a:off x="7997034" y="5264329"/>
            <a:ext cx="3123407" cy="286239"/>
          </a:xfrm>
          <a:prstGeom prst="rect">
            <a:avLst/>
          </a:prstGeom>
          <a:noFill/>
        </p:spPr>
        <p:txBody>
          <a:bodyPr vert="horz" wrap="none" lIns="0" tIns="91440" rIns="0" bIns="0" anchor="t" anchorCtr="0">
            <a:noAutofit/>
          </a:bodyPr>
          <a:lstStyle>
            <a:lvl1pPr marL="0" indent="0" algn="l">
              <a:buNone/>
              <a:defRPr sz="10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26" name="Text Placeholder 2"/>
          <p:cNvSpPr>
            <a:spLocks noGrp="1"/>
          </p:cNvSpPr>
          <p:nvPr>
            <p:ph type="body" sz="quarter" idx="30" hasCustomPrompt="1"/>
          </p:nvPr>
        </p:nvSpPr>
        <p:spPr>
          <a:xfrm>
            <a:off x="7997034" y="5570622"/>
            <a:ext cx="3123407" cy="457200"/>
          </a:xfrm>
          <a:prstGeom prst="rect">
            <a:avLst/>
          </a:prstGeom>
        </p:spPr>
        <p:txBody>
          <a:bodyPr lIns="0" tIns="0" rIns="0" bIns="0" anchor="t">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Tree>
    <p:extLst>
      <p:ext uri="{BB962C8B-B14F-4D97-AF65-F5344CB8AC3E}">
        <p14:creationId xmlns:p14="http://schemas.microsoft.com/office/powerpoint/2010/main" val="732065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2_Title+Image left + small text">
    <p:spTree>
      <p:nvGrpSpPr>
        <p:cNvPr id="1" name=""/>
        <p:cNvGrpSpPr/>
        <p:nvPr/>
      </p:nvGrpSpPr>
      <p:grpSpPr>
        <a:xfrm>
          <a:off x="0" y="0"/>
          <a:ext cx="0" cy="0"/>
          <a:chOff x="0" y="0"/>
          <a:chExt cx="0" cy="0"/>
        </a:xfrm>
      </p:grpSpPr>
      <p:sp>
        <p:nvSpPr>
          <p:cNvPr id="20" name="Picture Placeholder 19"/>
          <p:cNvSpPr>
            <a:spLocks noGrp="1"/>
          </p:cNvSpPr>
          <p:nvPr>
            <p:ph type="pic" sz="quarter" idx="17" hasCustomPrompt="1"/>
          </p:nvPr>
        </p:nvSpPr>
        <p:spPr>
          <a:xfrm>
            <a:off x="685622" y="1200151"/>
            <a:ext cx="4570809" cy="4457700"/>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Lst>
            <a:ahLst/>
            <a:cxnLst>
              <a:cxn ang="0">
                <a:pos x="connsiteX0" y="connsiteY0"/>
              </a:cxn>
              <a:cxn ang="0">
                <a:pos x="connsiteX1" y="connsiteY1"/>
              </a:cxn>
              <a:cxn ang="0">
                <a:pos x="connsiteX2" y="connsiteY2"/>
              </a:cxn>
              <a:cxn ang="0">
                <a:pos x="connsiteX3" y="connsiteY3"/>
              </a:cxn>
            </a:cxnLst>
            <a:rect l="l" t="t" r="r" b="b"/>
            <a:pathLst>
              <a:path w="4572000" h="4572000">
                <a:moveTo>
                  <a:pt x="2286000" y="0"/>
                </a:moveTo>
                <a:lnTo>
                  <a:pt x="4572000" y="2286000"/>
                </a:lnTo>
                <a:lnTo>
                  <a:pt x="2286000" y="4572000"/>
                </a:lnTo>
                <a:lnTo>
                  <a:pt x="0" y="2286000"/>
                </a:lnTo>
                <a:close/>
              </a:path>
            </a:pathLst>
          </a:custGeom>
          <a:effectLst>
            <a:innerShdw blurRad="63500" dist="50800" dir="13500000">
              <a:prstClr val="black">
                <a:alpha val="50000"/>
              </a:prstClr>
            </a:innerShdw>
          </a:effectLst>
        </p:spPr>
        <p:txBody>
          <a:bodyPr wrap="square" anchor="ctr">
            <a:noAutofit/>
          </a:bodyPr>
          <a:lstStyle>
            <a:lvl1pPr marL="0" indent="0" algn="ctr">
              <a:buNone/>
              <a:defRPr sz="1991">
                <a:solidFill>
                  <a:schemeClr val="bg1"/>
                </a:solidFill>
              </a:defRPr>
            </a:lvl1pPr>
          </a:lstStyle>
          <a:p>
            <a:r>
              <a:rPr lang="en-US" dirty="0"/>
              <a:t>Drag your image here</a:t>
            </a:r>
          </a:p>
        </p:txBody>
      </p:sp>
      <p:sp>
        <p:nvSpPr>
          <p:cNvPr id="9" name="Marcador de texto 7">
            <a:extLst>
              <a:ext uri="{FF2B5EF4-FFF2-40B4-BE49-F238E27FC236}">
                <a16:creationId xmlns:a16="http://schemas.microsoft.com/office/drawing/2014/main" id="{B46BC1AC-C31B-44B4-B9BD-F2D2A7B63316}"/>
              </a:ext>
            </a:extLst>
          </p:cNvPr>
          <p:cNvSpPr>
            <a:spLocks noGrp="1"/>
          </p:cNvSpPr>
          <p:nvPr>
            <p:ph type="body" sz="quarter" idx="11" hasCustomPrompt="1"/>
          </p:nvPr>
        </p:nvSpPr>
        <p:spPr>
          <a:xfrm>
            <a:off x="6410325" y="685802"/>
            <a:ext cx="5397500" cy="419098"/>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0" name="Marcador de texto 7">
            <a:extLst>
              <a:ext uri="{FF2B5EF4-FFF2-40B4-BE49-F238E27FC236}">
                <a16:creationId xmlns:a16="http://schemas.microsoft.com/office/drawing/2014/main" id="{84624F29-67B3-43BA-93B0-ADA87C0A51DB}"/>
              </a:ext>
            </a:extLst>
          </p:cNvPr>
          <p:cNvSpPr>
            <a:spLocks noGrp="1"/>
          </p:cNvSpPr>
          <p:nvPr>
            <p:ph type="body" sz="quarter" idx="12" hasCustomPrompt="1"/>
          </p:nvPr>
        </p:nvSpPr>
        <p:spPr>
          <a:xfrm>
            <a:off x="6410325" y="1104900"/>
            <a:ext cx="5397500"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1" name="Rectángulo redondeado 4">
            <a:extLst>
              <a:ext uri="{FF2B5EF4-FFF2-40B4-BE49-F238E27FC236}">
                <a16:creationId xmlns:a16="http://schemas.microsoft.com/office/drawing/2014/main" id="{8AF7FB88-C0C9-4A2B-A043-B66E2BE88DD7}"/>
              </a:ext>
            </a:extLst>
          </p:cNvPr>
          <p:cNvSpPr/>
          <p:nvPr userDrawn="1"/>
        </p:nvSpPr>
        <p:spPr>
          <a:xfrm>
            <a:off x="6105526" y="800100"/>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12" name="Text Placeholder 2">
            <a:extLst>
              <a:ext uri="{FF2B5EF4-FFF2-40B4-BE49-F238E27FC236}">
                <a16:creationId xmlns:a16="http://schemas.microsoft.com/office/drawing/2014/main" id="{AE7886FD-E7E3-4261-8589-2B0ADBBAB998}"/>
              </a:ext>
            </a:extLst>
          </p:cNvPr>
          <p:cNvSpPr>
            <a:spLocks noGrp="1"/>
          </p:cNvSpPr>
          <p:nvPr>
            <p:ph type="body" sz="quarter" idx="13" hasCustomPrompt="1"/>
          </p:nvPr>
        </p:nvSpPr>
        <p:spPr>
          <a:xfrm>
            <a:off x="6410325" y="2019300"/>
            <a:ext cx="5397500" cy="186690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ex </a:t>
            </a:r>
            <a:r>
              <a:rPr lang="en-US" dirty="0" err="1"/>
              <a:t>suscipit</a:t>
            </a:r>
            <a:r>
              <a:rPr lang="en-US" dirty="0"/>
              <a:t>. </a:t>
            </a:r>
          </a:p>
        </p:txBody>
      </p:sp>
      <p:sp>
        <p:nvSpPr>
          <p:cNvPr id="2" name="Rectangle 1">
            <a:extLst>
              <a:ext uri="{FF2B5EF4-FFF2-40B4-BE49-F238E27FC236}">
                <a16:creationId xmlns:a16="http://schemas.microsoft.com/office/drawing/2014/main" id="{266F4ABA-F0ED-46EF-8576-F6123F283C63}"/>
              </a:ext>
            </a:extLst>
          </p:cNvPr>
          <p:cNvSpPr/>
          <p:nvPr userDrawn="1"/>
        </p:nvSpPr>
        <p:spPr>
          <a:xfrm>
            <a:off x="0" y="6000750"/>
            <a:ext cx="6094412" cy="8572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069898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Simple title with background 2">
    <p:spTree>
      <p:nvGrpSpPr>
        <p:cNvPr id="1" name=""/>
        <p:cNvGrpSpPr/>
        <p:nvPr/>
      </p:nvGrpSpPr>
      <p:grpSpPr>
        <a:xfrm>
          <a:off x="0" y="0"/>
          <a:ext cx="0" cy="0"/>
          <a:chOff x="0" y="0"/>
          <a:chExt cx="0" cy="0"/>
        </a:xfrm>
      </p:grpSpPr>
      <p:sp>
        <p:nvSpPr>
          <p:cNvPr id="11" name="Marcador de imagen 24"/>
          <p:cNvSpPr>
            <a:spLocks noGrp="1"/>
          </p:cNvSpPr>
          <p:nvPr>
            <p:ph type="pic" sz="quarter" idx="19"/>
          </p:nvPr>
        </p:nvSpPr>
        <p:spPr>
          <a:xfrm>
            <a:off x="-10929" y="0"/>
            <a:ext cx="12199753" cy="6858000"/>
          </a:xfrm>
          <a:prstGeom prst="rect">
            <a:avLst/>
          </a:prstGeom>
        </p:spPr>
        <p:txBody>
          <a:bodyPr anchor="ctr"/>
          <a:lstStyle>
            <a:lvl1pPr>
              <a:defRPr sz="1200"/>
            </a:lvl1pPr>
          </a:lstStyle>
          <a:p>
            <a:endParaRPr lang="es-ES_tradnl"/>
          </a:p>
        </p:txBody>
      </p:sp>
      <p:sp>
        <p:nvSpPr>
          <p:cNvPr id="7" name="Marcador de texto 2"/>
          <p:cNvSpPr>
            <a:spLocks noGrp="1"/>
          </p:cNvSpPr>
          <p:nvPr>
            <p:ph type="body" sz="quarter" idx="11" hasCustomPrompt="1"/>
          </p:nvPr>
        </p:nvSpPr>
        <p:spPr>
          <a:xfrm>
            <a:off x="2948398" y="855221"/>
            <a:ext cx="6281688" cy="516374"/>
          </a:xfrm>
          <a:prstGeom prst="rect">
            <a:avLst/>
          </a:prstGeom>
        </p:spPr>
        <p:txBody>
          <a:bodyPr anchor="t"/>
          <a:lstStyle>
            <a:lvl1pPr marL="0" indent="0" algn="ctr">
              <a:lnSpc>
                <a:spcPct val="100000"/>
              </a:lnSpc>
              <a:spcBef>
                <a:spcPts val="0"/>
              </a:spcBef>
              <a:buNone/>
              <a:defRPr sz="2999">
                <a:ln>
                  <a:noFill/>
                </a:ln>
                <a:solidFill>
                  <a:schemeClr val="bg1">
                    <a:lumMod val="85000"/>
                  </a:schemeClr>
                </a:solidFill>
                <a:latin typeface="Lemon/Milk" charset="0"/>
                <a:ea typeface="Lemon/Milk" charset="0"/>
                <a:cs typeface="Lemon/Milk" charset="0"/>
              </a:defRPr>
            </a:lvl1pPr>
            <a:lvl2pPr marL="457063" indent="0" algn="l">
              <a:buNone/>
              <a:defRPr>
                <a:latin typeface="Lemon/Milk" charset="0"/>
                <a:ea typeface="Lemon/Milk" charset="0"/>
                <a:cs typeface="Lemon/Milk" charset="0"/>
              </a:defRPr>
            </a:lvl2pPr>
            <a:lvl3pPr marL="914126" indent="0" algn="l">
              <a:buNone/>
              <a:defRPr>
                <a:latin typeface="Lemon/Milk" charset="0"/>
                <a:ea typeface="Lemon/Milk" charset="0"/>
                <a:cs typeface="Lemon/Milk" charset="0"/>
              </a:defRPr>
            </a:lvl3pPr>
            <a:lvl4pPr marL="1371189" indent="0" algn="l">
              <a:buNone/>
              <a:defRPr>
                <a:latin typeface="Lemon/Milk" charset="0"/>
                <a:ea typeface="Lemon/Milk" charset="0"/>
                <a:cs typeface="Lemon/Milk" charset="0"/>
              </a:defRPr>
            </a:lvl4pPr>
            <a:lvl5pPr marL="1828251" indent="0" algn="l">
              <a:buNone/>
              <a:defRPr>
                <a:latin typeface="Lemon/Milk" charset="0"/>
                <a:ea typeface="Lemon/Milk" charset="0"/>
                <a:cs typeface="Lemon/Milk" charset="0"/>
              </a:defRPr>
            </a:lvl5pPr>
          </a:lstStyle>
          <a:p>
            <a:pPr lvl="0"/>
            <a:r>
              <a:rPr lang="es-ES_tradnl" dirty="0" err="1"/>
              <a:t>Title</a:t>
            </a:r>
            <a:r>
              <a:rPr lang="es-ES_tradnl" dirty="0"/>
              <a:t> </a:t>
            </a:r>
            <a:r>
              <a:rPr lang="es-ES_tradnl" dirty="0" err="1"/>
              <a:t>Example</a:t>
            </a:r>
            <a:r>
              <a:rPr lang="es-ES_tradnl" dirty="0"/>
              <a:t> </a:t>
            </a:r>
            <a:r>
              <a:rPr lang="es-ES_tradnl" dirty="0" err="1"/>
              <a:t>here</a:t>
            </a:r>
            <a:endParaRPr lang="es-ES_tradnl" dirty="0"/>
          </a:p>
        </p:txBody>
      </p:sp>
      <p:sp>
        <p:nvSpPr>
          <p:cNvPr id="9" name="Marcador de texto 2"/>
          <p:cNvSpPr>
            <a:spLocks noGrp="1"/>
          </p:cNvSpPr>
          <p:nvPr>
            <p:ph type="body" sz="quarter" idx="13" hasCustomPrompt="1"/>
          </p:nvPr>
        </p:nvSpPr>
        <p:spPr>
          <a:xfrm>
            <a:off x="2948398" y="560432"/>
            <a:ext cx="6281688" cy="294603"/>
          </a:xfrm>
          <a:prstGeom prst="rect">
            <a:avLst/>
          </a:prstGeom>
        </p:spPr>
        <p:txBody>
          <a:bodyPr anchor="b"/>
          <a:lstStyle>
            <a:lvl1pPr marL="0" indent="0" algn="ctr">
              <a:lnSpc>
                <a:spcPct val="90000"/>
              </a:lnSpc>
              <a:spcBef>
                <a:spcPts val="0"/>
              </a:spcBef>
              <a:buNone/>
              <a:defRPr sz="1500" b="1" i="0" baseline="0">
                <a:ln>
                  <a:noFill/>
                </a:ln>
                <a:solidFill>
                  <a:schemeClr val="bg1">
                    <a:lumMod val="85000"/>
                  </a:schemeClr>
                </a:solidFill>
                <a:latin typeface="Lato" charset="0"/>
                <a:ea typeface="Lato" charset="0"/>
                <a:cs typeface="Lato" charset="0"/>
              </a:defRPr>
            </a:lvl1pPr>
            <a:lvl2pPr marL="457063" indent="0" algn="l">
              <a:buNone/>
              <a:defRPr>
                <a:latin typeface="Lemon/Milk" charset="0"/>
                <a:ea typeface="Lemon/Milk" charset="0"/>
                <a:cs typeface="Lemon/Milk" charset="0"/>
              </a:defRPr>
            </a:lvl2pPr>
            <a:lvl3pPr marL="914126" indent="0" algn="l">
              <a:buNone/>
              <a:defRPr>
                <a:latin typeface="Lemon/Milk" charset="0"/>
                <a:ea typeface="Lemon/Milk" charset="0"/>
                <a:cs typeface="Lemon/Milk" charset="0"/>
              </a:defRPr>
            </a:lvl3pPr>
            <a:lvl4pPr marL="1371189" indent="0" algn="l">
              <a:buNone/>
              <a:defRPr>
                <a:latin typeface="Lemon/Milk" charset="0"/>
                <a:ea typeface="Lemon/Milk" charset="0"/>
                <a:cs typeface="Lemon/Milk" charset="0"/>
              </a:defRPr>
            </a:lvl4pPr>
            <a:lvl5pPr marL="1828251" indent="0" algn="l">
              <a:buNone/>
              <a:defRPr>
                <a:latin typeface="Lemon/Milk" charset="0"/>
                <a:ea typeface="Lemon/Milk" charset="0"/>
                <a:cs typeface="Lemon/Milk" charset="0"/>
              </a:defRPr>
            </a:lvl5pPr>
          </a:lstStyle>
          <a:p>
            <a:pPr lvl="0"/>
            <a:r>
              <a:rPr lang="es-ES_tradnl" dirty="0"/>
              <a:t>TITLE EXAMPLE HERE</a:t>
            </a:r>
          </a:p>
        </p:txBody>
      </p:sp>
    </p:spTree>
    <p:extLst>
      <p:ext uri="{BB962C8B-B14F-4D97-AF65-F5344CB8AC3E}">
        <p14:creationId xmlns:p14="http://schemas.microsoft.com/office/powerpoint/2010/main" val="2941019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200"/>
                                  </p:stCondLst>
                                  <p:childTnLst>
                                    <p:set>
                                      <p:cBhvr>
                                        <p:cTn id="6" dur="1" fill="hold">
                                          <p:stCondLst>
                                            <p:cond delay="0"/>
                                          </p:stCondLst>
                                        </p:cTn>
                                        <p:tgtEl>
                                          <p:spTgt spid="9">
                                            <p:txEl>
                                              <p:pRg st="0" end="0"/>
                                            </p:txEl>
                                          </p:spTgt>
                                        </p:tgtEl>
                                        <p:attrNameLst>
                                          <p:attrName>style.visibility</p:attrName>
                                        </p:attrNameLst>
                                      </p:cBhvr>
                                      <p:to>
                                        <p:strVal val="visible"/>
                                      </p:to>
                                    </p:set>
                                    <p:anim calcmode="lin" valueType="num">
                                      <p:cBhvr>
                                        <p:cTn id="7" dur="500" fill="hold"/>
                                        <p:tgtEl>
                                          <p:spTgt spid="9">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9">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9">
                                            <p:txEl>
                                              <p:pRg st="0" end="0"/>
                                            </p:txEl>
                                          </p:spTgt>
                                        </p:tgtEl>
                                      </p:cBhvr>
                                    </p:animEffect>
                                  </p:childTnLst>
                                </p:cTn>
                              </p:par>
                              <p:par>
                                <p:cTn id="10" presetID="53" presetClass="entr" presetSubtype="16" fill="hold" grpId="0" nodeType="withEffect">
                                  <p:stCondLst>
                                    <p:cond delay="500"/>
                                  </p:stCondLst>
                                  <p:childTnLst>
                                    <p:set>
                                      <p:cBhvr>
                                        <p:cTn id="11" dur="1" fill="hold">
                                          <p:stCondLst>
                                            <p:cond delay="0"/>
                                          </p:stCondLst>
                                        </p:cTn>
                                        <p:tgtEl>
                                          <p:spTgt spid="7">
                                            <p:txEl>
                                              <p:pRg st="0" end="0"/>
                                            </p:txEl>
                                          </p:spTgt>
                                        </p:tgtEl>
                                        <p:attrNameLst>
                                          <p:attrName>style.visibility</p:attrName>
                                        </p:attrNameLst>
                                      </p:cBhvr>
                                      <p:to>
                                        <p:strVal val="visible"/>
                                      </p:to>
                                    </p:set>
                                    <p:anim calcmode="lin" valueType="num">
                                      <p:cBhvr>
                                        <p:cTn id="12" dur="500" fill="hold"/>
                                        <p:tgtEl>
                                          <p:spTgt spid="7">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7">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build="p"/>
    </p:bld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3_Image Background with title">
    <p:spTree>
      <p:nvGrpSpPr>
        <p:cNvPr id="1" name=""/>
        <p:cNvGrpSpPr/>
        <p:nvPr/>
      </p:nvGrpSpPr>
      <p:grpSpPr>
        <a:xfrm>
          <a:off x="0" y="0"/>
          <a:ext cx="0" cy="0"/>
          <a:chOff x="0" y="0"/>
          <a:chExt cx="0" cy="0"/>
        </a:xfrm>
      </p:grpSpPr>
      <p:sp>
        <p:nvSpPr>
          <p:cNvPr id="8" name="Marcador de texto 2"/>
          <p:cNvSpPr>
            <a:spLocks noGrp="1"/>
          </p:cNvSpPr>
          <p:nvPr>
            <p:ph type="body" sz="quarter" idx="20" hasCustomPrompt="1"/>
          </p:nvPr>
        </p:nvSpPr>
        <p:spPr>
          <a:xfrm>
            <a:off x="2969870" y="633928"/>
            <a:ext cx="6281485" cy="413979"/>
          </a:xfrm>
          <a:prstGeom prst="rect">
            <a:avLst/>
          </a:prstGeom>
        </p:spPr>
        <p:txBody>
          <a:bodyPr anchor="ctr"/>
          <a:lstStyle>
            <a:lvl1pPr marL="0" indent="0" algn="ctr">
              <a:lnSpc>
                <a:spcPct val="80000"/>
              </a:lnSpc>
              <a:spcBef>
                <a:spcPts val="0"/>
              </a:spcBef>
              <a:buNone/>
              <a:defRPr sz="1999" b="0" i="0">
                <a:ln>
                  <a:noFill/>
                </a:ln>
                <a:solidFill>
                  <a:schemeClr val="bg1">
                    <a:lumMod val="75000"/>
                  </a:schemeClr>
                </a:solidFill>
                <a:latin typeface="Lato Light" charset="0"/>
                <a:ea typeface="Lato Light" charset="0"/>
                <a:cs typeface="Lato Light" charset="0"/>
              </a:defRPr>
            </a:lvl1pPr>
            <a:lvl2pPr marL="457063" indent="0" algn="l">
              <a:buNone/>
              <a:defRPr>
                <a:latin typeface="Lemon/Milk" charset="0"/>
                <a:ea typeface="Lemon/Milk" charset="0"/>
                <a:cs typeface="Lemon/Milk" charset="0"/>
              </a:defRPr>
            </a:lvl2pPr>
            <a:lvl3pPr marL="914126" indent="0" algn="l">
              <a:buNone/>
              <a:defRPr>
                <a:latin typeface="Lemon/Milk" charset="0"/>
                <a:ea typeface="Lemon/Milk" charset="0"/>
                <a:cs typeface="Lemon/Milk" charset="0"/>
              </a:defRPr>
            </a:lvl3pPr>
            <a:lvl4pPr marL="1371189" indent="0" algn="l">
              <a:buNone/>
              <a:defRPr>
                <a:latin typeface="Lemon/Milk" charset="0"/>
                <a:ea typeface="Lemon/Milk" charset="0"/>
                <a:cs typeface="Lemon/Milk" charset="0"/>
              </a:defRPr>
            </a:lvl4pPr>
            <a:lvl5pPr marL="1828251" indent="0" algn="l">
              <a:buNone/>
              <a:defRPr>
                <a:latin typeface="Lemon/Milk" charset="0"/>
                <a:ea typeface="Lemon/Milk" charset="0"/>
                <a:cs typeface="Lemon/Milk" charset="0"/>
              </a:defRPr>
            </a:lvl5pPr>
          </a:lstStyle>
          <a:p>
            <a:pPr lvl="0"/>
            <a:r>
              <a:rPr lang="es-ES_tradnl" dirty="0"/>
              <a:t>TITLE </a:t>
            </a:r>
          </a:p>
        </p:txBody>
      </p:sp>
      <p:sp>
        <p:nvSpPr>
          <p:cNvPr id="9" name="Marcador de texto 2"/>
          <p:cNvSpPr>
            <a:spLocks noGrp="1"/>
          </p:cNvSpPr>
          <p:nvPr>
            <p:ph type="body" sz="quarter" idx="21" hasCustomPrompt="1"/>
          </p:nvPr>
        </p:nvSpPr>
        <p:spPr>
          <a:xfrm>
            <a:off x="2969870" y="816054"/>
            <a:ext cx="6281485" cy="827957"/>
          </a:xfrm>
          <a:prstGeom prst="rect">
            <a:avLst/>
          </a:prstGeom>
        </p:spPr>
        <p:txBody>
          <a:bodyPr anchor="ctr"/>
          <a:lstStyle>
            <a:lvl1pPr marL="0" indent="0" algn="ctr">
              <a:lnSpc>
                <a:spcPct val="150000"/>
              </a:lnSpc>
              <a:spcBef>
                <a:spcPts val="0"/>
              </a:spcBef>
              <a:buNone/>
              <a:defRPr sz="3999" b="0" i="0">
                <a:ln>
                  <a:noFill/>
                </a:ln>
                <a:solidFill>
                  <a:schemeClr val="tx1"/>
                </a:solidFill>
                <a:latin typeface="Roboto Bold" pitchFamily="2" charset="0"/>
                <a:ea typeface="Roboto Bold" pitchFamily="2" charset="0"/>
                <a:cs typeface="Lato Light" charset="0"/>
              </a:defRPr>
            </a:lvl1pPr>
            <a:lvl2pPr marL="457063" indent="0" algn="l">
              <a:buNone/>
              <a:defRPr>
                <a:latin typeface="Lemon/Milk" charset="0"/>
                <a:ea typeface="Lemon/Milk" charset="0"/>
                <a:cs typeface="Lemon/Milk" charset="0"/>
              </a:defRPr>
            </a:lvl2pPr>
            <a:lvl3pPr marL="914126" indent="0" algn="l">
              <a:buNone/>
              <a:defRPr>
                <a:latin typeface="Lemon/Milk" charset="0"/>
                <a:ea typeface="Lemon/Milk" charset="0"/>
                <a:cs typeface="Lemon/Milk" charset="0"/>
              </a:defRPr>
            </a:lvl3pPr>
            <a:lvl4pPr marL="1371189" indent="0" algn="l">
              <a:buNone/>
              <a:defRPr>
                <a:latin typeface="Lemon/Milk" charset="0"/>
                <a:ea typeface="Lemon/Milk" charset="0"/>
                <a:cs typeface="Lemon/Milk" charset="0"/>
              </a:defRPr>
            </a:lvl4pPr>
            <a:lvl5pPr marL="1828251" indent="0" algn="l">
              <a:buNone/>
              <a:defRPr>
                <a:latin typeface="Lemon/Milk" charset="0"/>
                <a:ea typeface="Lemon/Milk" charset="0"/>
                <a:cs typeface="Lemon/Milk" charset="0"/>
              </a:defRPr>
            </a:lvl5pPr>
          </a:lstStyle>
          <a:p>
            <a:pPr lvl="0"/>
            <a:r>
              <a:rPr lang="es-ES_tradnl" dirty="0"/>
              <a:t>TITLE 2 </a:t>
            </a:r>
          </a:p>
        </p:txBody>
      </p:sp>
    </p:spTree>
    <p:extLst>
      <p:ext uri="{BB962C8B-B14F-4D97-AF65-F5344CB8AC3E}">
        <p14:creationId xmlns:p14="http://schemas.microsoft.com/office/powerpoint/2010/main" val="403078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34">
          <p15:clr>
            <a:srgbClr val="FBAE40"/>
          </p15:clr>
        </p15:guide>
        <p15:guide id="2" pos="7469">
          <p15:clr>
            <a:srgbClr val="FBAE40"/>
          </p15:clr>
        </p15:guide>
        <p15:guide id="3" orient="horz" pos="368">
          <p15:clr>
            <a:srgbClr val="FBAE40"/>
          </p15:clr>
        </p15:guide>
        <p15:guide id="4" orient="horz" pos="3997">
          <p15:clr>
            <a:srgbClr val="FBAE40"/>
          </p15:clr>
        </p15:guide>
        <p15:guide id="5" orient="horz" pos="1366">
          <p15:clr>
            <a:srgbClr val="FBAE40"/>
          </p15:clr>
        </p15:guide>
        <p15:guide id="6" pos="7083">
          <p15:clr>
            <a:srgbClr val="FBAE40"/>
          </p15:clr>
        </p15:guide>
        <p15:guide id="7" pos="619">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_Timeline">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BFDAD3D1-00F5-4C1C-AC55-A243B067897E}"/>
              </a:ext>
            </a:extLst>
          </p:cNvPr>
          <p:cNvCxnSpPr/>
          <p:nvPr userDrawn="1"/>
        </p:nvCxnSpPr>
        <p:spPr>
          <a:xfrm>
            <a:off x="-1" y="3886130"/>
            <a:ext cx="12188825"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5"/>
          <p:cNvSpPr>
            <a:spLocks noGrp="1" noChangeAspect="1"/>
          </p:cNvSpPr>
          <p:nvPr>
            <p:ph type="pic" sz="quarter" idx="15"/>
          </p:nvPr>
        </p:nvSpPr>
        <p:spPr>
          <a:xfrm>
            <a:off x="5180014" y="2109783"/>
            <a:ext cx="1865312" cy="1340709"/>
          </a:xfrm>
          <a:prstGeom prst="rect">
            <a:avLst/>
          </a:prstGeom>
          <a:ln w="31750">
            <a:noFill/>
          </a:ln>
        </p:spPr>
        <p:txBody>
          <a:bodyPr anchor="ctr">
            <a:normAutofit/>
          </a:bodyPr>
          <a:lstStyle>
            <a:lvl1pPr marL="0" indent="0" algn="ctr">
              <a:buNone/>
              <a:defRPr sz="1200">
                <a:solidFill>
                  <a:schemeClr val="bg1">
                    <a:lumMod val="65000"/>
                  </a:schemeClr>
                </a:solidFill>
              </a:defRPr>
            </a:lvl1pPr>
          </a:lstStyle>
          <a:p>
            <a:r>
              <a:rPr lang="en-US" dirty="0"/>
              <a:t>Click icon to add picture</a:t>
            </a:r>
          </a:p>
        </p:txBody>
      </p:sp>
      <p:sp>
        <p:nvSpPr>
          <p:cNvPr id="10" name="Marcador de texto 7">
            <a:extLst>
              <a:ext uri="{FF2B5EF4-FFF2-40B4-BE49-F238E27FC236}">
                <a16:creationId xmlns:a16="http://schemas.microsoft.com/office/drawing/2014/main" id="{095E6381-46C5-47FD-ABB7-7874D273D255}"/>
              </a:ext>
            </a:extLst>
          </p:cNvPr>
          <p:cNvSpPr>
            <a:spLocks noGrp="1"/>
          </p:cNvSpPr>
          <p:nvPr>
            <p:ph type="body" sz="quarter" idx="11" hasCustomPrompt="1"/>
          </p:nvPr>
        </p:nvSpPr>
        <p:spPr>
          <a:xfrm>
            <a:off x="3554346" y="685802"/>
            <a:ext cx="5080133" cy="419098"/>
          </a:xfrm>
          <a:prstGeom prst="rect">
            <a:avLst/>
          </a:prstGeom>
          <a:noFill/>
        </p:spPr>
        <p:txBody>
          <a:bodyPr vert="horz" lIns="0" tIns="0" rIns="0" bIns="0" anchor="ct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3" name="Marcador de texto 7">
            <a:extLst>
              <a:ext uri="{FF2B5EF4-FFF2-40B4-BE49-F238E27FC236}">
                <a16:creationId xmlns:a16="http://schemas.microsoft.com/office/drawing/2014/main" id="{13BD61B6-A614-400F-A000-3DE1E1095E48}"/>
              </a:ext>
            </a:extLst>
          </p:cNvPr>
          <p:cNvSpPr>
            <a:spLocks noGrp="1"/>
          </p:cNvSpPr>
          <p:nvPr>
            <p:ph type="body" sz="quarter" idx="12" hasCustomPrompt="1"/>
          </p:nvPr>
        </p:nvSpPr>
        <p:spPr>
          <a:xfrm>
            <a:off x="869833" y="1104900"/>
            <a:ext cx="10461742" cy="457200"/>
          </a:xfrm>
          <a:prstGeom prst="rect">
            <a:avLst/>
          </a:prstGeom>
          <a:noFill/>
        </p:spPr>
        <p:txBody>
          <a:bodyPr vert="horz" wrap="none" lIns="0" tIns="91440" rIns="0" bIns="0" anchor="t" anchorCtr="0">
            <a:noAutofit/>
          </a:bodyPr>
          <a:lstStyle>
            <a:lvl1pPr marL="0" indent="0" algn="ctr">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TITLE HERE</a:t>
            </a:r>
          </a:p>
        </p:txBody>
      </p:sp>
      <p:sp>
        <p:nvSpPr>
          <p:cNvPr id="18" name="Freeform 12">
            <a:extLst>
              <a:ext uri="{FF2B5EF4-FFF2-40B4-BE49-F238E27FC236}">
                <a16:creationId xmlns:a16="http://schemas.microsoft.com/office/drawing/2014/main" id="{115805C0-2490-4963-ABD1-1A6C268275EE}"/>
              </a:ext>
            </a:extLst>
          </p:cNvPr>
          <p:cNvSpPr>
            <a:spLocks/>
          </p:cNvSpPr>
          <p:nvPr userDrawn="1"/>
        </p:nvSpPr>
        <p:spPr bwMode="auto">
          <a:xfrm>
            <a:off x="6043212" y="3840227"/>
            <a:ext cx="100558" cy="100558"/>
          </a:xfrm>
          <a:prstGeom prst="ellipse">
            <a:avLst/>
          </a:prstGeom>
          <a:solidFill>
            <a:schemeClr val="tx1">
              <a:lumMod val="60000"/>
              <a:lumOff val="40000"/>
            </a:schemeClr>
          </a:solidFill>
          <a:ln w="38100">
            <a:solidFill>
              <a:schemeClr val="tx1">
                <a:lumMod val="40000"/>
                <a:lumOff val="60000"/>
                <a:alpha val="50000"/>
              </a:schemeClr>
            </a:solidFill>
          </a:ln>
        </p:spPr>
        <p:txBody>
          <a:bodyPr vert="horz" wrap="square" lIns="91416" tIns="45708" rIns="91416" bIns="45708" numCol="1" anchor="t" anchorCtr="0" compatLnSpc="1">
            <a:prstTxWarp prst="textNoShape">
              <a:avLst/>
            </a:prstTxWarp>
          </a:bodyPr>
          <a:lstStyle/>
          <a:p>
            <a:endParaRPr lang="en-US" sz="1799"/>
          </a:p>
        </p:txBody>
      </p:sp>
      <p:sp>
        <p:nvSpPr>
          <p:cNvPr id="19" name="Freeform 13">
            <a:extLst>
              <a:ext uri="{FF2B5EF4-FFF2-40B4-BE49-F238E27FC236}">
                <a16:creationId xmlns:a16="http://schemas.microsoft.com/office/drawing/2014/main" id="{244B4906-FF65-400E-82EB-1B7BE90EC925}"/>
              </a:ext>
            </a:extLst>
          </p:cNvPr>
          <p:cNvSpPr>
            <a:spLocks/>
          </p:cNvSpPr>
          <p:nvPr userDrawn="1"/>
        </p:nvSpPr>
        <p:spPr bwMode="auto">
          <a:xfrm>
            <a:off x="9493334" y="3827048"/>
            <a:ext cx="100558" cy="100558"/>
          </a:xfrm>
          <a:prstGeom prst="ellipse">
            <a:avLst/>
          </a:prstGeom>
          <a:solidFill>
            <a:schemeClr val="tx1">
              <a:lumMod val="60000"/>
              <a:lumOff val="40000"/>
            </a:schemeClr>
          </a:solidFill>
          <a:ln w="38100">
            <a:solidFill>
              <a:schemeClr val="tx1">
                <a:lumMod val="40000"/>
                <a:lumOff val="60000"/>
                <a:alpha val="50000"/>
              </a:schemeClr>
            </a:solidFill>
          </a:ln>
        </p:spPr>
        <p:txBody>
          <a:bodyPr vert="horz" wrap="square" lIns="91416" tIns="45708" rIns="91416" bIns="45708" numCol="1" anchor="t" anchorCtr="0" compatLnSpc="1">
            <a:prstTxWarp prst="textNoShape">
              <a:avLst/>
            </a:prstTxWarp>
          </a:bodyPr>
          <a:lstStyle/>
          <a:p>
            <a:endParaRPr lang="en-US" sz="1799"/>
          </a:p>
        </p:txBody>
      </p:sp>
      <p:sp>
        <p:nvSpPr>
          <p:cNvPr id="26" name="Marcador de texto 7">
            <a:extLst>
              <a:ext uri="{FF2B5EF4-FFF2-40B4-BE49-F238E27FC236}">
                <a16:creationId xmlns:a16="http://schemas.microsoft.com/office/drawing/2014/main" id="{AAA4C456-D507-409F-B3F6-3E2FA93325D0}"/>
              </a:ext>
            </a:extLst>
          </p:cNvPr>
          <p:cNvSpPr>
            <a:spLocks noGrp="1"/>
          </p:cNvSpPr>
          <p:nvPr>
            <p:ph type="body" sz="quarter" idx="22" hasCustomPrompt="1"/>
          </p:nvPr>
        </p:nvSpPr>
        <p:spPr>
          <a:xfrm>
            <a:off x="5055162" y="4110817"/>
            <a:ext cx="2076659" cy="225335"/>
          </a:xfrm>
          <a:prstGeom prst="rect">
            <a:avLst/>
          </a:prstGeom>
          <a:noFill/>
        </p:spPr>
        <p:txBody>
          <a:bodyPr vert="horz" lIns="0" tIns="0" rIns="0" bIns="0" anchor="b"/>
          <a:lstStyle>
            <a:lvl1pPr marL="0" indent="0" algn="ctr">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27" name="Marcador de texto 7">
            <a:extLst>
              <a:ext uri="{FF2B5EF4-FFF2-40B4-BE49-F238E27FC236}">
                <a16:creationId xmlns:a16="http://schemas.microsoft.com/office/drawing/2014/main" id="{879056BA-D2E2-42CA-99DA-B5DA5E962669}"/>
              </a:ext>
            </a:extLst>
          </p:cNvPr>
          <p:cNvSpPr>
            <a:spLocks noGrp="1"/>
          </p:cNvSpPr>
          <p:nvPr>
            <p:ph type="body" sz="quarter" idx="23" hasCustomPrompt="1"/>
          </p:nvPr>
        </p:nvSpPr>
        <p:spPr>
          <a:xfrm>
            <a:off x="5055162" y="4342683"/>
            <a:ext cx="2076659" cy="262146"/>
          </a:xfrm>
          <a:prstGeom prst="rect">
            <a:avLst/>
          </a:prstGeom>
          <a:noFill/>
        </p:spPr>
        <p:txBody>
          <a:bodyPr vert="horz" wrap="none" lIns="0" tIns="91440" rIns="0" bIns="0" anchor="t" anchorCtr="0">
            <a:noAutofit/>
          </a:bodyP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TITLE HERE</a:t>
            </a:r>
          </a:p>
        </p:txBody>
      </p:sp>
      <p:sp>
        <p:nvSpPr>
          <p:cNvPr id="28" name="Text Placeholder 2">
            <a:extLst>
              <a:ext uri="{FF2B5EF4-FFF2-40B4-BE49-F238E27FC236}">
                <a16:creationId xmlns:a16="http://schemas.microsoft.com/office/drawing/2014/main" id="{3F45BC58-6D3F-47D6-881A-014FCB874642}"/>
              </a:ext>
            </a:extLst>
          </p:cNvPr>
          <p:cNvSpPr>
            <a:spLocks noGrp="1"/>
          </p:cNvSpPr>
          <p:nvPr>
            <p:ph type="body" sz="quarter" idx="24" hasCustomPrompt="1"/>
          </p:nvPr>
        </p:nvSpPr>
        <p:spPr>
          <a:xfrm>
            <a:off x="5055162" y="4633132"/>
            <a:ext cx="2076659" cy="759558"/>
          </a:xfrm>
          <a:prstGeom prst="rect">
            <a:avLst/>
          </a:prstGeom>
        </p:spPr>
        <p:txBody>
          <a:bodyPr lIns="0" tIns="0" rIns="0" bIns="0" anchor="t">
            <a:noAutofit/>
          </a:bodyPr>
          <a:lstStyle>
            <a:lvl1pPr marL="0" indent="0" algn="ctr">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p>
        </p:txBody>
      </p:sp>
      <p:sp>
        <p:nvSpPr>
          <p:cNvPr id="29" name="Marcador de texto 7">
            <a:extLst>
              <a:ext uri="{FF2B5EF4-FFF2-40B4-BE49-F238E27FC236}">
                <a16:creationId xmlns:a16="http://schemas.microsoft.com/office/drawing/2014/main" id="{92AB74B3-6EC2-4617-909E-F651D502F459}"/>
              </a:ext>
            </a:extLst>
          </p:cNvPr>
          <p:cNvSpPr>
            <a:spLocks noGrp="1"/>
          </p:cNvSpPr>
          <p:nvPr>
            <p:ph type="body" sz="quarter" idx="25" hasCustomPrompt="1"/>
          </p:nvPr>
        </p:nvSpPr>
        <p:spPr>
          <a:xfrm>
            <a:off x="8505284" y="2179066"/>
            <a:ext cx="2076659" cy="225335"/>
          </a:xfrm>
          <a:prstGeom prst="rect">
            <a:avLst/>
          </a:prstGeom>
          <a:noFill/>
        </p:spPr>
        <p:txBody>
          <a:bodyPr vert="horz" lIns="0" tIns="0" rIns="0" bIns="0" anchor="b"/>
          <a:lstStyle>
            <a:lvl1pPr marL="0" indent="0" algn="ctr">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30" name="Marcador de texto 7">
            <a:extLst>
              <a:ext uri="{FF2B5EF4-FFF2-40B4-BE49-F238E27FC236}">
                <a16:creationId xmlns:a16="http://schemas.microsoft.com/office/drawing/2014/main" id="{46AC2207-DCE0-41D9-8858-40675B1631B4}"/>
              </a:ext>
            </a:extLst>
          </p:cNvPr>
          <p:cNvSpPr>
            <a:spLocks noGrp="1"/>
          </p:cNvSpPr>
          <p:nvPr>
            <p:ph type="body" sz="quarter" idx="26" hasCustomPrompt="1"/>
          </p:nvPr>
        </p:nvSpPr>
        <p:spPr>
          <a:xfrm>
            <a:off x="8505284" y="2410932"/>
            <a:ext cx="2076659" cy="252258"/>
          </a:xfrm>
          <a:prstGeom prst="rect">
            <a:avLst/>
          </a:prstGeom>
          <a:noFill/>
        </p:spPr>
        <p:txBody>
          <a:bodyPr vert="horz" wrap="none" lIns="0" tIns="91440" rIns="0" bIns="0" anchor="t" anchorCtr="0">
            <a:noAutofit/>
          </a:bodyP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TITLE HERE</a:t>
            </a:r>
          </a:p>
        </p:txBody>
      </p:sp>
      <p:sp>
        <p:nvSpPr>
          <p:cNvPr id="31" name="Text Placeholder 2">
            <a:extLst>
              <a:ext uri="{FF2B5EF4-FFF2-40B4-BE49-F238E27FC236}">
                <a16:creationId xmlns:a16="http://schemas.microsoft.com/office/drawing/2014/main" id="{3B63B5FC-6396-4572-9261-5125A44103AA}"/>
              </a:ext>
            </a:extLst>
          </p:cNvPr>
          <p:cNvSpPr>
            <a:spLocks noGrp="1"/>
          </p:cNvSpPr>
          <p:nvPr>
            <p:ph type="body" sz="quarter" idx="27" hasCustomPrompt="1"/>
          </p:nvPr>
        </p:nvSpPr>
        <p:spPr>
          <a:xfrm>
            <a:off x="8505284" y="2684196"/>
            <a:ext cx="2076659" cy="759558"/>
          </a:xfrm>
          <a:prstGeom prst="rect">
            <a:avLst/>
          </a:prstGeom>
        </p:spPr>
        <p:txBody>
          <a:bodyPr lIns="0" tIns="0" rIns="0" bIns="0" anchor="t">
            <a:noAutofit/>
          </a:bodyPr>
          <a:lstStyle>
            <a:lvl1pPr marL="0" indent="0" algn="ctr">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p>
        </p:txBody>
      </p:sp>
      <p:sp>
        <p:nvSpPr>
          <p:cNvPr id="21" name="Picture Placeholder 5">
            <a:extLst>
              <a:ext uri="{FF2B5EF4-FFF2-40B4-BE49-F238E27FC236}">
                <a16:creationId xmlns:a16="http://schemas.microsoft.com/office/drawing/2014/main" id="{01E3014E-39C8-4272-A99C-2E7ACEC357DE}"/>
              </a:ext>
            </a:extLst>
          </p:cNvPr>
          <p:cNvSpPr>
            <a:spLocks noGrp="1" noChangeAspect="1"/>
          </p:cNvSpPr>
          <p:nvPr>
            <p:ph type="pic" sz="quarter" idx="28"/>
          </p:nvPr>
        </p:nvSpPr>
        <p:spPr>
          <a:xfrm>
            <a:off x="8610957" y="4223484"/>
            <a:ext cx="1865312" cy="1340709"/>
          </a:xfrm>
          <a:prstGeom prst="rect">
            <a:avLst/>
          </a:prstGeom>
          <a:ln w="31750">
            <a:noFill/>
          </a:ln>
        </p:spPr>
        <p:txBody>
          <a:bodyPr anchor="ctr">
            <a:normAutofit/>
          </a:bodyPr>
          <a:lstStyle>
            <a:lvl1pPr marL="0" indent="0" algn="ctr">
              <a:buNone/>
              <a:defRPr sz="1200">
                <a:solidFill>
                  <a:schemeClr val="bg1">
                    <a:lumMod val="65000"/>
                  </a:schemeClr>
                </a:solidFill>
              </a:defRPr>
            </a:lvl1pPr>
          </a:lstStyle>
          <a:p>
            <a:r>
              <a:rPr lang="en-US" dirty="0"/>
              <a:t>Click icon to add picture</a:t>
            </a:r>
          </a:p>
        </p:txBody>
      </p:sp>
      <p:sp>
        <p:nvSpPr>
          <p:cNvPr id="23" name="Freeform 13">
            <a:extLst>
              <a:ext uri="{FF2B5EF4-FFF2-40B4-BE49-F238E27FC236}">
                <a16:creationId xmlns:a16="http://schemas.microsoft.com/office/drawing/2014/main" id="{0E4B5C0A-168C-4FE4-B37C-F236518CB431}"/>
              </a:ext>
            </a:extLst>
          </p:cNvPr>
          <p:cNvSpPr>
            <a:spLocks/>
          </p:cNvSpPr>
          <p:nvPr userDrawn="1"/>
        </p:nvSpPr>
        <p:spPr bwMode="auto">
          <a:xfrm>
            <a:off x="2628093" y="3837937"/>
            <a:ext cx="100558" cy="100558"/>
          </a:xfrm>
          <a:prstGeom prst="ellipse">
            <a:avLst/>
          </a:prstGeom>
          <a:solidFill>
            <a:schemeClr val="tx1">
              <a:lumMod val="60000"/>
              <a:lumOff val="40000"/>
            </a:schemeClr>
          </a:solidFill>
          <a:ln w="38100">
            <a:solidFill>
              <a:schemeClr val="tx1">
                <a:lumMod val="40000"/>
                <a:lumOff val="60000"/>
                <a:alpha val="50000"/>
              </a:schemeClr>
            </a:solidFill>
          </a:ln>
        </p:spPr>
        <p:txBody>
          <a:bodyPr vert="horz" wrap="square" lIns="91416" tIns="45708" rIns="91416" bIns="45708" numCol="1" anchor="t" anchorCtr="0" compatLnSpc="1">
            <a:prstTxWarp prst="textNoShape">
              <a:avLst/>
            </a:prstTxWarp>
          </a:bodyPr>
          <a:lstStyle/>
          <a:p>
            <a:endParaRPr lang="en-US" sz="1799"/>
          </a:p>
        </p:txBody>
      </p:sp>
      <p:sp>
        <p:nvSpPr>
          <p:cNvPr id="24" name="Marcador de texto 7">
            <a:extLst>
              <a:ext uri="{FF2B5EF4-FFF2-40B4-BE49-F238E27FC236}">
                <a16:creationId xmlns:a16="http://schemas.microsoft.com/office/drawing/2014/main" id="{090D70C7-B8E4-47BC-B40F-2AD7723A4D3A}"/>
              </a:ext>
            </a:extLst>
          </p:cNvPr>
          <p:cNvSpPr>
            <a:spLocks noGrp="1"/>
          </p:cNvSpPr>
          <p:nvPr>
            <p:ph type="body" sz="quarter" idx="29" hasCustomPrompt="1"/>
          </p:nvPr>
        </p:nvSpPr>
        <p:spPr>
          <a:xfrm>
            <a:off x="1640043" y="2189955"/>
            <a:ext cx="2076659" cy="225335"/>
          </a:xfrm>
          <a:prstGeom prst="rect">
            <a:avLst/>
          </a:prstGeom>
          <a:noFill/>
        </p:spPr>
        <p:txBody>
          <a:bodyPr vert="horz" lIns="0" tIns="0" rIns="0" bIns="0" anchor="b"/>
          <a:lstStyle>
            <a:lvl1pPr marL="0" indent="0" algn="ctr">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25" name="Marcador de texto 7">
            <a:extLst>
              <a:ext uri="{FF2B5EF4-FFF2-40B4-BE49-F238E27FC236}">
                <a16:creationId xmlns:a16="http://schemas.microsoft.com/office/drawing/2014/main" id="{0DE4CBB7-2AD6-41C0-A486-8D9D560550C6}"/>
              </a:ext>
            </a:extLst>
          </p:cNvPr>
          <p:cNvSpPr>
            <a:spLocks noGrp="1"/>
          </p:cNvSpPr>
          <p:nvPr>
            <p:ph type="body" sz="quarter" idx="30" hasCustomPrompt="1"/>
          </p:nvPr>
        </p:nvSpPr>
        <p:spPr>
          <a:xfrm>
            <a:off x="1640043" y="2421821"/>
            <a:ext cx="2076659" cy="252258"/>
          </a:xfrm>
          <a:prstGeom prst="rect">
            <a:avLst/>
          </a:prstGeom>
          <a:noFill/>
        </p:spPr>
        <p:txBody>
          <a:bodyPr vert="horz" wrap="none" lIns="0" tIns="91440" rIns="0" bIns="0" anchor="t" anchorCtr="0">
            <a:noAutofit/>
          </a:bodyP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TITLE HERE</a:t>
            </a:r>
          </a:p>
        </p:txBody>
      </p:sp>
      <p:sp>
        <p:nvSpPr>
          <p:cNvPr id="32" name="Text Placeholder 2">
            <a:extLst>
              <a:ext uri="{FF2B5EF4-FFF2-40B4-BE49-F238E27FC236}">
                <a16:creationId xmlns:a16="http://schemas.microsoft.com/office/drawing/2014/main" id="{76BDC916-30AC-45C8-8D79-F40B4902657C}"/>
              </a:ext>
            </a:extLst>
          </p:cNvPr>
          <p:cNvSpPr>
            <a:spLocks noGrp="1"/>
          </p:cNvSpPr>
          <p:nvPr>
            <p:ph type="body" sz="quarter" idx="31" hasCustomPrompt="1"/>
          </p:nvPr>
        </p:nvSpPr>
        <p:spPr>
          <a:xfrm>
            <a:off x="1640043" y="2695085"/>
            <a:ext cx="2076659" cy="759558"/>
          </a:xfrm>
          <a:prstGeom prst="rect">
            <a:avLst/>
          </a:prstGeom>
        </p:spPr>
        <p:txBody>
          <a:bodyPr lIns="0" tIns="0" rIns="0" bIns="0" anchor="t">
            <a:noAutofit/>
          </a:bodyPr>
          <a:lstStyle>
            <a:lvl1pPr marL="0" indent="0" algn="ctr">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p>
        </p:txBody>
      </p:sp>
      <p:sp>
        <p:nvSpPr>
          <p:cNvPr id="33" name="Picture Placeholder 5">
            <a:extLst>
              <a:ext uri="{FF2B5EF4-FFF2-40B4-BE49-F238E27FC236}">
                <a16:creationId xmlns:a16="http://schemas.microsoft.com/office/drawing/2014/main" id="{D064DF4F-6EEC-4F26-9E07-2C538D5087B4}"/>
              </a:ext>
            </a:extLst>
          </p:cNvPr>
          <p:cNvSpPr>
            <a:spLocks noGrp="1" noChangeAspect="1"/>
          </p:cNvSpPr>
          <p:nvPr>
            <p:ph type="pic" sz="quarter" idx="32"/>
          </p:nvPr>
        </p:nvSpPr>
        <p:spPr>
          <a:xfrm>
            <a:off x="1745716" y="4234373"/>
            <a:ext cx="1865312" cy="1340709"/>
          </a:xfrm>
          <a:prstGeom prst="rect">
            <a:avLst/>
          </a:prstGeom>
          <a:ln w="31750">
            <a:noFill/>
          </a:ln>
        </p:spPr>
        <p:txBody>
          <a:bodyPr anchor="ctr">
            <a:normAutofit/>
          </a:bodyPr>
          <a:lstStyle>
            <a:lvl1pPr marL="0" indent="0" algn="ctr">
              <a:buNone/>
              <a:defRPr sz="1200">
                <a:solidFill>
                  <a:schemeClr val="bg1">
                    <a:lumMod val="65000"/>
                  </a:schemeClr>
                </a:solidFill>
              </a:defRPr>
            </a:lvl1pPr>
          </a:lstStyle>
          <a:p>
            <a:r>
              <a:rPr lang="en-US" dirty="0"/>
              <a:t>Click icon to add picture</a:t>
            </a:r>
          </a:p>
        </p:txBody>
      </p:sp>
    </p:spTree>
    <p:extLst>
      <p:ext uri="{BB962C8B-B14F-4D97-AF65-F5344CB8AC3E}">
        <p14:creationId xmlns:p14="http://schemas.microsoft.com/office/powerpoint/2010/main" val="398394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4_Timeline">
    <p:spTree>
      <p:nvGrpSpPr>
        <p:cNvPr id="1" name=""/>
        <p:cNvGrpSpPr/>
        <p:nvPr/>
      </p:nvGrpSpPr>
      <p:grpSpPr>
        <a:xfrm>
          <a:off x="0" y="0"/>
          <a:ext cx="0" cy="0"/>
          <a:chOff x="0" y="0"/>
          <a:chExt cx="0" cy="0"/>
        </a:xfrm>
      </p:grpSpPr>
      <p:sp>
        <p:nvSpPr>
          <p:cNvPr id="10" name="Marcador de texto 7">
            <a:extLst>
              <a:ext uri="{FF2B5EF4-FFF2-40B4-BE49-F238E27FC236}">
                <a16:creationId xmlns:a16="http://schemas.microsoft.com/office/drawing/2014/main" id="{095E6381-46C5-47FD-ABB7-7874D273D255}"/>
              </a:ext>
            </a:extLst>
          </p:cNvPr>
          <p:cNvSpPr>
            <a:spLocks noGrp="1"/>
          </p:cNvSpPr>
          <p:nvPr>
            <p:ph type="body" sz="quarter" idx="11" hasCustomPrompt="1"/>
          </p:nvPr>
        </p:nvSpPr>
        <p:spPr>
          <a:xfrm>
            <a:off x="3554346" y="685802"/>
            <a:ext cx="5080133" cy="419098"/>
          </a:xfrm>
          <a:prstGeom prst="rect">
            <a:avLst/>
          </a:prstGeom>
          <a:noFill/>
        </p:spPr>
        <p:txBody>
          <a:bodyPr vert="horz" lIns="0" tIns="0" rIns="0" bIns="0" anchor="ct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3" name="Marcador de texto 7">
            <a:extLst>
              <a:ext uri="{FF2B5EF4-FFF2-40B4-BE49-F238E27FC236}">
                <a16:creationId xmlns:a16="http://schemas.microsoft.com/office/drawing/2014/main" id="{13BD61B6-A614-400F-A000-3DE1E1095E48}"/>
              </a:ext>
            </a:extLst>
          </p:cNvPr>
          <p:cNvSpPr>
            <a:spLocks noGrp="1"/>
          </p:cNvSpPr>
          <p:nvPr>
            <p:ph type="body" sz="quarter" idx="12" hasCustomPrompt="1"/>
          </p:nvPr>
        </p:nvSpPr>
        <p:spPr>
          <a:xfrm>
            <a:off x="869833" y="1104900"/>
            <a:ext cx="10461742" cy="457200"/>
          </a:xfrm>
          <a:prstGeom prst="rect">
            <a:avLst/>
          </a:prstGeom>
          <a:noFill/>
        </p:spPr>
        <p:txBody>
          <a:bodyPr vert="horz" wrap="none" lIns="0" tIns="91440" rIns="0" bIns="0" anchor="t" anchorCtr="0">
            <a:noAutofit/>
          </a:bodyPr>
          <a:lstStyle>
            <a:lvl1pPr marL="0" indent="0" algn="ctr">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TITLE HERE</a:t>
            </a:r>
          </a:p>
        </p:txBody>
      </p:sp>
      <p:sp>
        <p:nvSpPr>
          <p:cNvPr id="23" name="Marcador de texto 7">
            <a:extLst>
              <a:ext uri="{FF2B5EF4-FFF2-40B4-BE49-F238E27FC236}">
                <a16:creationId xmlns:a16="http://schemas.microsoft.com/office/drawing/2014/main" id="{FBFD5E01-0A70-4E09-B3EF-E71641B78B55}"/>
              </a:ext>
            </a:extLst>
          </p:cNvPr>
          <p:cNvSpPr>
            <a:spLocks noGrp="1"/>
          </p:cNvSpPr>
          <p:nvPr>
            <p:ph type="body" sz="quarter" idx="29" hasCustomPrompt="1"/>
          </p:nvPr>
        </p:nvSpPr>
        <p:spPr>
          <a:xfrm>
            <a:off x="5041568" y="2183424"/>
            <a:ext cx="2076659" cy="225335"/>
          </a:xfrm>
          <a:prstGeom prst="rect">
            <a:avLst/>
          </a:prstGeom>
          <a:noFill/>
        </p:spPr>
        <p:txBody>
          <a:bodyPr vert="horz" lIns="0" tIns="0" rIns="0" bIns="0" anchor="b"/>
          <a:lstStyle>
            <a:lvl1pPr marL="0" indent="0" algn="ctr">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24" name="Marcador de texto 7">
            <a:extLst>
              <a:ext uri="{FF2B5EF4-FFF2-40B4-BE49-F238E27FC236}">
                <a16:creationId xmlns:a16="http://schemas.microsoft.com/office/drawing/2014/main" id="{397FE6B0-4FC2-44E0-8341-A71C8B9B5C4A}"/>
              </a:ext>
            </a:extLst>
          </p:cNvPr>
          <p:cNvSpPr>
            <a:spLocks noGrp="1"/>
          </p:cNvSpPr>
          <p:nvPr>
            <p:ph type="body" sz="quarter" idx="30" hasCustomPrompt="1"/>
          </p:nvPr>
        </p:nvSpPr>
        <p:spPr>
          <a:xfrm>
            <a:off x="5041568" y="2415290"/>
            <a:ext cx="2076659" cy="252258"/>
          </a:xfrm>
          <a:prstGeom prst="rect">
            <a:avLst/>
          </a:prstGeom>
          <a:noFill/>
        </p:spPr>
        <p:txBody>
          <a:bodyPr vert="horz" wrap="none" lIns="0" tIns="91440" rIns="0" bIns="0" anchor="t" anchorCtr="0">
            <a:noAutofit/>
          </a:bodyP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TITLE HERE</a:t>
            </a:r>
          </a:p>
        </p:txBody>
      </p:sp>
      <p:sp>
        <p:nvSpPr>
          <p:cNvPr id="25" name="Text Placeholder 2">
            <a:extLst>
              <a:ext uri="{FF2B5EF4-FFF2-40B4-BE49-F238E27FC236}">
                <a16:creationId xmlns:a16="http://schemas.microsoft.com/office/drawing/2014/main" id="{76AFC399-9DB4-4DFD-8295-4BA6C21FAD7E}"/>
              </a:ext>
            </a:extLst>
          </p:cNvPr>
          <p:cNvSpPr>
            <a:spLocks noGrp="1"/>
          </p:cNvSpPr>
          <p:nvPr>
            <p:ph type="body" sz="quarter" idx="31" hasCustomPrompt="1"/>
          </p:nvPr>
        </p:nvSpPr>
        <p:spPr>
          <a:xfrm>
            <a:off x="5041568" y="2688554"/>
            <a:ext cx="2076659" cy="759558"/>
          </a:xfrm>
          <a:prstGeom prst="rect">
            <a:avLst/>
          </a:prstGeom>
        </p:spPr>
        <p:txBody>
          <a:bodyPr lIns="0" tIns="0" rIns="0" bIns="0" anchor="t">
            <a:noAutofit/>
          </a:bodyPr>
          <a:lstStyle>
            <a:lvl1pPr marL="0" indent="0" algn="ctr">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p>
        </p:txBody>
      </p:sp>
      <p:sp>
        <p:nvSpPr>
          <p:cNvPr id="32" name="Picture Placeholder 5">
            <a:extLst>
              <a:ext uri="{FF2B5EF4-FFF2-40B4-BE49-F238E27FC236}">
                <a16:creationId xmlns:a16="http://schemas.microsoft.com/office/drawing/2014/main" id="{2B52062D-2F5A-495B-B4A8-56ABBCBD3C7D}"/>
              </a:ext>
            </a:extLst>
          </p:cNvPr>
          <p:cNvSpPr>
            <a:spLocks noGrp="1" noChangeAspect="1"/>
          </p:cNvSpPr>
          <p:nvPr>
            <p:ph type="pic" sz="quarter" idx="32"/>
          </p:nvPr>
        </p:nvSpPr>
        <p:spPr>
          <a:xfrm>
            <a:off x="5147241" y="4227842"/>
            <a:ext cx="1865312" cy="1340709"/>
          </a:xfrm>
          <a:prstGeom prst="rect">
            <a:avLst/>
          </a:prstGeom>
          <a:ln w="31750">
            <a:noFill/>
          </a:ln>
        </p:spPr>
        <p:txBody>
          <a:bodyPr anchor="ctr">
            <a:normAutofit/>
          </a:bodyPr>
          <a:lstStyle>
            <a:lvl1pPr marL="0" indent="0" algn="ctr">
              <a:buNone/>
              <a:defRPr sz="1200">
                <a:solidFill>
                  <a:schemeClr val="bg1">
                    <a:lumMod val="65000"/>
                  </a:schemeClr>
                </a:solidFill>
              </a:defRPr>
            </a:lvl1pPr>
          </a:lstStyle>
          <a:p>
            <a:r>
              <a:rPr lang="en-US" dirty="0"/>
              <a:t>Click icon to add picture</a:t>
            </a:r>
          </a:p>
        </p:txBody>
      </p:sp>
      <p:sp>
        <p:nvSpPr>
          <p:cNvPr id="33" name="Picture Placeholder 5">
            <a:extLst>
              <a:ext uri="{FF2B5EF4-FFF2-40B4-BE49-F238E27FC236}">
                <a16:creationId xmlns:a16="http://schemas.microsoft.com/office/drawing/2014/main" id="{269CEA44-B0DD-4093-9D6B-1BB325069F56}"/>
              </a:ext>
            </a:extLst>
          </p:cNvPr>
          <p:cNvSpPr>
            <a:spLocks noGrp="1" noChangeAspect="1"/>
          </p:cNvSpPr>
          <p:nvPr>
            <p:ph type="pic" sz="quarter" idx="15"/>
          </p:nvPr>
        </p:nvSpPr>
        <p:spPr>
          <a:xfrm>
            <a:off x="1757706" y="2034046"/>
            <a:ext cx="1865312" cy="1340709"/>
          </a:xfrm>
          <a:prstGeom prst="rect">
            <a:avLst/>
          </a:prstGeom>
          <a:ln w="31750">
            <a:noFill/>
          </a:ln>
        </p:spPr>
        <p:txBody>
          <a:bodyPr anchor="ctr">
            <a:normAutofit/>
          </a:bodyPr>
          <a:lstStyle>
            <a:lvl1pPr marL="0" indent="0" algn="ctr">
              <a:buNone/>
              <a:defRPr sz="1200">
                <a:solidFill>
                  <a:schemeClr val="bg1">
                    <a:lumMod val="65000"/>
                  </a:schemeClr>
                </a:solidFill>
              </a:defRPr>
            </a:lvl1pPr>
          </a:lstStyle>
          <a:p>
            <a:r>
              <a:rPr lang="en-US" dirty="0"/>
              <a:t>Click icon to add picture</a:t>
            </a:r>
          </a:p>
        </p:txBody>
      </p:sp>
      <p:sp>
        <p:nvSpPr>
          <p:cNvPr id="35" name="Marcador de texto 7">
            <a:extLst>
              <a:ext uri="{FF2B5EF4-FFF2-40B4-BE49-F238E27FC236}">
                <a16:creationId xmlns:a16="http://schemas.microsoft.com/office/drawing/2014/main" id="{73259099-11EF-42DD-B4B1-3C3E878558FD}"/>
              </a:ext>
            </a:extLst>
          </p:cNvPr>
          <p:cNvSpPr>
            <a:spLocks noGrp="1"/>
          </p:cNvSpPr>
          <p:nvPr>
            <p:ph type="body" sz="quarter" idx="22" hasCustomPrompt="1"/>
          </p:nvPr>
        </p:nvSpPr>
        <p:spPr>
          <a:xfrm>
            <a:off x="1632854" y="4035080"/>
            <a:ext cx="2076659" cy="225335"/>
          </a:xfrm>
          <a:prstGeom prst="rect">
            <a:avLst/>
          </a:prstGeom>
          <a:noFill/>
        </p:spPr>
        <p:txBody>
          <a:bodyPr vert="horz" lIns="0" tIns="0" rIns="0" bIns="0" anchor="b"/>
          <a:lstStyle>
            <a:lvl1pPr marL="0" indent="0" algn="ctr">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36" name="Marcador de texto 7">
            <a:extLst>
              <a:ext uri="{FF2B5EF4-FFF2-40B4-BE49-F238E27FC236}">
                <a16:creationId xmlns:a16="http://schemas.microsoft.com/office/drawing/2014/main" id="{05BBDEE2-BDF6-4497-9A2B-70C7914818CC}"/>
              </a:ext>
            </a:extLst>
          </p:cNvPr>
          <p:cNvSpPr>
            <a:spLocks noGrp="1"/>
          </p:cNvSpPr>
          <p:nvPr>
            <p:ph type="body" sz="quarter" idx="23" hasCustomPrompt="1"/>
          </p:nvPr>
        </p:nvSpPr>
        <p:spPr>
          <a:xfrm>
            <a:off x="1632854" y="4266946"/>
            <a:ext cx="2076659" cy="262146"/>
          </a:xfrm>
          <a:prstGeom prst="rect">
            <a:avLst/>
          </a:prstGeom>
          <a:noFill/>
        </p:spPr>
        <p:txBody>
          <a:bodyPr vert="horz" wrap="none" lIns="0" tIns="91440" rIns="0" bIns="0" anchor="t" anchorCtr="0">
            <a:noAutofit/>
          </a:bodyP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TITLE HERE</a:t>
            </a:r>
          </a:p>
        </p:txBody>
      </p:sp>
      <p:sp>
        <p:nvSpPr>
          <p:cNvPr id="37" name="Text Placeholder 2">
            <a:extLst>
              <a:ext uri="{FF2B5EF4-FFF2-40B4-BE49-F238E27FC236}">
                <a16:creationId xmlns:a16="http://schemas.microsoft.com/office/drawing/2014/main" id="{91712341-E881-4FB4-8B1F-89B257357211}"/>
              </a:ext>
            </a:extLst>
          </p:cNvPr>
          <p:cNvSpPr>
            <a:spLocks noGrp="1"/>
          </p:cNvSpPr>
          <p:nvPr>
            <p:ph type="body" sz="quarter" idx="24" hasCustomPrompt="1"/>
          </p:nvPr>
        </p:nvSpPr>
        <p:spPr>
          <a:xfrm>
            <a:off x="1632854" y="4557395"/>
            <a:ext cx="2076659" cy="759558"/>
          </a:xfrm>
          <a:prstGeom prst="rect">
            <a:avLst/>
          </a:prstGeom>
        </p:spPr>
        <p:txBody>
          <a:bodyPr lIns="0" tIns="0" rIns="0" bIns="0" anchor="t">
            <a:noAutofit/>
          </a:bodyPr>
          <a:lstStyle>
            <a:lvl1pPr marL="0" indent="0" algn="ctr">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p>
        </p:txBody>
      </p:sp>
      <p:sp>
        <p:nvSpPr>
          <p:cNvPr id="38" name="Picture Placeholder 5">
            <a:extLst>
              <a:ext uri="{FF2B5EF4-FFF2-40B4-BE49-F238E27FC236}">
                <a16:creationId xmlns:a16="http://schemas.microsoft.com/office/drawing/2014/main" id="{89B6D80B-CAD2-4CA6-8B31-6DD0A4DA9D55}"/>
              </a:ext>
            </a:extLst>
          </p:cNvPr>
          <p:cNvSpPr>
            <a:spLocks noGrp="1"/>
          </p:cNvSpPr>
          <p:nvPr>
            <p:ph type="pic" sz="quarter" idx="14"/>
          </p:nvPr>
        </p:nvSpPr>
        <p:spPr>
          <a:xfrm>
            <a:off x="8346970" y="2109783"/>
            <a:ext cx="2076659" cy="2077200"/>
          </a:xfrm>
          <a:prstGeom prst="rect">
            <a:avLst/>
          </a:prstGeom>
          <a:solidFill>
            <a:schemeClr val="bg1"/>
          </a:solidFill>
          <a:ln w="31750">
            <a:noFill/>
          </a:ln>
        </p:spPr>
        <p:txBody>
          <a:bodyPr anchor="ctr">
            <a:normAutofit/>
          </a:bodyPr>
          <a:lstStyle>
            <a:lvl1pPr marL="0" indent="0" algn="ctr">
              <a:buNone/>
              <a:defRPr sz="1799">
                <a:solidFill>
                  <a:schemeClr val="bg1">
                    <a:lumMod val="65000"/>
                  </a:schemeClr>
                </a:solidFill>
              </a:defRPr>
            </a:lvl1pPr>
          </a:lstStyle>
          <a:p>
            <a:r>
              <a:rPr lang="en-US" dirty="0"/>
              <a:t>Click icon to add picture</a:t>
            </a:r>
          </a:p>
        </p:txBody>
      </p:sp>
      <p:sp>
        <p:nvSpPr>
          <p:cNvPr id="39" name="Marcador de texto 7">
            <a:extLst>
              <a:ext uri="{FF2B5EF4-FFF2-40B4-BE49-F238E27FC236}">
                <a16:creationId xmlns:a16="http://schemas.microsoft.com/office/drawing/2014/main" id="{1E70038B-961D-4D7B-B66A-B04C9983254B}"/>
              </a:ext>
            </a:extLst>
          </p:cNvPr>
          <p:cNvSpPr>
            <a:spLocks noGrp="1"/>
          </p:cNvSpPr>
          <p:nvPr>
            <p:ph type="body" sz="quarter" idx="19" hasCustomPrompt="1"/>
          </p:nvPr>
        </p:nvSpPr>
        <p:spPr>
          <a:xfrm>
            <a:off x="8346970" y="4349303"/>
            <a:ext cx="2076659" cy="225335"/>
          </a:xfrm>
          <a:prstGeom prst="rect">
            <a:avLst/>
          </a:prstGeom>
          <a:noFill/>
        </p:spPr>
        <p:txBody>
          <a:bodyPr vert="horz" lIns="0" tIns="0" rIns="0" bIns="0" anchor="b"/>
          <a:lstStyle>
            <a:lvl1pPr marL="0" indent="0" algn="ctr">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40" name="Marcador de texto 7">
            <a:extLst>
              <a:ext uri="{FF2B5EF4-FFF2-40B4-BE49-F238E27FC236}">
                <a16:creationId xmlns:a16="http://schemas.microsoft.com/office/drawing/2014/main" id="{2844ABC1-E8D9-43E0-87C1-A327A7A2FC92}"/>
              </a:ext>
            </a:extLst>
          </p:cNvPr>
          <p:cNvSpPr>
            <a:spLocks noGrp="1"/>
          </p:cNvSpPr>
          <p:nvPr>
            <p:ph type="body" sz="quarter" idx="20" hasCustomPrompt="1"/>
          </p:nvPr>
        </p:nvSpPr>
        <p:spPr>
          <a:xfrm>
            <a:off x="8346970" y="4581169"/>
            <a:ext cx="2076659" cy="242342"/>
          </a:xfrm>
          <a:prstGeom prst="rect">
            <a:avLst/>
          </a:prstGeom>
          <a:noFill/>
        </p:spPr>
        <p:txBody>
          <a:bodyPr vert="horz" wrap="none" lIns="0" tIns="91440" rIns="0" bIns="0" anchor="t" anchorCtr="0">
            <a:noAutofit/>
          </a:bodyP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TITLE HERE</a:t>
            </a:r>
          </a:p>
        </p:txBody>
      </p:sp>
      <p:sp>
        <p:nvSpPr>
          <p:cNvPr id="41" name="Text Placeholder 2">
            <a:extLst>
              <a:ext uri="{FF2B5EF4-FFF2-40B4-BE49-F238E27FC236}">
                <a16:creationId xmlns:a16="http://schemas.microsoft.com/office/drawing/2014/main" id="{B6248DF4-04E2-447E-9BD1-CE88A733D12F}"/>
              </a:ext>
            </a:extLst>
          </p:cNvPr>
          <p:cNvSpPr>
            <a:spLocks noGrp="1"/>
          </p:cNvSpPr>
          <p:nvPr>
            <p:ph type="body" sz="quarter" idx="21" hasCustomPrompt="1"/>
          </p:nvPr>
        </p:nvSpPr>
        <p:spPr>
          <a:xfrm>
            <a:off x="8346970" y="4861581"/>
            <a:ext cx="2076659" cy="759558"/>
          </a:xfrm>
          <a:prstGeom prst="rect">
            <a:avLst/>
          </a:prstGeom>
        </p:spPr>
        <p:txBody>
          <a:bodyPr lIns="0" tIns="0" rIns="0" bIns="0" anchor="t">
            <a:noAutofit/>
          </a:bodyPr>
          <a:lstStyle>
            <a:lvl1pPr marL="0" indent="0" algn="ctr">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ad </a:t>
            </a:r>
            <a:r>
              <a:rPr lang="en-US" dirty="0" err="1"/>
              <a:t>ipis</a:t>
            </a:r>
            <a:r>
              <a:rPr lang="en-US" dirty="0"/>
              <a:t> </a:t>
            </a:r>
            <a:r>
              <a:rPr lang="en-US" dirty="0" err="1"/>
              <a:t>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p>
        </p:txBody>
      </p:sp>
      <p:grpSp>
        <p:nvGrpSpPr>
          <p:cNvPr id="4" name="Group 3">
            <a:extLst>
              <a:ext uri="{FF2B5EF4-FFF2-40B4-BE49-F238E27FC236}">
                <a16:creationId xmlns:a16="http://schemas.microsoft.com/office/drawing/2014/main" id="{D9029B5B-13D8-4E79-9616-5A0C9C34B6D7}"/>
              </a:ext>
            </a:extLst>
          </p:cNvPr>
          <p:cNvGrpSpPr/>
          <p:nvPr userDrawn="1"/>
        </p:nvGrpSpPr>
        <p:grpSpPr>
          <a:xfrm>
            <a:off x="-116114" y="3739691"/>
            <a:ext cx="8200119" cy="285124"/>
            <a:chOff x="-116114" y="3739691"/>
            <a:chExt cx="8200119" cy="285124"/>
          </a:xfrm>
        </p:grpSpPr>
        <p:cxnSp>
          <p:nvCxnSpPr>
            <p:cNvPr id="17" name="Straight Connector 16">
              <a:extLst>
                <a:ext uri="{FF2B5EF4-FFF2-40B4-BE49-F238E27FC236}">
                  <a16:creationId xmlns:a16="http://schemas.microsoft.com/office/drawing/2014/main" id="{82246943-892C-4EAB-B42B-053FDBE1E1CF}"/>
                </a:ext>
              </a:extLst>
            </p:cNvPr>
            <p:cNvCxnSpPr>
              <a:cxnSpLocks/>
            </p:cNvCxnSpPr>
            <p:nvPr userDrawn="1"/>
          </p:nvCxnSpPr>
          <p:spPr>
            <a:xfrm>
              <a:off x="-116114" y="3886200"/>
              <a:ext cx="8115527" cy="0"/>
            </a:xfrm>
            <a:prstGeom prst="line">
              <a:avLst/>
            </a:prstGeom>
            <a:ln w="952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2" name="Freeform 13">
              <a:extLst>
                <a:ext uri="{FF2B5EF4-FFF2-40B4-BE49-F238E27FC236}">
                  <a16:creationId xmlns:a16="http://schemas.microsoft.com/office/drawing/2014/main" id="{C7FA37FB-B9A0-46EF-903C-98DDE79FF1D9}"/>
                </a:ext>
              </a:extLst>
            </p:cNvPr>
            <p:cNvSpPr>
              <a:spLocks/>
            </p:cNvSpPr>
            <p:nvPr userDrawn="1"/>
          </p:nvSpPr>
          <p:spPr bwMode="auto">
            <a:xfrm>
              <a:off x="6029618" y="3831406"/>
              <a:ext cx="100558" cy="100558"/>
            </a:xfrm>
            <a:prstGeom prst="ellipse">
              <a:avLst/>
            </a:prstGeom>
            <a:solidFill>
              <a:schemeClr val="tx1">
                <a:lumMod val="60000"/>
                <a:lumOff val="40000"/>
              </a:schemeClr>
            </a:solidFill>
            <a:ln w="38100">
              <a:solidFill>
                <a:schemeClr val="tx1">
                  <a:lumMod val="40000"/>
                  <a:lumOff val="60000"/>
                  <a:alpha val="50000"/>
                </a:schemeClr>
              </a:solidFill>
            </a:ln>
          </p:spPr>
          <p:txBody>
            <a:bodyPr vert="horz" wrap="square" lIns="91416" tIns="45708" rIns="91416" bIns="45708" numCol="1" anchor="t" anchorCtr="0" compatLnSpc="1">
              <a:prstTxWarp prst="textNoShape">
                <a:avLst/>
              </a:prstTxWarp>
            </a:bodyPr>
            <a:lstStyle/>
            <a:p>
              <a:endParaRPr lang="en-US" sz="1799"/>
            </a:p>
          </p:txBody>
        </p:sp>
        <p:sp>
          <p:nvSpPr>
            <p:cNvPr id="34" name="Freeform 12">
              <a:extLst>
                <a:ext uri="{FF2B5EF4-FFF2-40B4-BE49-F238E27FC236}">
                  <a16:creationId xmlns:a16="http://schemas.microsoft.com/office/drawing/2014/main" id="{C35ADB51-3EFF-4BD1-8D0F-BAC61B77E8CE}"/>
                </a:ext>
              </a:extLst>
            </p:cNvPr>
            <p:cNvSpPr>
              <a:spLocks/>
            </p:cNvSpPr>
            <p:nvPr userDrawn="1"/>
          </p:nvSpPr>
          <p:spPr bwMode="auto">
            <a:xfrm>
              <a:off x="2620904" y="3764490"/>
              <a:ext cx="100558" cy="100558"/>
            </a:xfrm>
            <a:prstGeom prst="ellipse">
              <a:avLst/>
            </a:prstGeom>
            <a:solidFill>
              <a:schemeClr val="tx1">
                <a:lumMod val="60000"/>
                <a:lumOff val="40000"/>
              </a:schemeClr>
            </a:solidFill>
            <a:ln w="38100">
              <a:solidFill>
                <a:schemeClr val="tx1">
                  <a:lumMod val="40000"/>
                  <a:lumOff val="60000"/>
                  <a:alpha val="50000"/>
                </a:schemeClr>
              </a:solidFill>
            </a:ln>
          </p:spPr>
          <p:txBody>
            <a:bodyPr vert="horz" wrap="square" lIns="91416" tIns="45708" rIns="91416" bIns="45708" numCol="1" anchor="t" anchorCtr="0" compatLnSpc="1">
              <a:prstTxWarp prst="textNoShape">
                <a:avLst/>
              </a:prstTxWarp>
            </a:bodyPr>
            <a:lstStyle/>
            <a:p>
              <a:endParaRPr lang="en-US" sz="1799"/>
            </a:p>
          </p:txBody>
        </p:sp>
        <p:sp>
          <p:nvSpPr>
            <p:cNvPr id="42" name="Freeform 12">
              <a:extLst>
                <a:ext uri="{FF2B5EF4-FFF2-40B4-BE49-F238E27FC236}">
                  <a16:creationId xmlns:a16="http://schemas.microsoft.com/office/drawing/2014/main" id="{F51479D8-7519-4791-938C-46FB2687911D}"/>
                </a:ext>
              </a:extLst>
            </p:cNvPr>
            <p:cNvSpPr>
              <a:spLocks/>
            </p:cNvSpPr>
            <p:nvPr userDrawn="1"/>
          </p:nvSpPr>
          <p:spPr bwMode="auto">
            <a:xfrm rot="16200000">
              <a:off x="7818449" y="3759258"/>
              <a:ext cx="285124" cy="245989"/>
            </a:xfrm>
            <a:custGeom>
              <a:avLst/>
              <a:gdLst>
                <a:gd name="T0" fmla="*/ 0 w 663"/>
                <a:gd name="T1" fmla="*/ 572 h 572"/>
                <a:gd name="T2" fmla="*/ 331 w 663"/>
                <a:gd name="T3" fmla="*/ 0 h 572"/>
                <a:gd name="T4" fmla="*/ 663 w 663"/>
                <a:gd name="T5" fmla="*/ 572 h 572"/>
                <a:gd name="T6" fmla="*/ 0 w 663"/>
                <a:gd name="T7" fmla="*/ 572 h 572"/>
              </a:gdLst>
              <a:ahLst/>
              <a:cxnLst>
                <a:cxn ang="0">
                  <a:pos x="T0" y="T1"/>
                </a:cxn>
                <a:cxn ang="0">
                  <a:pos x="T2" y="T3"/>
                </a:cxn>
                <a:cxn ang="0">
                  <a:pos x="T4" y="T5"/>
                </a:cxn>
                <a:cxn ang="0">
                  <a:pos x="T6" y="T7"/>
                </a:cxn>
              </a:cxnLst>
              <a:rect l="0" t="0" r="r" b="b"/>
              <a:pathLst>
                <a:path w="663" h="572">
                  <a:moveTo>
                    <a:pt x="0" y="572"/>
                  </a:moveTo>
                  <a:lnTo>
                    <a:pt x="331" y="0"/>
                  </a:lnTo>
                  <a:lnTo>
                    <a:pt x="663" y="572"/>
                  </a:lnTo>
                  <a:lnTo>
                    <a:pt x="0" y="572"/>
                  </a:lnTo>
                  <a:close/>
                </a:path>
              </a:pathLst>
            </a:custGeom>
            <a:solidFill>
              <a:schemeClr val="tx1">
                <a:lumMod val="60000"/>
                <a:lumOff val="40000"/>
              </a:schemeClr>
            </a:solidFill>
            <a:ln>
              <a:noFill/>
            </a:ln>
          </p:spPr>
          <p:txBody>
            <a:bodyPr vert="horz" wrap="square" lIns="91416" tIns="45708" rIns="91416" bIns="45708" numCol="1" anchor="t" anchorCtr="0" compatLnSpc="1">
              <a:prstTxWarp prst="textNoShape">
                <a:avLst/>
              </a:prstTxWarp>
            </a:bodyPr>
            <a:lstStyle/>
            <a:p>
              <a:endParaRPr lang="en-US" sz="1799"/>
            </a:p>
          </p:txBody>
        </p:sp>
      </p:grpSp>
    </p:spTree>
    <p:extLst>
      <p:ext uri="{BB962C8B-B14F-4D97-AF65-F5344CB8AC3E}">
        <p14:creationId xmlns:p14="http://schemas.microsoft.com/office/powerpoint/2010/main" val="2677617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1_Two images">
    <p:spTree>
      <p:nvGrpSpPr>
        <p:cNvPr id="1" name=""/>
        <p:cNvGrpSpPr/>
        <p:nvPr/>
      </p:nvGrpSpPr>
      <p:grpSpPr>
        <a:xfrm>
          <a:off x="0" y="0"/>
          <a:ext cx="0" cy="0"/>
          <a:chOff x="0" y="0"/>
          <a:chExt cx="0" cy="0"/>
        </a:xfrm>
      </p:grpSpPr>
      <p:sp>
        <p:nvSpPr>
          <p:cNvPr id="5" name="Picture Placeholder 2"/>
          <p:cNvSpPr>
            <a:spLocks noGrp="1"/>
          </p:cNvSpPr>
          <p:nvPr>
            <p:ph type="pic" sz="quarter" idx="15" hasCustomPrompt="1"/>
          </p:nvPr>
        </p:nvSpPr>
        <p:spPr>
          <a:xfrm>
            <a:off x="0" y="0"/>
            <a:ext cx="6094412" cy="6858000"/>
          </a:xfrm>
          <a:prstGeom prst="rect">
            <a:avLst/>
          </a:prstGeom>
        </p:spPr>
        <p:txBody>
          <a:bodyPr anchor="ctr"/>
          <a:lstStyle>
            <a:lvl1pPr marL="0" indent="0" algn="ctr">
              <a:buNone/>
              <a:defRPr sz="1500">
                <a:solidFill>
                  <a:schemeClr val="tx1"/>
                </a:solidFill>
              </a:defRPr>
            </a:lvl1pPr>
          </a:lstStyle>
          <a:p>
            <a:r>
              <a:rPr lang="en-US" dirty="0"/>
              <a:t>Drag your images here</a:t>
            </a:r>
          </a:p>
        </p:txBody>
      </p:sp>
      <p:sp>
        <p:nvSpPr>
          <p:cNvPr id="12" name="Marcador de texto 7">
            <a:extLst>
              <a:ext uri="{FF2B5EF4-FFF2-40B4-BE49-F238E27FC236}">
                <a16:creationId xmlns:a16="http://schemas.microsoft.com/office/drawing/2014/main" id="{CA862390-D47B-42DF-999F-1DEBF4475C43}"/>
              </a:ext>
            </a:extLst>
          </p:cNvPr>
          <p:cNvSpPr>
            <a:spLocks noGrp="1"/>
          </p:cNvSpPr>
          <p:nvPr>
            <p:ph type="body" sz="quarter" idx="11" hasCustomPrompt="1"/>
          </p:nvPr>
        </p:nvSpPr>
        <p:spPr>
          <a:xfrm>
            <a:off x="6585036" y="2019300"/>
            <a:ext cx="5078412" cy="457200"/>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3" name="Marcador de texto 7">
            <a:extLst>
              <a:ext uri="{FF2B5EF4-FFF2-40B4-BE49-F238E27FC236}">
                <a16:creationId xmlns:a16="http://schemas.microsoft.com/office/drawing/2014/main" id="{CC377886-F9D0-42DD-A43C-03BEEFD0A99D}"/>
              </a:ext>
            </a:extLst>
          </p:cNvPr>
          <p:cNvSpPr>
            <a:spLocks noGrp="1"/>
          </p:cNvSpPr>
          <p:nvPr>
            <p:ph type="body" sz="quarter" idx="12" hasCustomPrompt="1"/>
          </p:nvPr>
        </p:nvSpPr>
        <p:spPr>
          <a:xfrm>
            <a:off x="6585036" y="2476500"/>
            <a:ext cx="5078412"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5" name="Text Placeholder 2">
            <a:extLst>
              <a:ext uri="{FF2B5EF4-FFF2-40B4-BE49-F238E27FC236}">
                <a16:creationId xmlns:a16="http://schemas.microsoft.com/office/drawing/2014/main" id="{CDC9D2ED-DE32-4032-84B4-E7F2176BCB6E}"/>
              </a:ext>
            </a:extLst>
          </p:cNvPr>
          <p:cNvSpPr>
            <a:spLocks noGrp="1"/>
          </p:cNvSpPr>
          <p:nvPr>
            <p:ph type="body" sz="quarter" idx="13" hasCustomPrompt="1"/>
          </p:nvPr>
        </p:nvSpPr>
        <p:spPr>
          <a:xfrm>
            <a:off x="6585036" y="3154680"/>
            <a:ext cx="5078412" cy="73152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a:t>
            </a:r>
          </a:p>
        </p:txBody>
      </p:sp>
    </p:spTree>
    <p:extLst>
      <p:ext uri="{BB962C8B-B14F-4D97-AF65-F5344CB8AC3E}">
        <p14:creationId xmlns:p14="http://schemas.microsoft.com/office/powerpoint/2010/main" val="2938116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2_Two images">
    <p:spTree>
      <p:nvGrpSpPr>
        <p:cNvPr id="1" name=""/>
        <p:cNvGrpSpPr/>
        <p:nvPr/>
      </p:nvGrpSpPr>
      <p:grpSpPr>
        <a:xfrm>
          <a:off x="0" y="0"/>
          <a:ext cx="0" cy="0"/>
          <a:chOff x="0" y="0"/>
          <a:chExt cx="0" cy="0"/>
        </a:xfrm>
      </p:grpSpPr>
      <p:sp>
        <p:nvSpPr>
          <p:cNvPr id="5" name="Picture Placeholder 2"/>
          <p:cNvSpPr>
            <a:spLocks noGrp="1"/>
          </p:cNvSpPr>
          <p:nvPr>
            <p:ph type="pic" sz="quarter" idx="15" hasCustomPrompt="1"/>
          </p:nvPr>
        </p:nvSpPr>
        <p:spPr>
          <a:xfrm>
            <a:off x="6094413" y="0"/>
            <a:ext cx="6094412" cy="6858000"/>
          </a:xfrm>
          <a:prstGeom prst="rect">
            <a:avLst/>
          </a:prstGeom>
        </p:spPr>
        <p:txBody>
          <a:bodyPr anchor="ctr"/>
          <a:lstStyle>
            <a:lvl1pPr marL="0" indent="0" algn="ctr">
              <a:buNone/>
              <a:defRPr sz="1500">
                <a:solidFill>
                  <a:schemeClr val="tx1"/>
                </a:solidFill>
              </a:defRPr>
            </a:lvl1pPr>
          </a:lstStyle>
          <a:p>
            <a:r>
              <a:rPr lang="en-US" dirty="0"/>
              <a:t>Drag your images here</a:t>
            </a:r>
          </a:p>
        </p:txBody>
      </p:sp>
      <p:sp>
        <p:nvSpPr>
          <p:cNvPr id="12" name="Marcador de texto 7">
            <a:extLst>
              <a:ext uri="{FF2B5EF4-FFF2-40B4-BE49-F238E27FC236}">
                <a16:creationId xmlns:a16="http://schemas.microsoft.com/office/drawing/2014/main" id="{CA862390-D47B-42DF-999F-1DEBF4475C43}"/>
              </a:ext>
            </a:extLst>
          </p:cNvPr>
          <p:cNvSpPr>
            <a:spLocks noGrp="1"/>
          </p:cNvSpPr>
          <p:nvPr>
            <p:ph type="body" sz="quarter" idx="11" hasCustomPrompt="1"/>
          </p:nvPr>
        </p:nvSpPr>
        <p:spPr>
          <a:xfrm>
            <a:off x="489033" y="2019300"/>
            <a:ext cx="5078412" cy="457200"/>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3" name="Marcador de texto 7">
            <a:extLst>
              <a:ext uri="{FF2B5EF4-FFF2-40B4-BE49-F238E27FC236}">
                <a16:creationId xmlns:a16="http://schemas.microsoft.com/office/drawing/2014/main" id="{CC377886-F9D0-42DD-A43C-03BEEFD0A99D}"/>
              </a:ext>
            </a:extLst>
          </p:cNvPr>
          <p:cNvSpPr>
            <a:spLocks noGrp="1"/>
          </p:cNvSpPr>
          <p:nvPr>
            <p:ph type="body" sz="quarter" idx="12" hasCustomPrompt="1"/>
          </p:nvPr>
        </p:nvSpPr>
        <p:spPr>
          <a:xfrm>
            <a:off x="489033" y="2476500"/>
            <a:ext cx="5078412"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5" name="Text Placeholder 2">
            <a:extLst>
              <a:ext uri="{FF2B5EF4-FFF2-40B4-BE49-F238E27FC236}">
                <a16:creationId xmlns:a16="http://schemas.microsoft.com/office/drawing/2014/main" id="{CDC9D2ED-DE32-4032-84B4-E7F2176BCB6E}"/>
              </a:ext>
            </a:extLst>
          </p:cNvPr>
          <p:cNvSpPr>
            <a:spLocks noGrp="1"/>
          </p:cNvSpPr>
          <p:nvPr>
            <p:ph type="body" sz="quarter" idx="13" hasCustomPrompt="1"/>
          </p:nvPr>
        </p:nvSpPr>
        <p:spPr>
          <a:xfrm>
            <a:off x="489033" y="3154680"/>
            <a:ext cx="5078412" cy="73152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a:t>
            </a:r>
          </a:p>
        </p:txBody>
      </p:sp>
    </p:spTree>
    <p:extLst>
      <p:ext uri="{BB962C8B-B14F-4D97-AF65-F5344CB8AC3E}">
        <p14:creationId xmlns:p14="http://schemas.microsoft.com/office/powerpoint/2010/main" val="2025117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3_Two images">
    <p:spTree>
      <p:nvGrpSpPr>
        <p:cNvPr id="1" name=""/>
        <p:cNvGrpSpPr/>
        <p:nvPr/>
      </p:nvGrpSpPr>
      <p:grpSpPr>
        <a:xfrm>
          <a:off x="0" y="0"/>
          <a:ext cx="0" cy="0"/>
          <a:chOff x="0" y="0"/>
          <a:chExt cx="0" cy="0"/>
        </a:xfrm>
      </p:grpSpPr>
      <p:sp>
        <p:nvSpPr>
          <p:cNvPr id="12" name="Marcador de texto 7">
            <a:extLst>
              <a:ext uri="{FF2B5EF4-FFF2-40B4-BE49-F238E27FC236}">
                <a16:creationId xmlns:a16="http://schemas.microsoft.com/office/drawing/2014/main" id="{CA862390-D47B-42DF-999F-1DEBF4475C43}"/>
              </a:ext>
            </a:extLst>
          </p:cNvPr>
          <p:cNvSpPr>
            <a:spLocks noGrp="1"/>
          </p:cNvSpPr>
          <p:nvPr>
            <p:ph type="body" sz="quarter" idx="11" hasCustomPrompt="1"/>
          </p:nvPr>
        </p:nvSpPr>
        <p:spPr>
          <a:xfrm>
            <a:off x="489033" y="2019300"/>
            <a:ext cx="5078412" cy="457200"/>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3" name="Marcador de texto 7">
            <a:extLst>
              <a:ext uri="{FF2B5EF4-FFF2-40B4-BE49-F238E27FC236}">
                <a16:creationId xmlns:a16="http://schemas.microsoft.com/office/drawing/2014/main" id="{CC377886-F9D0-42DD-A43C-03BEEFD0A99D}"/>
              </a:ext>
            </a:extLst>
          </p:cNvPr>
          <p:cNvSpPr>
            <a:spLocks noGrp="1"/>
          </p:cNvSpPr>
          <p:nvPr>
            <p:ph type="body" sz="quarter" idx="12" hasCustomPrompt="1"/>
          </p:nvPr>
        </p:nvSpPr>
        <p:spPr>
          <a:xfrm>
            <a:off x="489033" y="2476500"/>
            <a:ext cx="5078412"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5" name="Text Placeholder 2">
            <a:extLst>
              <a:ext uri="{FF2B5EF4-FFF2-40B4-BE49-F238E27FC236}">
                <a16:creationId xmlns:a16="http://schemas.microsoft.com/office/drawing/2014/main" id="{CDC9D2ED-DE32-4032-84B4-E7F2176BCB6E}"/>
              </a:ext>
            </a:extLst>
          </p:cNvPr>
          <p:cNvSpPr>
            <a:spLocks noGrp="1"/>
          </p:cNvSpPr>
          <p:nvPr>
            <p:ph type="body" sz="quarter" idx="13" hasCustomPrompt="1"/>
          </p:nvPr>
        </p:nvSpPr>
        <p:spPr>
          <a:xfrm>
            <a:off x="489033" y="3154680"/>
            <a:ext cx="5078412" cy="73152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a:t>
            </a:r>
          </a:p>
        </p:txBody>
      </p:sp>
      <p:sp>
        <p:nvSpPr>
          <p:cNvPr id="4" name="Picture Placeholder 3">
            <a:extLst>
              <a:ext uri="{FF2B5EF4-FFF2-40B4-BE49-F238E27FC236}">
                <a16:creationId xmlns:a16="http://schemas.microsoft.com/office/drawing/2014/main" id="{E4E42583-C116-4C79-8F2C-9B02BCAC5074}"/>
              </a:ext>
            </a:extLst>
          </p:cNvPr>
          <p:cNvSpPr>
            <a:spLocks noGrp="1"/>
          </p:cNvSpPr>
          <p:nvPr>
            <p:ph type="pic" sz="quarter" idx="16"/>
          </p:nvPr>
        </p:nvSpPr>
        <p:spPr>
          <a:xfrm>
            <a:off x="6094411" y="0"/>
            <a:ext cx="6094413" cy="6858000"/>
          </a:xfrm>
          <a:prstGeom prst="rtTriangle">
            <a:avLst/>
          </a:prstGeom>
        </p:spPr>
        <p:txBody>
          <a:bodyPr/>
          <a:lstStyle/>
          <a:p>
            <a:endParaRPr lang="es-ES"/>
          </a:p>
        </p:txBody>
      </p:sp>
      <p:sp>
        <p:nvSpPr>
          <p:cNvPr id="20" name="Picture Placeholder 19">
            <a:extLst>
              <a:ext uri="{FF2B5EF4-FFF2-40B4-BE49-F238E27FC236}">
                <a16:creationId xmlns:a16="http://schemas.microsoft.com/office/drawing/2014/main" id="{1B7DEFF9-EE77-4C9D-A8A4-3F111F13B504}"/>
              </a:ext>
            </a:extLst>
          </p:cNvPr>
          <p:cNvSpPr>
            <a:spLocks noGrp="1"/>
          </p:cNvSpPr>
          <p:nvPr>
            <p:ph type="pic" sz="quarter" idx="18"/>
          </p:nvPr>
        </p:nvSpPr>
        <p:spPr>
          <a:xfrm>
            <a:off x="6416063" y="0"/>
            <a:ext cx="5772763" cy="6496050"/>
          </a:xfrm>
          <a:custGeom>
            <a:avLst/>
            <a:gdLst>
              <a:gd name="connsiteX0" fmla="*/ 0 w 5772763"/>
              <a:gd name="connsiteY0" fmla="*/ 0 h 6496050"/>
              <a:gd name="connsiteX1" fmla="*/ 5772763 w 5772763"/>
              <a:gd name="connsiteY1" fmla="*/ 0 h 6496050"/>
              <a:gd name="connsiteX2" fmla="*/ 5772763 w 5772763"/>
              <a:gd name="connsiteY2" fmla="*/ 6496050 h 6496050"/>
            </a:gdLst>
            <a:ahLst/>
            <a:cxnLst>
              <a:cxn ang="0">
                <a:pos x="connsiteX0" y="connsiteY0"/>
              </a:cxn>
              <a:cxn ang="0">
                <a:pos x="connsiteX1" y="connsiteY1"/>
              </a:cxn>
              <a:cxn ang="0">
                <a:pos x="connsiteX2" y="connsiteY2"/>
              </a:cxn>
            </a:cxnLst>
            <a:rect l="l" t="t" r="r" b="b"/>
            <a:pathLst>
              <a:path w="5772763" h="6496050">
                <a:moveTo>
                  <a:pt x="0" y="0"/>
                </a:moveTo>
                <a:lnTo>
                  <a:pt x="5772763" y="0"/>
                </a:lnTo>
                <a:lnTo>
                  <a:pt x="5772763" y="6496050"/>
                </a:lnTo>
                <a:close/>
              </a:path>
            </a:pathLst>
          </a:custGeom>
        </p:spPr>
        <p:txBody>
          <a:bodyPr wrap="square">
            <a:noAutofit/>
          </a:bodyPr>
          <a:lstStyle/>
          <a:p>
            <a:endParaRPr lang="es-ES" dirty="0"/>
          </a:p>
        </p:txBody>
      </p:sp>
    </p:spTree>
    <p:extLst>
      <p:ext uri="{BB962C8B-B14F-4D97-AF65-F5344CB8AC3E}">
        <p14:creationId xmlns:p14="http://schemas.microsoft.com/office/powerpoint/2010/main" val="4231723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4_Two images">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4E42583-C116-4C79-8F2C-9B02BCAC5074}"/>
              </a:ext>
            </a:extLst>
          </p:cNvPr>
          <p:cNvSpPr>
            <a:spLocks noGrp="1"/>
          </p:cNvSpPr>
          <p:nvPr>
            <p:ph type="pic" sz="quarter" idx="16"/>
          </p:nvPr>
        </p:nvSpPr>
        <p:spPr>
          <a:xfrm>
            <a:off x="17461" y="0"/>
            <a:ext cx="6094413" cy="6858000"/>
          </a:xfrm>
          <a:prstGeom prst="rtTriangle">
            <a:avLst/>
          </a:prstGeom>
        </p:spPr>
        <p:txBody>
          <a:bodyPr/>
          <a:lstStyle/>
          <a:p>
            <a:endParaRPr lang="es-ES"/>
          </a:p>
        </p:txBody>
      </p:sp>
      <p:sp>
        <p:nvSpPr>
          <p:cNvPr id="20" name="Picture Placeholder 19">
            <a:extLst>
              <a:ext uri="{FF2B5EF4-FFF2-40B4-BE49-F238E27FC236}">
                <a16:creationId xmlns:a16="http://schemas.microsoft.com/office/drawing/2014/main" id="{1B7DEFF9-EE77-4C9D-A8A4-3F111F13B504}"/>
              </a:ext>
            </a:extLst>
          </p:cNvPr>
          <p:cNvSpPr>
            <a:spLocks noGrp="1"/>
          </p:cNvSpPr>
          <p:nvPr>
            <p:ph type="pic" sz="quarter" idx="18"/>
          </p:nvPr>
        </p:nvSpPr>
        <p:spPr>
          <a:xfrm>
            <a:off x="339113" y="0"/>
            <a:ext cx="5772763" cy="6496050"/>
          </a:xfrm>
          <a:custGeom>
            <a:avLst/>
            <a:gdLst>
              <a:gd name="connsiteX0" fmla="*/ 0 w 5772763"/>
              <a:gd name="connsiteY0" fmla="*/ 0 h 6496050"/>
              <a:gd name="connsiteX1" fmla="*/ 5772763 w 5772763"/>
              <a:gd name="connsiteY1" fmla="*/ 0 h 6496050"/>
              <a:gd name="connsiteX2" fmla="*/ 5772763 w 5772763"/>
              <a:gd name="connsiteY2" fmla="*/ 6496050 h 6496050"/>
            </a:gdLst>
            <a:ahLst/>
            <a:cxnLst>
              <a:cxn ang="0">
                <a:pos x="connsiteX0" y="connsiteY0"/>
              </a:cxn>
              <a:cxn ang="0">
                <a:pos x="connsiteX1" y="connsiteY1"/>
              </a:cxn>
              <a:cxn ang="0">
                <a:pos x="connsiteX2" y="connsiteY2"/>
              </a:cxn>
            </a:cxnLst>
            <a:rect l="l" t="t" r="r" b="b"/>
            <a:pathLst>
              <a:path w="5772763" h="6496050">
                <a:moveTo>
                  <a:pt x="0" y="0"/>
                </a:moveTo>
                <a:lnTo>
                  <a:pt x="5772763" y="0"/>
                </a:lnTo>
                <a:lnTo>
                  <a:pt x="5772763" y="6496050"/>
                </a:lnTo>
                <a:close/>
              </a:path>
            </a:pathLst>
          </a:custGeom>
        </p:spPr>
        <p:txBody>
          <a:bodyPr wrap="square">
            <a:noAutofit/>
          </a:bodyPr>
          <a:lstStyle/>
          <a:p>
            <a:endParaRPr lang="es-ES" dirty="0"/>
          </a:p>
        </p:txBody>
      </p:sp>
      <p:sp>
        <p:nvSpPr>
          <p:cNvPr id="8" name="Marcador de texto 7">
            <a:extLst>
              <a:ext uri="{FF2B5EF4-FFF2-40B4-BE49-F238E27FC236}">
                <a16:creationId xmlns:a16="http://schemas.microsoft.com/office/drawing/2014/main" id="{E463E775-3997-49BA-BD0A-59CAA3AC1B47}"/>
              </a:ext>
            </a:extLst>
          </p:cNvPr>
          <p:cNvSpPr>
            <a:spLocks noGrp="1"/>
          </p:cNvSpPr>
          <p:nvPr>
            <p:ph type="body" sz="quarter" idx="11" hasCustomPrompt="1"/>
          </p:nvPr>
        </p:nvSpPr>
        <p:spPr>
          <a:xfrm>
            <a:off x="6585036" y="2019300"/>
            <a:ext cx="5078412" cy="457200"/>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9" name="Marcador de texto 7">
            <a:extLst>
              <a:ext uri="{FF2B5EF4-FFF2-40B4-BE49-F238E27FC236}">
                <a16:creationId xmlns:a16="http://schemas.microsoft.com/office/drawing/2014/main" id="{195E2252-7D63-4381-9BCA-079BCD0AD9C0}"/>
              </a:ext>
            </a:extLst>
          </p:cNvPr>
          <p:cNvSpPr>
            <a:spLocks noGrp="1"/>
          </p:cNvSpPr>
          <p:nvPr>
            <p:ph type="body" sz="quarter" idx="12" hasCustomPrompt="1"/>
          </p:nvPr>
        </p:nvSpPr>
        <p:spPr>
          <a:xfrm>
            <a:off x="6585036" y="2476500"/>
            <a:ext cx="5078412"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0" name="Text Placeholder 2">
            <a:extLst>
              <a:ext uri="{FF2B5EF4-FFF2-40B4-BE49-F238E27FC236}">
                <a16:creationId xmlns:a16="http://schemas.microsoft.com/office/drawing/2014/main" id="{308BF719-15A4-424E-AE88-AA98B7608DD0}"/>
              </a:ext>
            </a:extLst>
          </p:cNvPr>
          <p:cNvSpPr>
            <a:spLocks noGrp="1"/>
          </p:cNvSpPr>
          <p:nvPr>
            <p:ph type="body" sz="quarter" idx="13" hasCustomPrompt="1"/>
          </p:nvPr>
        </p:nvSpPr>
        <p:spPr>
          <a:xfrm>
            <a:off x="6585036" y="3154680"/>
            <a:ext cx="5078412" cy="73152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a:t>
            </a:r>
          </a:p>
        </p:txBody>
      </p:sp>
    </p:spTree>
    <p:extLst>
      <p:ext uri="{BB962C8B-B14F-4D97-AF65-F5344CB8AC3E}">
        <p14:creationId xmlns:p14="http://schemas.microsoft.com/office/powerpoint/2010/main" val="1840904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1_Two image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A7269DF-AE36-4FDF-9C26-B2756891E231}"/>
              </a:ext>
            </a:extLst>
          </p:cNvPr>
          <p:cNvSpPr>
            <a:spLocks noGrp="1"/>
          </p:cNvSpPr>
          <p:nvPr>
            <p:ph type="pic" sz="quarter" idx="14"/>
          </p:nvPr>
        </p:nvSpPr>
        <p:spPr>
          <a:xfrm>
            <a:off x="0" y="0"/>
            <a:ext cx="3513931" cy="6858000"/>
          </a:xfrm>
          <a:prstGeom prst="rect">
            <a:avLst/>
          </a:prstGeom>
        </p:spPr>
        <p:txBody>
          <a:bodyPr/>
          <a:lstStyle/>
          <a:p>
            <a:endParaRPr lang="es-ES"/>
          </a:p>
        </p:txBody>
      </p:sp>
      <p:sp>
        <p:nvSpPr>
          <p:cNvPr id="11" name="Picture Placeholder 2">
            <a:extLst>
              <a:ext uri="{FF2B5EF4-FFF2-40B4-BE49-F238E27FC236}">
                <a16:creationId xmlns:a16="http://schemas.microsoft.com/office/drawing/2014/main" id="{42BA522D-A2FC-4712-B1D1-83848CE55693}"/>
              </a:ext>
            </a:extLst>
          </p:cNvPr>
          <p:cNvSpPr>
            <a:spLocks noGrp="1"/>
          </p:cNvSpPr>
          <p:nvPr>
            <p:ph type="pic" sz="quarter" idx="15"/>
          </p:nvPr>
        </p:nvSpPr>
        <p:spPr>
          <a:xfrm>
            <a:off x="7866061" y="0"/>
            <a:ext cx="4322763" cy="3429000"/>
          </a:xfrm>
          <a:prstGeom prst="rect">
            <a:avLst/>
          </a:prstGeom>
        </p:spPr>
        <p:txBody>
          <a:bodyPr/>
          <a:lstStyle/>
          <a:p>
            <a:endParaRPr lang="es-ES"/>
          </a:p>
        </p:txBody>
      </p:sp>
      <p:sp>
        <p:nvSpPr>
          <p:cNvPr id="12" name="Picture Placeholder 2">
            <a:extLst>
              <a:ext uri="{FF2B5EF4-FFF2-40B4-BE49-F238E27FC236}">
                <a16:creationId xmlns:a16="http://schemas.microsoft.com/office/drawing/2014/main" id="{C36FBC16-1E9A-416D-BCF8-8A12E70BFDF4}"/>
              </a:ext>
            </a:extLst>
          </p:cNvPr>
          <p:cNvSpPr>
            <a:spLocks noGrp="1"/>
          </p:cNvSpPr>
          <p:nvPr>
            <p:ph type="pic" sz="quarter" idx="16"/>
          </p:nvPr>
        </p:nvSpPr>
        <p:spPr>
          <a:xfrm>
            <a:off x="3513931" y="0"/>
            <a:ext cx="4386262" cy="3429000"/>
          </a:xfrm>
          <a:prstGeom prst="rect">
            <a:avLst/>
          </a:prstGeom>
        </p:spPr>
        <p:txBody>
          <a:bodyPr/>
          <a:lstStyle/>
          <a:p>
            <a:endParaRPr lang="es-ES"/>
          </a:p>
        </p:txBody>
      </p:sp>
      <p:sp>
        <p:nvSpPr>
          <p:cNvPr id="13" name="Picture Placeholder 2">
            <a:extLst>
              <a:ext uri="{FF2B5EF4-FFF2-40B4-BE49-F238E27FC236}">
                <a16:creationId xmlns:a16="http://schemas.microsoft.com/office/drawing/2014/main" id="{406E1E11-8B66-4E13-AF97-44BDA36B1DBB}"/>
              </a:ext>
            </a:extLst>
          </p:cNvPr>
          <p:cNvSpPr>
            <a:spLocks noGrp="1"/>
          </p:cNvSpPr>
          <p:nvPr>
            <p:ph type="pic" sz="quarter" idx="17"/>
          </p:nvPr>
        </p:nvSpPr>
        <p:spPr>
          <a:xfrm>
            <a:off x="7900193" y="3429000"/>
            <a:ext cx="4322763" cy="3429000"/>
          </a:xfrm>
          <a:prstGeom prst="rect">
            <a:avLst/>
          </a:prstGeom>
        </p:spPr>
        <p:txBody>
          <a:bodyPr/>
          <a:lstStyle/>
          <a:p>
            <a:endParaRPr lang="es-ES"/>
          </a:p>
        </p:txBody>
      </p:sp>
    </p:spTree>
    <p:extLst>
      <p:ext uri="{BB962C8B-B14F-4D97-AF65-F5344CB8AC3E}">
        <p14:creationId xmlns:p14="http://schemas.microsoft.com/office/powerpoint/2010/main" val="4217999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2_Two image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1A7269DF-AE36-4FDF-9C26-B2756891E231}"/>
              </a:ext>
            </a:extLst>
          </p:cNvPr>
          <p:cNvSpPr>
            <a:spLocks noGrp="1"/>
          </p:cNvSpPr>
          <p:nvPr>
            <p:ph type="pic" sz="quarter" idx="14"/>
          </p:nvPr>
        </p:nvSpPr>
        <p:spPr>
          <a:xfrm>
            <a:off x="8674894" y="0"/>
            <a:ext cx="3513931" cy="6858000"/>
          </a:xfrm>
          <a:prstGeom prst="rect">
            <a:avLst/>
          </a:prstGeom>
        </p:spPr>
        <p:txBody>
          <a:bodyPr/>
          <a:lstStyle/>
          <a:p>
            <a:endParaRPr lang="es-ES"/>
          </a:p>
        </p:txBody>
      </p:sp>
      <p:sp>
        <p:nvSpPr>
          <p:cNvPr id="11" name="Picture Placeholder 2">
            <a:extLst>
              <a:ext uri="{FF2B5EF4-FFF2-40B4-BE49-F238E27FC236}">
                <a16:creationId xmlns:a16="http://schemas.microsoft.com/office/drawing/2014/main" id="{42BA522D-A2FC-4712-B1D1-83848CE55693}"/>
              </a:ext>
            </a:extLst>
          </p:cNvPr>
          <p:cNvSpPr>
            <a:spLocks noGrp="1"/>
          </p:cNvSpPr>
          <p:nvPr>
            <p:ph type="pic" sz="quarter" idx="15"/>
          </p:nvPr>
        </p:nvSpPr>
        <p:spPr>
          <a:xfrm>
            <a:off x="1" y="0"/>
            <a:ext cx="8674893" cy="3429000"/>
          </a:xfrm>
          <a:prstGeom prst="rect">
            <a:avLst/>
          </a:prstGeom>
        </p:spPr>
        <p:txBody>
          <a:bodyPr/>
          <a:lstStyle/>
          <a:p>
            <a:endParaRPr lang="es-ES"/>
          </a:p>
        </p:txBody>
      </p:sp>
      <p:sp>
        <p:nvSpPr>
          <p:cNvPr id="13" name="Picture Placeholder 2">
            <a:extLst>
              <a:ext uri="{FF2B5EF4-FFF2-40B4-BE49-F238E27FC236}">
                <a16:creationId xmlns:a16="http://schemas.microsoft.com/office/drawing/2014/main" id="{406E1E11-8B66-4E13-AF97-44BDA36B1DBB}"/>
              </a:ext>
            </a:extLst>
          </p:cNvPr>
          <p:cNvSpPr>
            <a:spLocks noGrp="1"/>
          </p:cNvSpPr>
          <p:nvPr>
            <p:ph type="pic" sz="quarter" idx="17"/>
          </p:nvPr>
        </p:nvSpPr>
        <p:spPr>
          <a:xfrm>
            <a:off x="-5557" y="3429000"/>
            <a:ext cx="4322763" cy="3429000"/>
          </a:xfrm>
          <a:prstGeom prst="rect">
            <a:avLst/>
          </a:prstGeom>
        </p:spPr>
        <p:txBody>
          <a:bodyPr/>
          <a:lstStyle/>
          <a:p>
            <a:endParaRPr lang="es-ES"/>
          </a:p>
        </p:txBody>
      </p:sp>
    </p:spTree>
    <p:extLst>
      <p:ext uri="{BB962C8B-B14F-4D97-AF65-F5344CB8AC3E}">
        <p14:creationId xmlns:p14="http://schemas.microsoft.com/office/powerpoint/2010/main" val="2472032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5_Two images">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E463E775-3997-49BA-BD0A-59CAA3AC1B47}"/>
              </a:ext>
            </a:extLst>
          </p:cNvPr>
          <p:cNvSpPr>
            <a:spLocks noGrp="1"/>
          </p:cNvSpPr>
          <p:nvPr>
            <p:ph type="body" sz="quarter" idx="11" hasCustomPrompt="1"/>
          </p:nvPr>
        </p:nvSpPr>
        <p:spPr>
          <a:xfrm>
            <a:off x="6585036" y="2019300"/>
            <a:ext cx="5078412" cy="457200"/>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9" name="Marcador de texto 7">
            <a:extLst>
              <a:ext uri="{FF2B5EF4-FFF2-40B4-BE49-F238E27FC236}">
                <a16:creationId xmlns:a16="http://schemas.microsoft.com/office/drawing/2014/main" id="{195E2252-7D63-4381-9BCA-079BCD0AD9C0}"/>
              </a:ext>
            </a:extLst>
          </p:cNvPr>
          <p:cNvSpPr>
            <a:spLocks noGrp="1"/>
          </p:cNvSpPr>
          <p:nvPr>
            <p:ph type="body" sz="quarter" idx="12" hasCustomPrompt="1"/>
          </p:nvPr>
        </p:nvSpPr>
        <p:spPr>
          <a:xfrm>
            <a:off x="6585036" y="2476500"/>
            <a:ext cx="5078412"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0" name="Text Placeholder 2">
            <a:extLst>
              <a:ext uri="{FF2B5EF4-FFF2-40B4-BE49-F238E27FC236}">
                <a16:creationId xmlns:a16="http://schemas.microsoft.com/office/drawing/2014/main" id="{308BF719-15A4-424E-AE88-AA98B7608DD0}"/>
              </a:ext>
            </a:extLst>
          </p:cNvPr>
          <p:cNvSpPr>
            <a:spLocks noGrp="1"/>
          </p:cNvSpPr>
          <p:nvPr>
            <p:ph type="body" sz="quarter" idx="13" hasCustomPrompt="1"/>
          </p:nvPr>
        </p:nvSpPr>
        <p:spPr>
          <a:xfrm>
            <a:off x="6585036" y="3154680"/>
            <a:ext cx="5078412" cy="73152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a:t>
            </a:r>
          </a:p>
        </p:txBody>
      </p:sp>
      <p:sp>
        <p:nvSpPr>
          <p:cNvPr id="17" name="Picture Placeholder 16">
            <a:extLst>
              <a:ext uri="{FF2B5EF4-FFF2-40B4-BE49-F238E27FC236}">
                <a16:creationId xmlns:a16="http://schemas.microsoft.com/office/drawing/2014/main" id="{1EF337D4-9F70-4B3D-9E97-E594E8C55821}"/>
              </a:ext>
            </a:extLst>
          </p:cNvPr>
          <p:cNvSpPr>
            <a:spLocks noGrp="1"/>
          </p:cNvSpPr>
          <p:nvPr>
            <p:ph type="pic" sz="quarter" idx="21"/>
          </p:nvPr>
        </p:nvSpPr>
        <p:spPr>
          <a:xfrm>
            <a:off x="0" y="0"/>
            <a:ext cx="6073779" cy="6858000"/>
          </a:xfrm>
          <a:custGeom>
            <a:avLst/>
            <a:gdLst>
              <a:gd name="connsiteX0" fmla="*/ 3197227 w 6073779"/>
              <a:gd name="connsiteY0" fmla="*/ 5029200 h 6858000"/>
              <a:gd name="connsiteX1" fmla="*/ 6073779 w 6073779"/>
              <a:gd name="connsiteY1" fmla="*/ 5029200 h 6858000"/>
              <a:gd name="connsiteX2" fmla="*/ 6073779 w 6073779"/>
              <a:gd name="connsiteY2" fmla="*/ 6858000 h 6858000"/>
              <a:gd name="connsiteX3" fmla="*/ 3197227 w 6073779"/>
              <a:gd name="connsiteY3" fmla="*/ 6858000 h 6858000"/>
              <a:gd name="connsiteX4" fmla="*/ 0 w 6073779"/>
              <a:gd name="connsiteY4" fmla="*/ 2628900 h 6858000"/>
              <a:gd name="connsiteX5" fmla="*/ 2876553 w 6073779"/>
              <a:gd name="connsiteY5" fmla="*/ 2628900 h 6858000"/>
              <a:gd name="connsiteX6" fmla="*/ 2876553 w 6073779"/>
              <a:gd name="connsiteY6" fmla="*/ 6858000 h 6858000"/>
              <a:gd name="connsiteX7" fmla="*/ 0 w 6073779"/>
              <a:gd name="connsiteY7" fmla="*/ 6858000 h 6858000"/>
              <a:gd name="connsiteX8" fmla="*/ 0 w 6073779"/>
              <a:gd name="connsiteY8" fmla="*/ 0 h 6858000"/>
              <a:gd name="connsiteX9" fmla="*/ 2894013 w 6073779"/>
              <a:gd name="connsiteY9" fmla="*/ 0 h 6858000"/>
              <a:gd name="connsiteX10" fmla="*/ 2894013 w 6073779"/>
              <a:gd name="connsiteY10" fmla="*/ 2343150 h 6858000"/>
              <a:gd name="connsiteX11" fmla="*/ 0 w 6073779"/>
              <a:gd name="connsiteY11" fmla="*/ 2343150 h 6858000"/>
              <a:gd name="connsiteX12" fmla="*/ 3197227 w 6073779"/>
              <a:gd name="connsiteY12" fmla="*/ 0 h 6858000"/>
              <a:gd name="connsiteX13" fmla="*/ 6073779 w 6073779"/>
              <a:gd name="connsiteY13" fmla="*/ 0 h 6858000"/>
              <a:gd name="connsiteX14" fmla="*/ 6073779 w 6073779"/>
              <a:gd name="connsiteY14" fmla="*/ 4800600 h 6858000"/>
              <a:gd name="connsiteX15" fmla="*/ 3197227 w 6073779"/>
              <a:gd name="connsiteY15" fmla="*/ 48006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073779" h="6858000">
                <a:moveTo>
                  <a:pt x="3197227" y="5029200"/>
                </a:moveTo>
                <a:lnTo>
                  <a:pt x="6073779" y="5029200"/>
                </a:lnTo>
                <a:lnTo>
                  <a:pt x="6073779" y="6858000"/>
                </a:lnTo>
                <a:lnTo>
                  <a:pt x="3197227" y="6858000"/>
                </a:lnTo>
                <a:close/>
                <a:moveTo>
                  <a:pt x="0" y="2628900"/>
                </a:moveTo>
                <a:lnTo>
                  <a:pt x="2876553" y="2628900"/>
                </a:lnTo>
                <a:lnTo>
                  <a:pt x="2876553" y="6858000"/>
                </a:lnTo>
                <a:lnTo>
                  <a:pt x="0" y="6858000"/>
                </a:lnTo>
                <a:close/>
                <a:moveTo>
                  <a:pt x="0" y="0"/>
                </a:moveTo>
                <a:lnTo>
                  <a:pt x="2894013" y="0"/>
                </a:lnTo>
                <a:lnTo>
                  <a:pt x="2894013" y="2343150"/>
                </a:lnTo>
                <a:lnTo>
                  <a:pt x="0" y="2343150"/>
                </a:lnTo>
                <a:close/>
                <a:moveTo>
                  <a:pt x="3197227" y="0"/>
                </a:moveTo>
                <a:lnTo>
                  <a:pt x="6073779" y="0"/>
                </a:lnTo>
                <a:lnTo>
                  <a:pt x="6073779" y="4800600"/>
                </a:lnTo>
                <a:lnTo>
                  <a:pt x="3197227" y="4800600"/>
                </a:lnTo>
                <a:close/>
              </a:path>
            </a:pathLst>
          </a:custGeom>
        </p:spPr>
        <p:txBody>
          <a:bodyPr wrap="square">
            <a:noAutofit/>
          </a:bodyPr>
          <a:lstStyle/>
          <a:p>
            <a:endParaRPr lang="es-ES" dirty="0"/>
          </a:p>
        </p:txBody>
      </p:sp>
    </p:spTree>
    <p:extLst>
      <p:ext uri="{BB962C8B-B14F-4D97-AF65-F5344CB8AC3E}">
        <p14:creationId xmlns:p14="http://schemas.microsoft.com/office/powerpoint/2010/main" val="1490216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8_Break A">
    <p:spTree>
      <p:nvGrpSpPr>
        <p:cNvPr id="1" name=""/>
        <p:cNvGrpSpPr/>
        <p:nvPr/>
      </p:nvGrpSpPr>
      <p:grpSpPr>
        <a:xfrm>
          <a:off x="0" y="0"/>
          <a:ext cx="0" cy="0"/>
          <a:chOff x="0" y="0"/>
          <a:chExt cx="0" cy="0"/>
        </a:xfrm>
      </p:grpSpPr>
      <p:sp>
        <p:nvSpPr>
          <p:cNvPr id="5" name="Picture Placeholder 2"/>
          <p:cNvSpPr>
            <a:spLocks noGrp="1"/>
          </p:cNvSpPr>
          <p:nvPr>
            <p:ph type="pic" sz="quarter" idx="15" hasCustomPrompt="1"/>
          </p:nvPr>
        </p:nvSpPr>
        <p:spPr>
          <a:xfrm>
            <a:off x="-1587" y="0"/>
            <a:ext cx="12190412" cy="6857999"/>
          </a:xfrm>
          <a:prstGeom prst="rect">
            <a:avLst/>
          </a:prstGeom>
        </p:spPr>
        <p:txBody>
          <a:bodyPr anchor="ctr"/>
          <a:lstStyle>
            <a:lvl1pPr marL="0" indent="0" algn="ctr">
              <a:buNone/>
              <a:defRPr sz="1500">
                <a:solidFill>
                  <a:schemeClr val="tx1"/>
                </a:solidFill>
              </a:defRPr>
            </a:lvl1pPr>
          </a:lstStyle>
          <a:p>
            <a:r>
              <a:rPr lang="en-US" dirty="0"/>
              <a:t>Drag your images here</a:t>
            </a:r>
          </a:p>
        </p:txBody>
      </p:sp>
      <p:sp>
        <p:nvSpPr>
          <p:cNvPr id="14" name="Marcador de texto 7"/>
          <p:cNvSpPr>
            <a:spLocks noGrp="1"/>
          </p:cNvSpPr>
          <p:nvPr>
            <p:ph type="body" sz="quarter" idx="12" hasCustomPrompt="1"/>
          </p:nvPr>
        </p:nvSpPr>
        <p:spPr>
          <a:xfrm>
            <a:off x="5715444" y="2104630"/>
            <a:ext cx="4662533" cy="1265767"/>
          </a:xfrm>
          <a:prstGeom prst="rect">
            <a:avLst/>
          </a:prstGeom>
          <a:noFill/>
        </p:spPr>
        <p:txBody>
          <a:bodyPr vert="horz" wrap="none" lIns="0" tIns="91440" rIns="0" bIns="0" anchor="t" anchorCtr="0">
            <a:noAutofit/>
          </a:bodyPr>
          <a:lstStyle>
            <a:lvl1pPr marL="0" indent="0" algn="l">
              <a:buNone/>
              <a:defRPr sz="3000" b="1" i="0">
                <a:solidFill>
                  <a:schemeClr val="bg1"/>
                </a:solidFill>
                <a:latin typeface="Raleway" charset="0"/>
                <a:ea typeface="Raleway" charset="0"/>
                <a:cs typeface="Raleway" charset="0"/>
              </a:defRPr>
            </a:lvl1pPr>
          </a:lstStyle>
          <a:p>
            <a:pPr lvl="0"/>
            <a:r>
              <a:rPr lang="es-ES_tradnl" dirty="0"/>
              <a:t>PUT YOUR </a:t>
            </a:r>
          </a:p>
          <a:p>
            <a:pPr lvl="0"/>
            <a:r>
              <a:rPr lang="es-ES_tradnl" dirty="0"/>
              <a:t>BIG TITLE HERE</a:t>
            </a:r>
          </a:p>
        </p:txBody>
      </p:sp>
      <p:sp>
        <p:nvSpPr>
          <p:cNvPr id="19" name="Text Placeholder 2"/>
          <p:cNvSpPr>
            <a:spLocks noGrp="1"/>
          </p:cNvSpPr>
          <p:nvPr>
            <p:ph type="body" sz="quarter" idx="13" hasCustomPrompt="1"/>
          </p:nvPr>
        </p:nvSpPr>
        <p:spPr>
          <a:xfrm>
            <a:off x="5715444" y="3495900"/>
            <a:ext cx="4662533" cy="1409700"/>
          </a:xfrm>
          <a:prstGeom prst="rect">
            <a:avLst/>
          </a:prstGeom>
        </p:spPr>
        <p:txBody>
          <a:bodyPr lIns="0" tIns="0" rIns="0" bIns="0">
            <a:noAutofit/>
          </a:bodyPr>
          <a:lstStyle>
            <a:lvl1pPr marL="0" indent="0">
              <a:lnSpc>
                <a:spcPct val="150000"/>
              </a:lnSpc>
              <a:buNone/>
              <a:defRPr sz="1200" baseline="0">
                <a:ln>
                  <a:noFill/>
                </a:ln>
                <a:solidFill>
                  <a:schemeClr val="bg1"/>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 </a:t>
            </a:r>
            <a:r>
              <a:rPr lang="en-US" dirty="0" err="1"/>
              <a:t>purus</a:t>
            </a:r>
            <a:r>
              <a:rPr lang="en-US" dirty="0"/>
              <a:t>. Maecenas </a:t>
            </a:r>
            <a:r>
              <a:rPr lang="en-US" dirty="0" err="1"/>
              <a:t>ut</a:t>
            </a:r>
            <a:r>
              <a:rPr lang="en-US" dirty="0"/>
              <a:t> lacus </a:t>
            </a:r>
            <a:r>
              <a:rPr lang="en-US" dirty="0" err="1"/>
              <a:t>nec</a:t>
            </a:r>
            <a:r>
              <a:rPr lang="en-US" dirty="0"/>
              <a:t> </a:t>
            </a:r>
            <a:r>
              <a:rPr lang="en-US" dirty="0" err="1"/>
              <a:t>mauris</a:t>
            </a:r>
            <a:r>
              <a:rPr lang="en-US" dirty="0"/>
              <a:t> </a:t>
            </a:r>
            <a:r>
              <a:rPr lang="en-US" dirty="0" err="1"/>
              <a:t>feugiat</a:t>
            </a:r>
            <a:r>
              <a:rPr lang="en-US" dirty="0"/>
              <a:t> </a:t>
            </a:r>
            <a:r>
              <a:rPr lang="en-US" dirty="0" err="1"/>
              <a:t>tristique</a:t>
            </a:r>
            <a:r>
              <a:rPr lang="en-US" dirty="0"/>
              <a:t> et in </a:t>
            </a:r>
            <a:r>
              <a:rPr lang="en-US" dirty="0" err="1"/>
              <a:t>metus</a:t>
            </a:r>
            <a:r>
              <a:rPr lang="en-US" dirty="0"/>
              <a:t>. </a:t>
            </a:r>
            <a:r>
              <a:rPr lang="en-US" dirty="0" err="1"/>
              <a:t>Duis</a:t>
            </a:r>
            <a:r>
              <a:rPr lang="en-US" dirty="0"/>
              <a:t> </a:t>
            </a:r>
            <a:r>
              <a:rPr lang="en-US" dirty="0" err="1"/>
              <a:t>congue</a:t>
            </a:r>
            <a:r>
              <a:rPr lang="en-US" dirty="0"/>
              <a:t> </a:t>
            </a:r>
            <a:r>
              <a:rPr lang="en-US" dirty="0" err="1"/>
              <a:t>eros</a:t>
            </a:r>
            <a:r>
              <a:rPr lang="en-US" dirty="0"/>
              <a:t> </a:t>
            </a:r>
            <a:r>
              <a:rPr lang="en-US" dirty="0" err="1"/>
              <a:t>vel</a:t>
            </a:r>
            <a:r>
              <a:rPr lang="en-US" dirty="0"/>
              <a:t> </a:t>
            </a:r>
            <a:r>
              <a:rPr lang="en-US" dirty="0" err="1"/>
              <a:t>lectus</a:t>
            </a:r>
            <a:r>
              <a:rPr lang="en-US" dirty="0"/>
              <a:t> semper semper. </a:t>
            </a:r>
            <a:r>
              <a:rPr lang="en-US" dirty="0" err="1"/>
              <a:t>Nullam</a:t>
            </a:r>
            <a:r>
              <a:rPr lang="en-US" dirty="0"/>
              <a:t> </a:t>
            </a:r>
            <a:r>
              <a:rPr lang="en-US" dirty="0" err="1"/>
              <a:t>finibus</a:t>
            </a:r>
            <a:r>
              <a:rPr lang="en-US" dirty="0"/>
              <a:t> </a:t>
            </a:r>
            <a:r>
              <a:rPr lang="en-US" dirty="0" err="1"/>
              <a:t>nisl</a:t>
            </a:r>
            <a:r>
              <a:rPr lang="en-US" dirty="0"/>
              <a:t> </a:t>
            </a:r>
            <a:r>
              <a:rPr lang="en-US" dirty="0" err="1"/>
              <a:t>ut</a:t>
            </a:r>
            <a:r>
              <a:rPr lang="en-US" dirty="0"/>
              <a:t> ligula </a:t>
            </a:r>
            <a:r>
              <a:rPr lang="en-US" dirty="0" err="1"/>
              <a:t>vestibulum</a:t>
            </a:r>
            <a:r>
              <a:rPr lang="en-US" dirty="0"/>
              <a:t>, </a:t>
            </a:r>
            <a:r>
              <a:rPr lang="en-US" dirty="0" err="1"/>
              <a:t>ut</a:t>
            </a:r>
            <a:r>
              <a:rPr lang="en-US" dirty="0"/>
              <a:t> semper. </a:t>
            </a:r>
          </a:p>
        </p:txBody>
      </p:sp>
    </p:spTree>
    <p:extLst>
      <p:ext uri="{BB962C8B-B14F-4D97-AF65-F5344CB8AC3E}">
        <p14:creationId xmlns:p14="http://schemas.microsoft.com/office/powerpoint/2010/main" val="3233290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6_Two images">
    <p:spTree>
      <p:nvGrpSpPr>
        <p:cNvPr id="1" name=""/>
        <p:cNvGrpSpPr/>
        <p:nvPr/>
      </p:nvGrpSpPr>
      <p:grpSpPr>
        <a:xfrm>
          <a:off x="0" y="0"/>
          <a:ext cx="0" cy="0"/>
          <a:chOff x="0" y="0"/>
          <a:chExt cx="0" cy="0"/>
        </a:xfrm>
      </p:grpSpPr>
      <p:sp>
        <p:nvSpPr>
          <p:cNvPr id="8" name="Marcador de texto 7">
            <a:extLst>
              <a:ext uri="{FF2B5EF4-FFF2-40B4-BE49-F238E27FC236}">
                <a16:creationId xmlns:a16="http://schemas.microsoft.com/office/drawing/2014/main" id="{E463E775-3997-49BA-BD0A-59CAA3AC1B47}"/>
              </a:ext>
            </a:extLst>
          </p:cNvPr>
          <p:cNvSpPr>
            <a:spLocks noGrp="1"/>
          </p:cNvSpPr>
          <p:nvPr>
            <p:ph type="body" sz="quarter" idx="11" hasCustomPrompt="1"/>
          </p:nvPr>
        </p:nvSpPr>
        <p:spPr>
          <a:xfrm>
            <a:off x="6585036" y="2019300"/>
            <a:ext cx="5078412" cy="457200"/>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9" name="Marcador de texto 7">
            <a:extLst>
              <a:ext uri="{FF2B5EF4-FFF2-40B4-BE49-F238E27FC236}">
                <a16:creationId xmlns:a16="http://schemas.microsoft.com/office/drawing/2014/main" id="{195E2252-7D63-4381-9BCA-079BCD0AD9C0}"/>
              </a:ext>
            </a:extLst>
          </p:cNvPr>
          <p:cNvSpPr>
            <a:spLocks noGrp="1"/>
          </p:cNvSpPr>
          <p:nvPr>
            <p:ph type="body" sz="quarter" idx="12" hasCustomPrompt="1"/>
          </p:nvPr>
        </p:nvSpPr>
        <p:spPr>
          <a:xfrm>
            <a:off x="6585036" y="2476500"/>
            <a:ext cx="5078412"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0" name="Text Placeholder 2">
            <a:extLst>
              <a:ext uri="{FF2B5EF4-FFF2-40B4-BE49-F238E27FC236}">
                <a16:creationId xmlns:a16="http://schemas.microsoft.com/office/drawing/2014/main" id="{308BF719-15A4-424E-AE88-AA98B7608DD0}"/>
              </a:ext>
            </a:extLst>
          </p:cNvPr>
          <p:cNvSpPr>
            <a:spLocks noGrp="1"/>
          </p:cNvSpPr>
          <p:nvPr>
            <p:ph type="body" sz="quarter" idx="13" hasCustomPrompt="1"/>
          </p:nvPr>
        </p:nvSpPr>
        <p:spPr>
          <a:xfrm>
            <a:off x="6585036" y="3154680"/>
            <a:ext cx="5078412" cy="73152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a:t>
            </a:r>
          </a:p>
        </p:txBody>
      </p:sp>
      <p:sp>
        <p:nvSpPr>
          <p:cNvPr id="17" name="Picture Placeholder 16">
            <a:extLst>
              <a:ext uri="{FF2B5EF4-FFF2-40B4-BE49-F238E27FC236}">
                <a16:creationId xmlns:a16="http://schemas.microsoft.com/office/drawing/2014/main" id="{FA0A159A-0D59-4822-88AC-2C4CD1B0D5F5}"/>
              </a:ext>
            </a:extLst>
          </p:cNvPr>
          <p:cNvSpPr>
            <a:spLocks noGrp="1"/>
          </p:cNvSpPr>
          <p:nvPr>
            <p:ph type="pic" sz="quarter" idx="20"/>
          </p:nvPr>
        </p:nvSpPr>
        <p:spPr>
          <a:xfrm>
            <a:off x="304799" y="924947"/>
            <a:ext cx="5790407" cy="5029200"/>
          </a:xfrm>
          <a:custGeom>
            <a:avLst/>
            <a:gdLst>
              <a:gd name="connsiteX0" fmla="*/ 794 w 5790407"/>
              <a:gd name="connsiteY0" fmla="*/ 4457700 h 5029200"/>
              <a:gd name="connsiteX1" fmla="*/ 5790407 w 5790407"/>
              <a:gd name="connsiteY1" fmla="*/ 4457700 h 5029200"/>
              <a:gd name="connsiteX2" fmla="*/ 5790407 w 5790407"/>
              <a:gd name="connsiteY2" fmla="*/ 5029200 h 5029200"/>
              <a:gd name="connsiteX3" fmla="*/ 794 w 5790407"/>
              <a:gd name="connsiteY3" fmla="*/ 5029200 h 5029200"/>
              <a:gd name="connsiteX4" fmla="*/ 152401 w 5790407"/>
              <a:gd name="connsiteY4" fmla="*/ 3714750 h 5029200"/>
              <a:gd name="connsiteX5" fmla="*/ 5484811 w 5790407"/>
              <a:gd name="connsiteY5" fmla="*/ 3714750 h 5029200"/>
              <a:gd name="connsiteX6" fmla="*/ 5484811 w 5790407"/>
              <a:gd name="connsiteY6" fmla="*/ 4286250 h 5029200"/>
              <a:gd name="connsiteX7" fmla="*/ 152401 w 5790407"/>
              <a:gd name="connsiteY7" fmla="*/ 4286250 h 5029200"/>
              <a:gd name="connsiteX8" fmla="*/ 457202 w 5790407"/>
              <a:gd name="connsiteY8" fmla="*/ 2971800 h 5029200"/>
              <a:gd name="connsiteX9" fmla="*/ 5789613 w 5790407"/>
              <a:gd name="connsiteY9" fmla="*/ 2971800 h 5029200"/>
              <a:gd name="connsiteX10" fmla="*/ 5789613 w 5790407"/>
              <a:gd name="connsiteY10" fmla="*/ 3543300 h 5029200"/>
              <a:gd name="connsiteX11" fmla="*/ 457202 w 5790407"/>
              <a:gd name="connsiteY11" fmla="*/ 3543300 h 5029200"/>
              <a:gd name="connsiteX12" fmla="*/ 1 w 5790407"/>
              <a:gd name="connsiteY12" fmla="*/ 2228850 h 5029200"/>
              <a:gd name="connsiteX13" fmla="*/ 5180014 w 5790407"/>
              <a:gd name="connsiteY13" fmla="*/ 2228850 h 5029200"/>
              <a:gd name="connsiteX14" fmla="*/ 5180014 w 5790407"/>
              <a:gd name="connsiteY14" fmla="*/ 2800350 h 5029200"/>
              <a:gd name="connsiteX15" fmla="*/ 1 w 5790407"/>
              <a:gd name="connsiteY15" fmla="*/ 2800350 h 5029200"/>
              <a:gd name="connsiteX16" fmla="*/ 457202 w 5790407"/>
              <a:gd name="connsiteY16" fmla="*/ 1485900 h 5029200"/>
              <a:gd name="connsiteX17" fmla="*/ 5789614 w 5790407"/>
              <a:gd name="connsiteY17" fmla="*/ 1485900 h 5029200"/>
              <a:gd name="connsiteX18" fmla="*/ 5789614 w 5790407"/>
              <a:gd name="connsiteY18" fmla="*/ 2057400 h 5029200"/>
              <a:gd name="connsiteX19" fmla="*/ 457202 w 5790407"/>
              <a:gd name="connsiteY19" fmla="*/ 2057400 h 5029200"/>
              <a:gd name="connsiteX20" fmla="*/ 152401 w 5790407"/>
              <a:gd name="connsiteY20" fmla="*/ 742950 h 5029200"/>
              <a:gd name="connsiteX21" fmla="*/ 5484814 w 5790407"/>
              <a:gd name="connsiteY21" fmla="*/ 742950 h 5029200"/>
              <a:gd name="connsiteX22" fmla="*/ 5484814 w 5790407"/>
              <a:gd name="connsiteY22" fmla="*/ 1314450 h 5029200"/>
              <a:gd name="connsiteX23" fmla="*/ 152401 w 5790407"/>
              <a:gd name="connsiteY23" fmla="*/ 1314450 h 5029200"/>
              <a:gd name="connsiteX24" fmla="*/ 0 w 5790407"/>
              <a:gd name="connsiteY24" fmla="*/ 0 h 5029200"/>
              <a:gd name="connsiteX25" fmla="*/ 5789613 w 5790407"/>
              <a:gd name="connsiteY25" fmla="*/ 0 h 5029200"/>
              <a:gd name="connsiteX26" fmla="*/ 5789613 w 5790407"/>
              <a:gd name="connsiteY26" fmla="*/ 571500 h 5029200"/>
              <a:gd name="connsiteX27" fmla="*/ 0 w 5790407"/>
              <a:gd name="connsiteY27" fmla="*/ 571500 h 502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790407" h="5029200">
                <a:moveTo>
                  <a:pt x="794" y="4457700"/>
                </a:moveTo>
                <a:lnTo>
                  <a:pt x="5790407" y="4457700"/>
                </a:lnTo>
                <a:lnTo>
                  <a:pt x="5790407" y="5029200"/>
                </a:lnTo>
                <a:lnTo>
                  <a:pt x="794" y="5029200"/>
                </a:lnTo>
                <a:close/>
                <a:moveTo>
                  <a:pt x="152401" y="3714750"/>
                </a:moveTo>
                <a:lnTo>
                  <a:pt x="5484811" y="3714750"/>
                </a:lnTo>
                <a:lnTo>
                  <a:pt x="5484811" y="4286250"/>
                </a:lnTo>
                <a:lnTo>
                  <a:pt x="152401" y="4286250"/>
                </a:lnTo>
                <a:close/>
                <a:moveTo>
                  <a:pt x="457202" y="2971800"/>
                </a:moveTo>
                <a:lnTo>
                  <a:pt x="5789613" y="2971800"/>
                </a:lnTo>
                <a:lnTo>
                  <a:pt x="5789613" y="3543300"/>
                </a:lnTo>
                <a:lnTo>
                  <a:pt x="457202" y="3543300"/>
                </a:lnTo>
                <a:close/>
                <a:moveTo>
                  <a:pt x="1" y="2228850"/>
                </a:moveTo>
                <a:lnTo>
                  <a:pt x="5180014" y="2228850"/>
                </a:lnTo>
                <a:lnTo>
                  <a:pt x="5180014" y="2800350"/>
                </a:lnTo>
                <a:lnTo>
                  <a:pt x="1" y="2800350"/>
                </a:lnTo>
                <a:close/>
                <a:moveTo>
                  <a:pt x="457202" y="1485900"/>
                </a:moveTo>
                <a:lnTo>
                  <a:pt x="5789614" y="1485900"/>
                </a:lnTo>
                <a:lnTo>
                  <a:pt x="5789614" y="2057400"/>
                </a:lnTo>
                <a:lnTo>
                  <a:pt x="457202" y="2057400"/>
                </a:lnTo>
                <a:close/>
                <a:moveTo>
                  <a:pt x="152401" y="742950"/>
                </a:moveTo>
                <a:lnTo>
                  <a:pt x="5484814" y="742950"/>
                </a:lnTo>
                <a:lnTo>
                  <a:pt x="5484814" y="1314450"/>
                </a:lnTo>
                <a:lnTo>
                  <a:pt x="152401" y="1314450"/>
                </a:lnTo>
                <a:close/>
                <a:moveTo>
                  <a:pt x="0" y="0"/>
                </a:moveTo>
                <a:lnTo>
                  <a:pt x="5789613" y="0"/>
                </a:lnTo>
                <a:lnTo>
                  <a:pt x="5789613" y="571500"/>
                </a:lnTo>
                <a:lnTo>
                  <a:pt x="0" y="571500"/>
                </a:lnTo>
                <a:close/>
              </a:path>
            </a:pathLst>
          </a:custGeom>
        </p:spPr>
        <p:txBody>
          <a:bodyPr wrap="square">
            <a:noAutofit/>
          </a:bodyPr>
          <a:lstStyle/>
          <a:p>
            <a:endParaRPr lang="es-ES"/>
          </a:p>
        </p:txBody>
      </p:sp>
    </p:spTree>
    <p:extLst>
      <p:ext uri="{BB962C8B-B14F-4D97-AF65-F5344CB8AC3E}">
        <p14:creationId xmlns:p14="http://schemas.microsoft.com/office/powerpoint/2010/main" val="3764762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7_Two images">
    <p:spTree>
      <p:nvGrpSpPr>
        <p:cNvPr id="1" name=""/>
        <p:cNvGrpSpPr/>
        <p:nvPr/>
      </p:nvGrpSpPr>
      <p:grpSpPr>
        <a:xfrm>
          <a:off x="0" y="0"/>
          <a:ext cx="0" cy="0"/>
          <a:chOff x="0" y="0"/>
          <a:chExt cx="0" cy="0"/>
        </a:xfrm>
      </p:grpSpPr>
      <p:sp>
        <p:nvSpPr>
          <p:cNvPr id="12" name="Marcador de texto 7">
            <a:extLst>
              <a:ext uri="{FF2B5EF4-FFF2-40B4-BE49-F238E27FC236}">
                <a16:creationId xmlns:a16="http://schemas.microsoft.com/office/drawing/2014/main" id="{CA862390-D47B-42DF-999F-1DEBF4475C43}"/>
              </a:ext>
            </a:extLst>
          </p:cNvPr>
          <p:cNvSpPr>
            <a:spLocks noGrp="1"/>
          </p:cNvSpPr>
          <p:nvPr>
            <p:ph type="body" sz="quarter" idx="11" hasCustomPrompt="1"/>
          </p:nvPr>
        </p:nvSpPr>
        <p:spPr>
          <a:xfrm>
            <a:off x="489033" y="2019300"/>
            <a:ext cx="5078412" cy="457200"/>
          </a:xfrm>
          <a:prstGeom prst="rect">
            <a:avLst/>
          </a:prstGeom>
          <a:noFill/>
        </p:spPr>
        <p:txBody>
          <a:bodyPr vert="horz" lIns="0" tIns="0" rIns="0" bIns="0" anchor="ct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13" name="Marcador de texto 7">
            <a:extLst>
              <a:ext uri="{FF2B5EF4-FFF2-40B4-BE49-F238E27FC236}">
                <a16:creationId xmlns:a16="http://schemas.microsoft.com/office/drawing/2014/main" id="{CC377886-F9D0-42DD-A43C-03BEEFD0A99D}"/>
              </a:ext>
            </a:extLst>
          </p:cNvPr>
          <p:cNvSpPr>
            <a:spLocks noGrp="1"/>
          </p:cNvSpPr>
          <p:nvPr>
            <p:ph type="body" sz="quarter" idx="12" hasCustomPrompt="1"/>
          </p:nvPr>
        </p:nvSpPr>
        <p:spPr>
          <a:xfrm>
            <a:off x="489033" y="2476500"/>
            <a:ext cx="5078412" cy="457200"/>
          </a:xfrm>
          <a:prstGeom prst="rect">
            <a:avLst/>
          </a:prstGeom>
          <a:noFill/>
        </p:spPr>
        <p:txBody>
          <a:bodyPr vert="horz" wrap="none" lIns="0" tIns="91440" rIns="0" bIns="0" anchor="t" anchorCtr="0">
            <a:noAutofit/>
          </a:bodyPr>
          <a:lstStyle>
            <a:lvl1pPr marL="0" indent="0" algn="l">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15" name="Text Placeholder 2">
            <a:extLst>
              <a:ext uri="{FF2B5EF4-FFF2-40B4-BE49-F238E27FC236}">
                <a16:creationId xmlns:a16="http://schemas.microsoft.com/office/drawing/2014/main" id="{CDC9D2ED-DE32-4032-84B4-E7F2176BCB6E}"/>
              </a:ext>
            </a:extLst>
          </p:cNvPr>
          <p:cNvSpPr>
            <a:spLocks noGrp="1"/>
          </p:cNvSpPr>
          <p:nvPr>
            <p:ph type="body" sz="quarter" idx="13" hasCustomPrompt="1"/>
          </p:nvPr>
        </p:nvSpPr>
        <p:spPr>
          <a:xfrm>
            <a:off x="489033" y="3154680"/>
            <a:ext cx="5078412" cy="731520"/>
          </a:xfrm>
          <a:prstGeom prst="rect">
            <a:avLst/>
          </a:prstGeom>
        </p:spPr>
        <p:txBody>
          <a:bodyPr lIns="0" tIns="0" rIns="0" bIns="0">
            <a:noAutofit/>
          </a:bodyPr>
          <a:lstStyle>
            <a:lvl1pPr marL="0" indent="0">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Fusce</a:t>
            </a:r>
            <a:r>
              <a:rPr lang="en-US" dirty="0"/>
              <a:t> </a:t>
            </a:r>
            <a:r>
              <a:rPr lang="en-US" dirty="0" err="1"/>
              <a:t>diam</a:t>
            </a:r>
            <a:r>
              <a:rPr lang="en-US" dirty="0"/>
              <a:t> </a:t>
            </a:r>
            <a:r>
              <a:rPr lang="en-US" dirty="0" err="1"/>
              <a:t>tortor</a:t>
            </a:r>
            <a:r>
              <a:rPr lang="en-US" dirty="0"/>
              <a:t>, </a:t>
            </a:r>
            <a:r>
              <a:rPr lang="en-US" dirty="0" err="1"/>
              <a:t>mattis</a:t>
            </a:r>
            <a:r>
              <a:rPr lang="en-US" dirty="0"/>
              <a:t> </a:t>
            </a:r>
            <a:r>
              <a:rPr lang="en-US" dirty="0" err="1"/>
              <a:t>quis</a:t>
            </a:r>
            <a:r>
              <a:rPr lang="en-US" dirty="0"/>
              <a:t> </a:t>
            </a:r>
            <a:r>
              <a:rPr lang="en-US" dirty="0" err="1"/>
              <a:t>dapibus</a:t>
            </a:r>
            <a:r>
              <a:rPr lang="en-US" dirty="0"/>
              <a:t> vitae, </a:t>
            </a:r>
            <a:r>
              <a:rPr lang="en-US" dirty="0" err="1"/>
              <a:t>euismod</a:t>
            </a:r>
            <a:r>
              <a:rPr lang="en-US" dirty="0"/>
              <a:t> non.</a:t>
            </a:r>
          </a:p>
        </p:txBody>
      </p:sp>
      <p:sp>
        <p:nvSpPr>
          <p:cNvPr id="14" name="Picture Placeholder 13">
            <a:extLst>
              <a:ext uri="{FF2B5EF4-FFF2-40B4-BE49-F238E27FC236}">
                <a16:creationId xmlns:a16="http://schemas.microsoft.com/office/drawing/2014/main" id="{E2C40A3C-4818-4325-8658-860AD837C7D5}"/>
              </a:ext>
            </a:extLst>
          </p:cNvPr>
          <p:cNvSpPr>
            <a:spLocks noGrp="1"/>
          </p:cNvSpPr>
          <p:nvPr>
            <p:ph type="pic" sz="quarter" idx="21"/>
          </p:nvPr>
        </p:nvSpPr>
        <p:spPr>
          <a:xfrm>
            <a:off x="6410326" y="918030"/>
            <a:ext cx="4555531" cy="5245045"/>
          </a:xfrm>
          <a:custGeom>
            <a:avLst/>
            <a:gdLst>
              <a:gd name="connsiteX0" fmla="*/ 2691905 w 4555531"/>
              <a:gd name="connsiteY0" fmla="*/ 414141 h 5245045"/>
              <a:gd name="connsiteX1" fmla="*/ 3209579 w 4555531"/>
              <a:gd name="connsiteY1" fmla="*/ 414141 h 5245045"/>
              <a:gd name="connsiteX2" fmla="*/ 3209579 w 4555531"/>
              <a:gd name="connsiteY2" fmla="*/ 5244327 h 5245045"/>
              <a:gd name="connsiteX3" fmla="*/ 2691905 w 4555531"/>
              <a:gd name="connsiteY3" fmla="*/ 5244327 h 5245045"/>
              <a:gd name="connsiteX4" fmla="*/ 1345952 w 4555531"/>
              <a:gd name="connsiteY4" fmla="*/ 414141 h 5245045"/>
              <a:gd name="connsiteX5" fmla="*/ 1863626 w 4555531"/>
              <a:gd name="connsiteY5" fmla="*/ 414141 h 5245045"/>
              <a:gd name="connsiteX6" fmla="*/ 1863626 w 4555531"/>
              <a:gd name="connsiteY6" fmla="*/ 5244326 h 5245045"/>
              <a:gd name="connsiteX7" fmla="*/ 1345952 w 4555531"/>
              <a:gd name="connsiteY7" fmla="*/ 5244326 h 5245045"/>
              <a:gd name="connsiteX8" fmla="*/ 3364881 w 4555531"/>
              <a:gd name="connsiteY8" fmla="*/ 138047 h 5245045"/>
              <a:gd name="connsiteX9" fmla="*/ 3882555 w 4555531"/>
              <a:gd name="connsiteY9" fmla="*/ 138047 h 5245045"/>
              <a:gd name="connsiteX10" fmla="*/ 3882555 w 4555531"/>
              <a:gd name="connsiteY10" fmla="*/ 4968234 h 5245045"/>
              <a:gd name="connsiteX11" fmla="*/ 3364881 w 4555531"/>
              <a:gd name="connsiteY11" fmla="*/ 4968234 h 5245045"/>
              <a:gd name="connsiteX12" fmla="*/ 672976 w 4555531"/>
              <a:gd name="connsiteY12" fmla="*/ 138047 h 5245045"/>
              <a:gd name="connsiteX13" fmla="*/ 1190650 w 4555531"/>
              <a:gd name="connsiteY13" fmla="*/ 138047 h 5245045"/>
              <a:gd name="connsiteX14" fmla="*/ 1190650 w 4555531"/>
              <a:gd name="connsiteY14" fmla="*/ 4968231 h 5245045"/>
              <a:gd name="connsiteX15" fmla="*/ 672976 w 4555531"/>
              <a:gd name="connsiteY15" fmla="*/ 4968231 h 5245045"/>
              <a:gd name="connsiteX16" fmla="*/ 0 w 4555531"/>
              <a:gd name="connsiteY16" fmla="*/ 719 h 5245045"/>
              <a:gd name="connsiteX17" fmla="*/ 517674 w 4555531"/>
              <a:gd name="connsiteY17" fmla="*/ 719 h 5245045"/>
              <a:gd name="connsiteX18" fmla="*/ 517674 w 4555531"/>
              <a:gd name="connsiteY18" fmla="*/ 5245045 h 5245045"/>
              <a:gd name="connsiteX19" fmla="*/ 0 w 4555531"/>
              <a:gd name="connsiteY19" fmla="*/ 5245045 h 5245045"/>
              <a:gd name="connsiteX20" fmla="*/ 2018929 w 4555531"/>
              <a:gd name="connsiteY20" fmla="*/ 1 h 5245045"/>
              <a:gd name="connsiteX21" fmla="*/ 2536603 w 4555531"/>
              <a:gd name="connsiteY21" fmla="*/ 1 h 5245045"/>
              <a:gd name="connsiteX22" fmla="*/ 2536603 w 4555531"/>
              <a:gd name="connsiteY22" fmla="*/ 4692141 h 5245045"/>
              <a:gd name="connsiteX23" fmla="*/ 2018929 w 4555531"/>
              <a:gd name="connsiteY23" fmla="*/ 4692141 h 5245045"/>
              <a:gd name="connsiteX24" fmla="*/ 4037857 w 4555531"/>
              <a:gd name="connsiteY24" fmla="*/ 0 h 5245045"/>
              <a:gd name="connsiteX25" fmla="*/ 4555531 w 4555531"/>
              <a:gd name="connsiteY25" fmla="*/ 0 h 5245045"/>
              <a:gd name="connsiteX26" fmla="*/ 4555531 w 4555531"/>
              <a:gd name="connsiteY26" fmla="*/ 5244326 h 5245045"/>
              <a:gd name="connsiteX27" fmla="*/ 4037857 w 4555531"/>
              <a:gd name="connsiteY27" fmla="*/ 5244326 h 5245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555531" h="5245045">
                <a:moveTo>
                  <a:pt x="2691905" y="414141"/>
                </a:moveTo>
                <a:lnTo>
                  <a:pt x="3209579" y="414141"/>
                </a:lnTo>
                <a:lnTo>
                  <a:pt x="3209579" y="5244327"/>
                </a:lnTo>
                <a:lnTo>
                  <a:pt x="2691905" y="5244327"/>
                </a:lnTo>
                <a:close/>
                <a:moveTo>
                  <a:pt x="1345952" y="414141"/>
                </a:moveTo>
                <a:lnTo>
                  <a:pt x="1863626" y="414141"/>
                </a:lnTo>
                <a:lnTo>
                  <a:pt x="1863626" y="5244326"/>
                </a:lnTo>
                <a:lnTo>
                  <a:pt x="1345952" y="5244326"/>
                </a:lnTo>
                <a:close/>
                <a:moveTo>
                  <a:pt x="3364881" y="138047"/>
                </a:moveTo>
                <a:lnTo>
                  <a:pt x="3882555" y="138047"/>
                </a:lnTo>
                <a:lnTo>
                  <a:pt x="3882555" y="4968234"/>
                </a:lnTo>
                <a:lnTo>
                  <a:pt x="3364881" y="4968234"/>
                </a:lnTo>
                <a:close/>
                <a:moveTo>
                  <a:pt x="672976" y="138047"/>
                </a:moveTo>
                <a:lnTo>
                  <a:pt x="1190650" y="138047"/>
                </a:lnTo>
                <a:lnTo>
                  <a:pt x="1190650" y="4968231"/>
                </a:lnTo>
                <a:lnTo>
                  <a:pt x="672976" y="4968231"/>
                </a:lnTo>
                <a:close/>
                <a:moveTo>
                  <a:pt x="0" y="719"/>
                </a:moveTo>
                <a:lnTo>
                  <a:pt x="517674" y="719"/>
                </a:lnTo>
                <a:lnTo>
                  <a:pt x="517674" y="5245045"/>
                </a:lnTo>
                <a:lnTo>
                  <a:pt x="0" y="5245045"/>
                </a:lnTo>
                <a:close/>
                <a:moveTo>
                  <a:pt x="2018929" y="1"/>
                </a:moveTo>
                <a:lnTo>
                  <a:pt x="2536603" y="1"/>
                </a:lnTo>
                <a:lnTo>
                  <a:pt x="2536603" y="4692141"/>
                </a:lnTo>
                <a:lnTo>
                  <a:pt x="2018929" y="4692141"/>
                </a:lnTo>
                <a:close/>
                <a:moveTo>
                  <a:pt x="4037857" y="0"/>
                </a:moveTo>
                <a:lnTo>
                  <a:pt x="4555531" y="0"/>
                </a:lnTo>
                <a:lnTo>
                  <a:pt x="4555531" y="5244326"/>
                </a:lnTo>
                <a:lnTo>
                  <a:pt x="4037857" y="5244326"/>
                </a:lnTo>
                <a:close/>
              </a:path>
            </a:pathLst>
          </a:custGeom>
        </p:spPr>
        <p:txBody>
          <a:bodyPr wrap="square">
            <a:noAutofit/>
          </a:bodyPr>
          <a:lstStyle/>
          <a:p>
            <a:endParaRPr lang="es-ES"/>
          </a:p>
        </p:txBody>
      </p:sp>
    </p:spTree>
    <p:extLst>
      <p:ext uri="{BB962C8B-B14F-4D97-AF65-F5344CB8AC3E}">
        <p14:creationId xmlns:p14="http://schemas.microsoft.com/office/powerpoint/2010/main" val="4232543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8_Two image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7848AFE-47A7-4240-A55E-C464F11D78DC}"/>
              </a:ext>
            </a:extLst>
          </p:cNvPr>
          <p:cNvSpPr>
            <a:spLocks noGrp="1"/>
          </p:cNvSpPr>
          <p:nvPr>
            <p:ph type="pic" sz="quarter" idx="14"/>
          </p:nvPr>
        </p:nvSpPr>
        <p:spPr>
          <a:xfrm>
            <a:off x="0" y="0"/>
            <a:ext cx="12188825" cy="6858000"/>
          </a:xfrm>
          <a:prstGeom prst="rect">
            <a:avLst/>
          </a:prstGeom>
        </p:spPr>
        <p:txBody>
          <a:bodyPr/>
          <a:lstStyle/>
          <a:p>
            <a:endParaRPr lang="es-ES"/>
          </a:p>
        </p:txBody>
      </p:sp>
    </p:spTree>
    <p:extLst>
      <p:ext uri="{BB962C8B-B14F-4D97-AF65-F5344CB8AC3E}">
        <p14:creationId xmlns:p14="http://schemas.microsoft.com/office/powerpoint/2010/main" val="3082613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9_Two image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7848AFE-47A7-4240-A55E-C464F11D78DC}"/>
              </a:ext>
            </a:extLst>
          </p:cNvPr>
          <p:cNvSpPr>
            <a:spLocks noGrp="1"/>
          </p:cNvSpPr>
          <p:nvPr>
            <p:ph type="pic" sz="quarter" idx="14"/>
          </p:nvPr>
        </p:nvSpPr>
        <p:spPr>
          <a:xfrm>
            <a:off x="0" y="0"/>
            <a:ext cx="12188825" cy="6858000"/>
          </a:xfrm>
          <a:prstGeom prst="rect">
            <a:avLst/>
          </a:prstGeom>
        </p:spPr>
        <p:txBody>
          <a:bodyPr/>
          <a:lstStyle/>
          <a:p>
            <a:endParaRPr lang="es-ES"/>
          </a:p>
        </p:txBody>
      </p:sp>
      <p:sp>
        <p:nvSpPr>
          <p:cNvPr id="4" name="Picture Placeholder 2">
            <a:extLst>
              <a:ext uri="{FF2B5EF4-FFF2-40B4-BE49-F238E27FC236}">
                <a16:creationId xmlns:a16="http://schemas.microsoft.com/office/drawing/2014/main" id="{C8674860-7781-4469-B6D1-0846C9681126}"/>
              </a:ext>
            </a:extLst>
          </p:cNvPr>
          <p:cNvSpPr>
            <a:spLocks noGrp="1"/>
          </p:cNvSpPr>
          <p:nvPr>
            <p:ph type="pic" sz="quarter" idx="15"/>
          </p:nvPr>
        </p:nvSpPr>
        <p:spPr>
          <a:xfrm>
            <a:off x="-9608" y="800100"/>
            <a:ext cx="9914021" cy="4914900"/>
          </a:xfrm>
          <a:prstGeom prst="rect">
            <a:avLst/>
          </a:prstGeom>
        </p:spPr>
        <p:txBody>
          <a:bodyPr/>
          <a:lstStyle/>
          <a:p>
            <a:endParaRPr lang="es-ES"/>
          </a:p>
        </p:txBody>
      </p:sp>
    </p:spTree>
    <p:extLst>
      <p:ext uri="{BB962C8B-B14F-4D97-AF65-F5344CB8AC3E}">
        <p14:creationId xmlns:p14="http://schemas.microsoft.com/office/powerpoint/2010/main" val="3071767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0_Two images">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7848AFE-47A7-4240-A55E-C464F11D78DC}"/>
              </a:ext>
            </a:extLst>
          </p:cNvPr>
          <p:cNvSpPr>
            <a:spLocks noGrp="1"/>
          </p:cNvSpPr>
          <p:nvPr>
            <p:ph type="pic" sz="quarter" idx="14"/>
          </p:nvPr>
        </p:nvSpPr>
        <p:spPr>
          <a:xfrm>
            <a:off x="0" y="0"/>
            <a:ext cx="12188825" cy="6858000"/>
          </a:xfrm>
          <a:prstGeom prst="rect">
            <a:avLst/>
          </a:prstGeom>
        </p:spPr>
        <p:txBody>
          <a:bodyPr/>
          <a:lstStyle/>
          <a:p>
            <a:endParaRPr lang="es-ES"/>
          </a:p>
        </p:txBody>
      </p:sp>
      <p:sp>
        <p:nvSpPr>
          <p:cNvPr id="4" name="Picture Placeholder 2">
            <a:extLst>
              <a:ext uri="{FF2B5EF4-FFF2-40B4-BE49-F238E27FC236}">
                <a16:creationId xmlns:a16="http://schemas.microsoft.com/office/drawing/2014/main" id="{C8674860-7781-4469-B6D1-0846C9681126}"/>
              </a:ext>
            </a:extLst>
          </p:cNvPr>
          <p:cNvSpPr>
            <a:spLocks noGrp="1"/>
          </p:cNvSpPr>
          <p:nvPr>
            <p:ph type="pic" sz="quarter" idx="15"/>
          </p:nvPr>
        </p:nvSpPr>
        <p:spPr>
          <a:xfrm>
            <a:off x="2297493" y="800100"/>
            <a:ext cx="9914021" cy="4914900"/>
          </a:xfrm>
          <a:prstGeom prst="rect">
            <a:avLst/>
          </a:prstGeom>
        </p:spPr>
        <p:txBody>
          <a:bodyPr/>
          <a:lstStyle/>
          <a:p>
            <a:endParaRPr lang="es-ES"/>
          </a:p>
        </p:txBody>
      </p:sp>
    </p:spTree>
    <p:extLst>
      <p:ext uri="{BB962C8B-B14F-4D97-AF65-F5344CB8AC3E}">
        <p14:creationId xmlns:p14="http://schemas.microsoft.com/office/powerpoint/2010/main" val="3481058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9_Simple title with background 2">
    <p:spTree>
      <p:nvGrpSpPr>
        <p:cNvPr id="1" name=""/>
        <p:cNvGrpSpPr/>
        <p:nvPr/>
      </p:nvGrpSpPr>
      <p:grpSpPr>
        <a:xfrm>
          <a:off x="0" y="0"/>
          <a:ext cx="0" cy="0"/>
          <a:chOff x="0" y="0"/>
          <a:chExt cx="0" cy="0"/>
        </a:xfrm>
      </p:grpSpPr>
      <p:grpSp>
        <p:nvGrpSpPr>
          <p:cNvPr id="8" name="Group 6"/>
          <p:cNvGrpSpPr/>
          <p:nvPr userDrawn="1"/>
        </p:nvGrpSpPr>
        <p:grpSpPr>
          <a:xfrm>
            <a:off x="5789613" y="2002172"/>
            <a:ext cx="8416385" cy="4829881"/>
            <a:chOff x="5486400" y="2946400"/>
            <a:chExt cx="25576932" cy="14673922"/>
          </a:xfrm>
        </p:grpSpPr>
        <p:sp>
          <p:nvSpPr>
            <p:cNvPr id="12" name="Shape 6"/>
            <p:cNvSpPr/>
            <p:nvPr/>
          </p:nvSpPr>
          <p:spPr>
            <a:xfrm>
              <a:off x="8026399" y="3136900"/>
              <a:ext cx="20505266" cy="13901497"/>
            </a:xfrm>
            <a:custGeom>
              <a:avLst/>
              <a:gdLst/>
              <a:ahLst/>
              <a:cxnLst>
                <a:cxn ang="0">
                  <a:pos x="wd2" y="hd2"/>
                </a:cxn>
                <a:cxn ang="5400000">
                  <a:pos x="wd2" y="hd2"/>
                </a:cxn>
                <a:cxn ang="10800000">
                  <a:pos x="wd2" y="hd2"/>
                </a:cxn>
                <a:cxn ang="16200000">
                  <a:pos x="wd2" y="hd2"/>
                </a:cxn>
              </a:cxnLst>
              <a:rect l="0" t="0" r="r" b="b"/>
              <a:pathLst>
                <a:path w="21600" h="21600" extrusionOk="0">
                  <a:moveTo>
                    <a:pt x="20703" y="1320"/>
                  </a:moveTo>
                  <a:lnTo>
                    <a:pt x="20703" y="19605"/>
                  </a:lnTo>
                  <a:lnTo>
                    <a:pt x="895" y="19605"/>
                  </a:lnTo>
                  <a:lnTo>
                    <a:pt x="895" y="1320"/>
                  </a:lnTo>
                  <a:lnTo>
                    <a:pt x="20703" y="1320"/>
                  </a:lnTo>
                  <a:cubicBezTo>
                    <a:pt x="20703" y="1320"/>
                    <a:pt x="20703" y="1320"/>
                    <a:pt x="20703" y="1320"/>
                  </a:cubicBezTo>
                  <a:close/>
                  <a:moveTo>
                    <a:pt x="20983" y="0"/>
                  </a:moveTo>
                  <a:lnTo>
                    <a:pt x="617" y="0"/>
                  </a:lnTo>
                  <a:cubicBezTo>
                    <a:pt x="277" y="0"/>
                    <a:pt x="0" y="408"/>
                    <a:pt x="0" y="910"/>
                  </a:cubicBezTo>
                  <a:lnTo>
                    <a:pt x="0" y="21021"/>
                  </a:lnTo>
                  <a:lnTo>
                    <a:pt x="0" y="21156"/>
                  </a:lnTo>
                  <a:lnTo>
                    <a:pt x="0" y="21186"/>
                  </a:lnTo>
                  <a:cubicBezTo>
                    <a:pt x="0" y="21415"/>
                    <a:pt x="126" y="21600"/>
                    <a:pt x="281" y="21600"/>
                  </a:cubicBezTo>
                  <a:lnTo>
                    <a:pt x="21319" y="21600"/>
                  </a:lnTo>
                  <a:cubicBezTo>
                    <a:pt x="21474" y="21600"/>
                    <a:pt x="21600" y="21415"/>
                    <a:pt x="21600" y="21186"/>
                  </a:cubicBezTo>
                  <a:lnTo>
                    <a:pt x="21600" y="21156"/>
                  </a:lnTo>
                  <a:lnTo>
                    <a:pt x="21600" y="21021"/>
                  </a:lnTo>
                  <a:lnTo>
                    <a:pt x="21600" y="910"/>
                  </a:lnTo>
                  <a:cubicBezTo>
                    <a:pt x="21600" y="408"/>
                    <a:pt x="21323" y="0"/>
                    <a:pt x="20983" y="0"/>
                  </a:cubicBezTo>
                  <a:close/>
                </a:path>
              </a:pathLst>
            </a:custGeom>
            <a:gradFill>
              <a:gsLst>
                <a:gs pos="0">
                  <a:srgbClr val="E8E7E8"/>
                </a:gs>
                <a:gs pos="95000">
                  <a:srgbClr val="AFB2B4"/>
                </a:gs>
              </a:gsLst>
              <a:lin ang="2043523"/>
            </a:gra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13" name="Shape 7"/>
            <p:cNvSpPr/>
            <p:nvPr/>
          </p:nvSpPr>
          <p:spPr>
            <a:xfrm>
              <a:off x="28448000" y="16751300"/>
              <a:ext cx="170192" cy="32241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10800" y="11510"/>
                  </a:lnTo>
                  <a:lnTo>
                    <a:pt x="21600" y="0"/>
                  </a:lnTo>
                  <a:cubicBezTo>
                    <a:pt x="21600" y="0"/>
                    <a:pt x="21600" y="21600"/>
                    <a:pt x="21600" y="21600"/>
                  </a:cubicBezTo>
                  <a:close/>
                </a:path>
              </a:pathLst>
            </a:custGeom>
            <a:solidFill>
              <a:srgbClr val="A8A9AC"/>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14" name="Shape 8"/>
            <p:cNvSpPr/>
            <p:nvPr/>
          </p:nvSpPr>
          <p:spPr>
            <a:xfrm>
              <a:off x="7937500" y="16751300"/>
              <a:ext cx="170194" cy="32241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0" y="21600"/>
                  </a:lnTo>
                  <a:lnTo>
                    <a:pt x="0" y="0"/>
                  </a:lnTo>
                  <a:lnTo>
                    <a:pt x="11832" y="12996"/>
                  </a:lnTo>
                  <a:cubicBezTo>
                    <a:pt x="11832" y="12996"/>
                    <a:pt x="21600" y="21600"/>
                    <a:pt x="21600" y="21600"/>
                  </a:cubicBezTo>
                  <a:close/>
                </a:path>
              </a:pathLst>
            </a:custGeom>
            <a:solidFill>
              <a:srgbClr val="A8A9AC"/>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15" name="Shape 9"/>
            <p:cNvSpPr/>
            <p:nvPr/>
          </p:nvSpPr>
          <p:spPr>
            <a:xfrm>
              <a:off x="7835900" y="2946400"/>
              <a:ext cx="20878159" cy="14637071"/>
            </a:xfrm>
            <a:custGeom>
              <a:avLst/>
              <a:gdLst/>
              <a:ahLst/>
              <a:cxnLst>
                <a:cxn ang="0">
                  <a:pos x="wd2" y="hd2"/>
                </a:cxn>
                <a:cxn ang="5400000">
                  <a:pos x="wd2" y="hd2"/>
                </a:cxn>
                <a:cxn ang="10800000">
                  <a:pos x="wd2" y="hd2"/>
                </a:cxn>
                <a:cxn ang="16200000">
                  <a:pos x="wd2" y="hd2"/>
                </a:cxn>
              </a:cxnLst>
              <a:rect l="0" t="0" r="r" b="b"/>
              <a:pathLst>
                <a:path w="21600" h="21600" extrusionOk="0">
                  <a:moveTo>
                    <a:pt x="20801" y="0"/>
                  </a:moveTo>
                  <a:lnTo>
                    <a:pt x="799" y="0"/>
                  </a:lnTo>
                  <a:cubicBezTo>
                    <a:pt x="358" y="0"/>
                    <a:pt x="0" y="510"/>
                    <a:pt x="0" y="1140"/>
                  </a:cubicBezTo>
                  <a:lnTo>
                    <a:pt x="0" y="20460"/>
                  </a:lnTo>
                  <a:cubicBezTo>
                    <a:pt x="0" y="21090"/>
                    <a:pt x="358" y="21600"/>
                    <a:pt x="799" y="21600"/>
                  </a:cubicBezTo>
                  <a:lnTo>
                    <a:pt x="20801" y="21600"/>
                  </a:lnTo>
                  <a:cubicBezTo>
                    <a:pt x="21242" y="21600"/>
                    <a:pt x="21600" y="21090"/>
                    <a:pt x="21600" y="20460"/>
                  </a:cubicBezTo>
                  <a:lnTo>
                    <a:pt x="21600" y="1140"/>
                  </a:lnTo>
                  <a:cubicBezTo>
                    <a:pt x="21600" y="510"/>
                    <a:pt x="21242" y="0"/>
                    <a:pt x="20801" y="0"/>
                  </a:cubicBezTo>
                  <a:cubicBezTo>
                    <a:pt x="20801" y="0"/>
                    <a:pt x="20801" y="0"/>
                    <a:pt x="20801" y="0"/>
                  </a:cubicBezTo>
                  <a:close/>
                  <a:moveTo>
                    <a:pt x="20801" y="138"/>
                  </a:moveTo>
                  <a:cubicBezTo>
                    <a:pt x="21188" y="138"/>
                    <a:pt x="21504" y="587"/>
                    <a:pt x="21504" y="1140"/>
                  </a:cubicBezTo>
                  <a:lnTo>
                    <a:pt x="21504" y="20460"/>
                  </a:lnTo>
                  <a:cubicBezTo>
                    <a:pt x="21504" y="21013"/>
                    <a:pt x="21188" y="21462"/>
                    <a:pt x="20801" y="21462"/>
                  </a:cubicBezTo>
                  <a:lnTo>
                    <a:pt x="799" y="21462"/>
                  </a:lnTo>
                  <a:cubicBezTo>
                    <a:pt x="412" y="21462"/>
                    <a:pt x="96" y="21013"/>
                    <a:pt x="96" y="20460"/>
                  </a:cubicBezTo>
                  <a:lnTo>
                    <a:pt x="96" y="1140"/>
                  </a:lnTo>
                  <a:cubicBezTo>
                    <a:pt x="96" y="587"/>
                    <a:pt x="412" y="138"/>
                    <a:pt x="799" y="138"/>
                  </a:cubicBezTo>
                  <a:lnTo>
                    <a:pt x="20801" y="138"/>
                  </a:lnTo>
                </a:path>
              </a:pathLst>
            </a:custGeom>
            <a:gradFill>
              <a:gsLst>
                <a:gs pos="100000">
                  <a:srgbClr val="C7C8CB"/>
                </a:gs>
                <a:gs pos="0">
                  <a:srgbClr val="E9EBF2"/>
                </a:gs>
              </a:gsLst>
              <a:lin ang="3283355"/>
            </a:gra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16" name="Shape 10"/>
            <p:cNvSpPr/>
            <p:nvPr/>
          </p:nvSpPr>
          <p:spPr>
            <a:xfrm>
              <a:off x="7899400" y="3009900"/>
              <a:ext cx="20744979" cy="14503883"/>
            </a:xfrm>
            <a:custGeom>
              <a:avLst/>
              <a:gdLst/>
              <a:ahLst/>
              <a:cxnLst>
                <a:cxn ang="0">
                  <a:pos x="wd2" y="hd2"/>
                </a:cxn>
                <a:cxn ang="5400000">
                  <a:pos x="wd2" y="hd2"/>
                </a:cxn>
                <a:cxn ang="10800000">
                  <a:pos x="wd2" y="hd2"/>
                </a:cxn>
                <a:cxn ang="16200000">
                  <a:pos x="wd2" y="hd2"/>
                </a:cxn>
              </a:cxnLst>
              <a:rect l="0" t="0" r="r" b="b"/>
              <a:pathLst>
                <a:path w="21600" h="21600" extrusionOk="0">
                  <a:moveTo>
                    <a:pt x="20865" y="0"/>
                  </a:moveTo>
                  <a:lnTo>
                    <a:pt x="735" y="0"/>
                  </a:lnTo>
                  <a:cubicBezTo>
                    <a:pt x="330" y="0"/>
                    <a:pt x="0" y="472"/>
                    <a:pt x="0" y="1051"/>
                  </a:cubicBezTo>
                  <a:lnTo>
                    <a:pt x="0" y="20549"/>
                  </a:lnTo>
                  <a:cubicBezTo>
                    <a:pt x="0" y="21128"/>
                    <a:pt x="330" y="21600"/>
                    <a:pt x="735" y="21600"/>
                  </a:cubicBezTo>
                  <a:lnTo>
                    <a:pt x="20865" y="21600"/>
                  </a:lnTo>
                  <a:cubicBezTo>
                    <a:pt x="21270" y="21600"/>
                    <a:pt x="21600" y="21128"/>
                    <a:pt x="21600" y="20549"/>
                  </a:cubicBezTo>
                  <a:lnTo>
                    <a:pt x="21600" y="1051"/>
                  </a:lnTo>
                  <a:cubicBezTo>
                    <a:pt x="21600" y="472"/>
                    <a:pt x="21270" y="0"/>
                    <a:pt x="20865" y="0"/>
                  </a:cubicBezTo>
                  <a:cubicBezTo>
                    <a:pt x="20865" y="0"/>
                    <a:pt x="20865" y="0"/>
                    <a:pt x="20865" y="0"/>
                  </a:cubicBezTo>
                  <a:close/>
                  <a:moveTo>
                    <a:pt x="20865" y="40"/>
                  </a:moveTo>
                  <a:cubicBezTo>
                    <a:pt x="21255" y="40"/>
                    <a:pt x="21572" y="493"/>
                    <a:pt x="21572" y="1051"/>
                  </a:cubicBezTo>
                  <a:lnTo>
                    <a:pt x="21572" y="20549"/>
                  </a:lnTo>
                  <a:cubicBezTo>
                    <a:pt x="21572" y="21107"/>
                    <a:pt x="21255" y="21560"/>
                    <a:pt x="20865" y="21560"/>
                  </a:cubicBezTo>
                  <a:lnTo>
                    <a:pt x="735" y="21560"/>
                  </a:lnTo>
                  <a:cubicBezTo>
                    <a:pt x="345" y="21560"/>
                    <a:pt x="28" y="21107"/>
                    <a:pt x="28" y="20549"/>
                  </a:cubicBezTo>
                  <a:lnTo>
                    <a:pt x="28" y="1051"/>
                  </a:lnTo>
                  <a:cubicBezTo>
                    <a:pt x="28" y="493"/>
                    <a:pt x="345" y="40"/>
                    <a:pt x="735" y="40"/>
                  </a:cubicBezTo>
                  <a:lnTo>
                    <a:pt x="20865" y="40"/>
                  </a:lnTo>
                </a:path>
              </a:pathLst>
            </a:custGeom>
            <a:solidFill>
              <a:srgbClr val="FFFFFF">
                <a:alpha val="25000"/>
              </a:srgbClr>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17" name="Shape 11"/>
            <p:cNvSpPr/>
            <p:nvPr/>
          </p:nvSpPr>
          <p:spPr>
            <a:xfrm>
              <a:off x="8026400" y="3136900"/>
              <a:ext cx="20505261" cy="13901513"/>
            </a:xfrm>
            <a:custGeom>
              <a:avLst/>
              <a:gdLst/>
              <a:ahLst/>
              <a:cxnLst>
                <a:cxn ang="0">
                  <a:pos x="wd2" y="hd2"/>
                </a:cxn>
                <a:cxn ang="5400000">
                  <a:pos x="wd2" y="hd2"/>
                </a:cxn>
                <a:cxn ang="10800000">
                  <a:pos x="wd2" y="hd2"/>
                </a:cxn>
                <a:cxn ang="16200000">
                  <a:pos x="wd2" y="hd2"/>
                </a:cxn>
              </a:cxnLst>
              <a:rect l="0" t="0" r="r" b="b"/>
              <a:pathLst>
                <a:path w="21600" h="21600" extrusionOk="0">
                  <a:moveTo>
                    <a:pt x="20983" y="0"/>
                  </a:moveTo>
                  <a:lnTo>
                    <a:pt x="617" y="0"/>
                  </a:lnTo>
                  <a:cubicBezTo>
                    <a:pt x="277" y="0"/>
                    <a:pt x="0" y="408"/>
                    <a:pt x="0" y="910"/>
                  </a:cubicBezTo>
                  <a:lnTo>
                    <a:pt x="0" y="21021"/>
                  </a:lnTo>
                  <a:lnTo>
                    <a:pt x="0" y="21156"/>
                  </a:lnTo>
                  <a:lnTo>
                    <a:pt x="0" y="21186"/>
                  </a:lnTo>
                  <a:cubicBezTo>
                    <a:pt x="0" y="21415"/>
                    <a:pt x="126" y="21600"/>
                    <a:pt x="281" y="21600"/>
                  </a:cubicBezTo>
                  <a:lnTo>
                    <a:pt x="21319" y="21600"/>
                  </a:lnTo>
                  <a:cubicBezTo>
                    <a:pt x="21474" y="21600"/>
                    <a:pt x="21600" y="21415"/>
                    <a:pt x="21600" y="21186"/>
                  </a:cubicBezTo>
                  <a:lnTo>
                    <a:pt x="21600" y="21156"/>
                  </a:lnTo>
                  <a:lnTo>
                    <a:pt x="21600" y="21021"/>
                  </a:lnTo>
                  <a:lnTo>
                    <a:pt x="21600" y="910"/>
                  </a:lnTo>
                  <a:cubicBezTo>
                    <a:pt x="21600" y="408"/>
                    <a:pt x="21323" y="0"/>
                    <a:pt x="20983" y="0"/>
                  </a:cubicBezTo>
                  <a:cubicBezTo>
                    <a:pt x="20983" y="0"/>
                    <a:pt x="20983" y="0"/>
                    <a:pt x="20983" y="0"/>
                  </a:cubicBezTo>
                  <a:close/>
                  <a:moveTo>
                    <a:pt x="20983" y="41"/>
                  </a:moveTo>
                  <a:cubicBezTo>
                    <a:pt x="21308" y="41"/>
                    <a:pt x="21572" y="431"/>
                    <a:pt x="21572" y="910"/>
                  </a:cubicBezTo>
                  <a:lnTo>
                    <a:pt x="21572" y="21021"/>
                  </a:lnTo>
                  <a:lnTo>
                    <a:pt x="21572" y="21156"/>
                  </a:lnTo>
                  <a:lnTo>
                    <a:pt x="21572" y="21186"/>
                  </a:lnTo>
                  <a:cubicBezTo>
                    <a:pt x="21572" y="21392"/>
                    <a:pt x="21459" y="21559"/>
                    <a:pt x="21319" y="21559"/>
                  </a:cubicBezTo>
                  <a:lnTo>
                    <a:pt x="281" y="21559"/>
                  </a:lnTo>
                  <a:cubicBezTo>
                    <a:pt x="141" y="21559"/>
                    <a:pt x="28" y="21392"/>
                    <a:pt x="28" y="21186"/>
                  </a:cubicBezTo>
                  <a:lnTo>
                    <a:pt x="28" y="21156"/>
                  </a:lnTo>
                  <a:lnTo>
                    <a:pt x="28" y="21021"/>
                  </a:lnTo>
                  <a:lnTo>
                    <a:pt x="28" y="910"/>
                  </a:lnTo>
                  <a:cubicBezTo>
                    <a:pt x="28" y="431"/>
                    <a:pt x="292" y="41"/>
                    <a:pt x="617" y="41"/>
                  </a:cubicBezTo>
                  <a:lnTo>
                    <a:pt x="20983" y="41"/>
                  </a:lnTo>
                </a:path>
              </a:pathLst>
            </a:custGeom>
            <a:solidFill>
              <a:srgbClr val="FFFFFF">
                <a:alpha val="50000"/>
              </a:srgbClr>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20" name="Shape 12"/>
            <p:cNvSpPr/>
            <p:nvPr/>
          </p:nvSpPr>
          <p:spPr>
            <a:xfrm>
              <a:off x="7937500" y="3048000"/>
              <a:ext cx="20691710" cy="14087961"/>
            </a:xfrm>
            <a:custGeom>
              <a:avLst/>
              <a:gdLst/>
              <a:ahLst/>
              <a:cxnLst>
                <a:cxn ang="0">
                  <a:pos x="wd2" y="hd2"/>
                </a:cxn>
                <a:cxn ang="5400000">
                  <a:pos x="wd2" y="hd2"/>
                </a:cxn>
                <a:cxn ang="10800000">
                  <a:pos x="wd2" y="hd2"/>
                </a:cxn>
                <a:cxn ang="16200000">
                  <a:pos x="wd2" y="hd2"/>
                </a:cxn>
              </a:cxnLst>
              <a:rect l="0" t="0" r="r" b="b"/>
              <a:pathLst>
                <a:path w="21600" h="21600" extrusionOk="0">
                  <a:moveTo>
                    <a:pt x="20891" y="0"/>
                  </a:moveTo>
                  <a:lnTo>
                    <a:pt x="709" y="0"/>
                  </a:lnTo>
                  <a:cubicBezTo>
                    <a:pt x="318" y="0"/>
                    <a:pt x="0" y="467"/>
                    <a:pt x="0" y="1041"/>
                  </a:cubicBezTo>
                  <a:lnTo>
                    <a:pt x="0" y="20885"/>
                  </a:lnTo>
                  <a:lnTo>
                    <a:pt x="0" y="21019"/>
                  </a:lnTo>
                  <a:lnTo>
                    <a:pt x="0" y="21049"/>
                  </a:lnTo>
                  <a:cubicBezTo>
                    <a:pt x="0" y="21353"/>
                    <a:pt x="168" y="21600"/>
                    <a:pt x="375" y="21600"/>
                  </a:cubicBezTo>
                  <a:lnTo>
                    <a:pt x="21225" y="21600"/>
                  </a:lnTo>
                  <a:cubicBezTo>
                    <a:pt x="21432" y="21600"/>
                    <a:pt x="21600" y="21353"/>
                    <a:pt x="21600" y="21049"/>
                  </a:cubicBezTo>
                  <a:lnTo>
                    <a:pt x="21600" y="21019"/>
                  </a:lnTo>
                  <a:lnTo>
                    <a:pt x="21600" y="20885"/>
                  </a:lnTo>
                  <a:lnTo>
                    <a:pt x="21600" y="1041"/>
                  </a:lnTo>
                  <a:cubicBezTo>
                    <a:pt x="21600" y="467"/>
                    <a:pt x="21282" y="0"/>
                    <a:pt x="20891" y="0"/>
                  </a:cubicBezTo>
                  <a:cubicBezTo>
                    <a:pt x="20891" y="0"/>
                    <a:pt x="20891" y="0"/>
                    <a:pt x="20891" y="0"/>
                  </a:cubicBezTo>
                  <a:close/>
                  <a:moveTo>
                    <a:pt x="20891" y="143"/>
                  </a:moveTo>
                  <a:cubicBezTo>
                    <a:pt x="21228" y="143"/>
                    <a:pt x="21503" y="546"/>
                    <a:pt x="21503" y="1041"/>
                  </a:cubicBezTo>
                  <a:lnTo>
                    <a:pt x="21503" y="20885"/>
                  </a:lnTo>
                  <a:lnTo>
                    <a:pt x="21503" y="21019"/>
                  </a:lnTo>
                  <a:lnTo>
                    <a:pt x="21503" y="21049"/>
                  </a:lnTo>
                  <a:cubicBezTo>
                    <a:pt x="21503" y="21274"/>
                    <a:pt x="21378" y="21457"/>
                    <a:pt x="21225" y="21457"/>
                  </a:cubicBezTo>
                  <a:lnTo>
                    <a:pt x="375" y="21457"/>
                  </a:lnTo>
                  <a:cubicBezTo>
                    <a:pt x="222" y="21457"/>
                    <a:pt x="97" y="21274"/>
                    <a:pt x="97" y="21049"/>
                  </a:cubicBezTo>
                  <a:lnTo>
                    <a:pt x="97" y="21019"/>
                  </a:lnTo>
                  <a:lnTo>
                    <a:pt x="97" y="20885"/>
                  </a:lnTo>
                  <a:lnTo>
                    <a:pt x="97" y="1041"/>
                  </a:lnTo>
                  <a:cubicBezTo>
                    <a:pt x="97" y="546"/>
                    <a:pt x="372" y="143"/>
                    <a:pt x="709" y="143"/>
                  </a:cubicBezTo>
                  <a:lnTo>
                    <a:pt x="20891" y="143"/>
                  </a:lnTo>
                </a:path>
              </a:pathLst>
            </a:custGeom>
            <a:gradFill>
              <a:gsLst>
                <a:gs pos="0">
                  <a:srgbClr val="47484B"/>
                </a:gs>
                <a:gs pos="100000">
                  <a:srgbClr val="47484B"/>
                </a:gs>
              </a:gsLst>
              <a:lin ang="5400000"/>
            </a:gra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21" name="Shape 13"/>
            <p:cNvSpPr/>
            <p:nvPr/>
          </p:nvSpPr>
          <p:spPr>
            <a:xfrm>
              <a:off x="27927300" y="3073400"/>
              <a:ext cx="675538" cy="675552"/>
            </a:xfrm>
            <a:custGeom>
              <a:avLst/>
              <a:gdLst/>
              <a:ahLst/>
              <a:cxnLst>
                <a:cxn ang="0">
                  <a:pos x="wd2" y="hd2"/>
                </a:cxn>
                <a:cxn ang="5400000">
                  <a:pos x="wd2" y="hd2"/>
                </a:cxn>
                <a:cxn ang="10800000">
                  <a:pos x="wd2" y="hd2"/>
                </a:cxn>
                <a:cxn ang="16200000">
                  <a:pos x="wd2" y="hd2"/>
                </a:cxn>
              </a:cxnLst>
              <a:rect l="0" t="0" r="r" b="b"/>
              <a:pathLst>
                <a:path w="21600" h="21600" extrusionOk="0">
                  <a:moveTo>
                    <a:pt x="1510" y="0"/>
                  </a:moveTo>
                  <a:lnTo>
                    <a:pt x="0" y="0"/>
                  </a:lnTo>
                  <a:cubicBezTo>
                    <a:pt x="11911" y="0"/>
                    <a:pt x="21600" y="9690"/>
                    <a:pt x="21600" y="21600"/>
                  </a:cubicBezTo>
                  <a:lnTo>
                    <a:pt x="21600" y="20090"/>
                  </a:lnTo>
                  <a:cubicBezTo>
                    <a:pt x="21600" y="9013"/>
                    <a:pt x="12588" y="0"/>
                    <a:pt x="1510" y="0"/>
                  </a:cubicBezTo>
                  <a:close/>
                </a:path>
              </a:pathLst>
            </a:custGeom>
            <a:gradFill>
              <a:gsLst>
                <a:gs pos="0">
                  <a:srgbClr val="BFBFC0">
                    <a:alpha val="0"/>
                  </a:srgbClr>
                </a:gs>
                <a:gs pos="100000">
                  <a:srgbClr val="BFBFC0">
                    <a:alpha val="0"/>
                  </a:srgbClr>
                </a:gs>
              </a:gsLst>
              <a:lin ang="2700000"/>
            </a:gra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22" name="Shape 14"/>
            <p:cNvSpPr/>
            <p:nvPr/>
          </p:nvSpPr>
          <p:spPr>
            <a:xfrm>
              <a:off x="7962900" y="3073400"/>
              <a:ext cx="675539" cy="675552"/>
            </a:xfrm>
            <a:custGeom>
              <a:avLst/>
              <a:gdLst/>
              <a:ahLst/>
              <a:cxnLst>
                <a:cxn ang="0">
                  <a:pos x="wd2" y="hd2"/>
                </a:cxn>
                <a:cxn ang="5400000">
                  <a:pos x="wd2" y="hd2"/>
                </a:cxn>
                <a:cxn ang="10800000">
                  <a:pos x="wd2" y="hd2"/>
                </a:cxn>
                <a:cxn ang="16200000">
                  <a:pos x="wd2" y="hd2"/>
                </a:cxn>
              </a:cxnLst>
              <a:rect l="0" t="0" r="r" b="b"/>
              <a:pathLst>
                <a:path w="21600" h="21600" extrusionOk="0">
                  <a:moveTo>
                    <a:pt x="20090" y="0"/>
                  </a:moveTo>
                  <a:lnTo>
                    <a:pt x="21600" y="0"/>
                  </a:lnTo>
                  <a:cubicBezTo>
                    <a:pt x="9689" y="0"/>
                    <a:pt x="0" y="9690"/>
                    <a:pt x="0" y="21600"/>
                  </a:cubicBezTo>
                  <a:lnTo>
                    <a:pt x="0" y="20090"/>
                  </a:lnTo>
                  <a:cubicBezTo>
                    <a:pt x="0" y="9013"/>
                    <a:pt x="9012" y="0"/>
                    <a:pt x="20090" y="0"/>
                  </a:cubicBezTo>
                  <a:close/>
                </a:path>
              </a:pathLst>
            </a:custGeom>
            <a:gradFill>
              <a:gsLst>
                <a:gs pos="0">
                  <a:srgbClr val="BFBFC0">
                    <a:alpha val="0"/>
                  </a:srgbClr>
                </a:gs>
                <a:gs pos="100000">
                  <a:srgbClr val="BFBFC0">
                    <a:alpha val="0"/>
                  </a:srgbClr>
                </a:gs>
              </a:gsLst>
              <a:lin ang="2700000"/>
            </a:gra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23" name="Shape 15"/>
            <p:cNvSpPr/>
            <p:nvPr/>
          </p:nvSpPr>
          <p:spPr>
            <a:xfrm>
              <a:off x="8864600" y="3975100"/>
              <a:ext cx="18826758" cy="11794820"/>
            </a:xfrm>
            <a:custGeom>
              <a:avLst/>
              <a:gdLst/>
              <a:ahLst/>
              <a:cxnLst>
                <a:cxn ang="0">
                  <a:pos x="wd2" y="hd2"/>
                </a:cxn>
                <a:cxn ang="5400000">
                  <a:pos x="wd2" y="hd2"/>
                </a:cxn>
                <a:cxn ang="10800000">
                  <a:pos x="wd2" y="hd2"/>
                </a:cxn>
                <a:cxn ang="16200000">
                  <a:pos x="wd2" y="hd2"/>
                </a:cxn>
              </a:cxnLst>
              <a:rect l="0" t="0" r="r" b="b"/>
              <a:pathLst>
                <a:path w="21600" h="21600" extrusionOk="0">
                  <a:moveTo>
                    <a:pt x="21569" y="0"/>
                  </a:moveTo>
                  <a:lnTo>
                    <a:pt x="31" y="0"/>
                  </a:lnTo>
                  <a:cubicBezTo>
                    <a:pt x="14" y="0"/>
                    <a:pt x="0" y="22"/>
                    <a:pt x="0" y="49"/>
                  </a:cubicBezTo>
                  <a:lnTo>
                    <a:pt x="0" y="21551"/>
                  </a:lnTo>
                  <a:cubicBezTo>
                    <a:pt x="0" y="21578"/>
                    <a:pt x="14" y="21600"/>
                    <a:pt x="31" y="21600"/>
                  </a:cubicBezTo>
                  <a:lnTo>
                    <a:pt x="21569" y="21600"/>
                  </a:lnTo>
                  <a:cubicBezTo>
                    <a:pt x="21586" y="21600"/>
                    <a:pt x="21600" y="21578"/>
                    <a:pt x="21600" y="21551"/>
                  </a:cubicBezTo>
                  <a:lnTo>
                    <a:pt x="21600" y="49"/>
                  </a:lnTo>
                  <a:cubicBezTo>
                    <a:pt x="21600" y="22"/>
                    <a:pt x="21586" y="0"/>
                    <a:pt x="21569" y="0"/>
                  </a:cubicBezTo>
                  <a:cubicBezTo>
                    <a:pt x="21569" y="0"/>
                    <a:pt x="21569" y="0"/>
                    <a:pt x="21569" y="0"/>
                  </a:cubicBezTo>
                  <a:close/>
                  <a:moveTo>
                    <a:pt x="21569" y="49"/>
                  </a:moveTo>
                  <a:lnTo>
                    <a:pt x="21569" y="49"/>
                  </a:lnTo>
                  <a:lnTo>
                    <a:pt x="21569" y="21551"/>
                  </a:lnTo>
                  <a:lnTo>
                    <a:pt x="31" y="21551"/>
                  </a:lnTo>
                  <a:lnTo>
                    <a:pt x="31" y="49"/>
                  </a:lnTo>
                  <a:lnTo>
                    <a:pt x="21569" y="49"/>
                  </a:lnTo>
                </a:path>
              </a:pathLst>
            </a:custGeom>
            <a:solidFill>
              <a:srgbClr val="7D8083"/>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24" name="Shape 16"/>
            <p:cNvSpPr/>
            <p:nvPr/>
          </p:nvSpPr>
          <p:spPr>
            <a:xfrm>
              <a:off x="8813800" y="3924300"/>
              <a:ext cx="18919977" cy="11888061"/>
            </a:xfrm>
            <a:custGeom>
              <a:avLst/>
              <a:gdLst/>
              <a:ahLst/>
              <a:cxnLst>
                <a:cxn ang="0">
                  <a:pos x="wd2" y="hd2"/>
                </a:cxn>
                <a:cxn ang="5400000">
                  <a:pos x="wd2" y="hd2"/>
                </a:cxn>
                <a:cxn ang="10800000">
                  <a:pos x="wd2" y="hd2"/>
                </a:cxn>
                <a:cxn ang="16200000">
                  <a:pos x="wd2" y="hd2"/>
                </a:cxn>
              </a:cxnLst>
              <a:rect l="0" t="0" r="r" b="b"/>
              <a:pathLst>
                <a:path w="21600" h="21600" extrusionOk="0">
                  <a:moveTo>
                    <a:pt x="21585" y="21467"/>
                  </a:moveTo>
                  <a:cubicBezTo>
                    <a:pt x="21585" y="21527"/>
                    <a:pt x="21554" y="21576"/>
                    <a:pt x="21516" y="21576"/>
                  </a:cubicBezTo>
                  <a:lnTo>
                    <a:pt x="84" y="21576"/>
                  </a:lnTo>
                  <a:cubicBezTo>
                    <a:pt x="46" y="21576"/>
                    <a:pt x="15" y="21527"/>
                    <a:pt x="15" y="21467"/>
                  </a:cubicBezTo>
                  <a:lnTo>
                    <a:pt x="15" y="133"/>
                  </a:lnTo>
                  <a:cubicBezTo>
                    <a:pt x="15" y="73"/>
                    <a:pt x="46" y="24"/>
                    <a:pt x="84" y="24"/>
                  </a:cubicBezTo>
                  <a:lnTo>
                    <a:pt x="21516" y="24"/>
                  </a:lnTo>
                  <a:cubicBezTo>
                    <a:pt x="21554" y="24"/>
                    <a:pt x="21585" y="73"/>
                    <a:pt x="21585" y="133"/>
                  </a:cubicBezTo>
                  <a:cubicBezTo>
                    <a:pt x="21585" y="133"/>
                    <a:pt x="21585" y="21467"/>
                    <a:pt x="21585" y="21467"/>
                  </a:cubicBezTo>
                  <a:close/>
                  <a:moveTo>
                    <a:pt x="21600" y="133"/>
                  </a:moveTo>
                  <a:cubicBezTo>
                    <a:pt x="21600" y="60"/>
                    <a:pt x="21562" y="0"/>
                    <a:pt x="21516" y="0"/>
                  </a:cubicBezTo>
                  <a:lnTo>
                    <a:pt x="84" y="0"/>
                  </a:lnTo>
                  <a:cubicBezTo>
                    <a:pt x="38" y="0"/>
                    <a:pt x="0" y="60"/>
                    <a:pt x="0" y="133"/>
                  </a:cubicBezTo>
                  <a:lnTo>
                    <a:pt x="0" y="21467"/>
                  </a:lnTo>
                  <a:cubicBezTo>
                    <a:pt x="0" y="21540"/>
                    <a:pt x="38" y="21600"/>
                    <a:pt x="84" y="21600"/>
                  </a:cubicBezTo>
                  <a:lnTo>
                    <a:pt x="21516" y="21600"/>
                  </a:lnTo>
                  <a:cubicBezTo>
                    <a:pt x="21562" y="21600"/>
                    <a:pt x="21600" y="21540"/>
                    <a:pt x="21600" y="21467"/>
                  </a:cubicBezTo>
                  <a:cubicBezTo>
                    <a:pt x="21600" y="21467"/>
                    <a:pt x="21600" y="133"/>
                    <a:pt x="21600" y="133"/>
                  </a:cubicBezTo>
                  <a:close/>
                </a:path>
              </a:pathLst>
            </a:custGeom>
            <a:solidFill>
              <a:srgbClr val="FFFFFF">
                <a:alpha val="50000"/>
              </a:srgbClr>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25" name="Shape 17"/>
            <p:cNvSpPr/>
            <p:nvPr/>
          </p:nvSpPr>
          <p:spPr>
            <a:xfrm>
              <a:off x="18148299" y="3454400"/>
              <a:ext cx="258971" cy="258974"/>
            </a:xfrm>
            <a:custGeom>
              <a:avLst/>
              <a:gdLst/>
              <a:ahLst/>
              <a:cxnLst>
                <a:cxn ang="0">
                  <a:pos x="wd2" y="hd2"/>
                </a:cxn>
                <a:cxn ang="5400000">
                  <a:pos x="wd2" y="hd2"/>
                </a:cxn>
                <a:cxn ang="10800000">
                  <a:pos x="wd2" y="hd2"/>
                </a:cxn>
                <a:cxn ang="16200000">
                  <a:pos x="wd2" y="hd2"/>
                </a:cxn>
              </a:cxnLst>
              <a:rect l="0" t="0" r="r" b="b"/>
              <a:pathLst>
                <a:path w="19678" h="19678" extrusionOk="0">
                  <a:moveTo>
                    <a:pt x="16796" y="2882"/>
                  </a:moveTo>
                  <a:cubicBezTo>
                    <a:pt x="12953" y="-961"/>
                    <a:pt x="6723" y="-961"/>
                    <a:pt x="2882" y="2882"/>
                  </a:cubicBezTo>
                  <a:cubicBezTo>
                    <a:pt x="-961" y="6723"/>
                    <a:pt x="-961" y="12953"/>
                    <a:pt x="2882" y="16797"/>
                  </a:cubicBezTo>
                  <a:cubicBezTo>
                    <a:pt x="6723" y="20639"/>
                    <a:pt x="12953" y="20638"/>
                    <a:pt x="16796" y="16797"/>
                  </a:cubicBezTo>
                  <a:cubicBezTo>
                    <a:pt x="20637" y="12953"/>
                    <a:pt x="20639" y="6723"/>
                    <a:pt x="16796" y="2882"/>
                  </a:cubicBezTo>
                  <a:close/>
                </a:path>
              </a:pathLst>
            </a:custGeom>
            <a:gradFill>
              <a:gsLst>
                <a:gs pos="27000">
                  <a:srgbClr val="696969"/>
                </a:gs>
                <a:gs pos="73000">
                  <a:srgbClr val="0C0C0C"/>
                </a:gs>
              </a:gsLst>
              <a:lin ang="3260679"/>
            </a:gra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26" name="Shape 18"/>
            <p:cNvSpPr/>
            <p:nvPr/>
          </p:nvSpPr>
          <p:spPr>
            <a:xfrm>
              <a:off x="5524500" y="17132300"/>
              <a:ext cx="25520931" cy="488022"/>
            </a:xfrm>
            <a:custGeom>
              <a:avLst/>
              <a:gdLst/>
              <a:ahLst/>
              <a:cxnLst>
                <a:cxn ang="0">
                  <a:pos x="wd2" y="hd2"/>
                </a:cxn>
                <a:cxn ang="5400000">
                  <a:pos x="wd2" y="hd2"/>
                </a:cxn>
                <a:cxn ang="10800000">
                  <a:pos x="wd2" y="hd2"/>
                </a:cxn>
                <a:cxn ang="16200000">
                  <a:pos x="wd2" y="hd2"/>
                </a:cxn>
              </a:cxnLst>
              <a:rect l="0" t="0" r="r" b="b"/>
              <a:pathLst>
                <a:path w="21600" h="21600" extrusionOk="0">
                  <a:moveTo>
                    <a:pt x="3570" y="21600"/>
                  </a:moveTo>
                  <a:lnTo>
                    <a:pt x="18030" y="21600"/>
                  </a:lnTo>
                  <a:cubicBezTo>
                    <a:pt x="19340" y="21600"/>
                    <a:pt x="21259" y="12547"/>
                    <a:pt x="21600" y="0"/>
                  </a:cubicBezTo>
                  <a:lnTo>
                    <a:pt x="0" y="0"/>
                  </a:lnTo>
                  <a:cubicBezTo>
                    <a:pt x="341" y="12547"/>
                    <a:pt x="2260" y="21600"/>
                    <a:pt x="3570" y="21600"/>
                  </a:cubicBezTo>
                  <a:close/>
                </a:path>
              </a:pathLst>
            </a:custGeom>
            <a:gradFill>
              <a:gsLst>
                <a:gs pos="0">
                  <a:srgbClr val="A1A2A7">
                    <a:alpha val="0"/>
                  </a:srgbClr>
                </a:gs>
                <a:gs pos="100000">
                  <a:srgbClr val="767778">
                    <a:alpha val="0"/>
                  </a:srgbClr>
                </a:gs>
              </a:gsLst>
              <a:lin ang="5400000"/>
            </a:gra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27" name="Shape 19"/>
            <p:cNvSpPr/>
            <p:nvPr/>
          </p:nvSpPr>
          <p:spPr>
            <a:xfrm>
              <a:off x="5524500" y="17132300"/>
              <a:ext cx="25520931" cy="488022"/>
            </a:xfrm>
            <a:custGeom>
              <a:avLst/>
              <a:gdLst/>
              <a:ahLst/>
              <a:cxnLst>
                <a:cxn ang="0">
                  <a:pos x="wd2" y="hd2"/>
                </a:cxn>
                <a:cxn ang="5400000">
                  <a:pos x="wd2" y="hd2"/>
                </a:cxn>
                <a:cxn ang="10800000">
                  <a:pos x="wd2" y="hd2"/>
                </a:cxn>
                <a:cxn ang="16200000">
                  <a:pos x="wd2" y="hd2"/>
                </a:cxn>
              </a:cxnLst>
              <a:rect l="0" t="0" r="r" b="b"/>
              <a:pathLst>
                <a:path w="21600" h="21600" extrusionOk="0">
                  <a:moveTo>
                    <a:pt x="3570" y="21600"/>
                  </a:moveTo>
                  <a:lnTo>
                    <a:pt x="18030" y="21600"/>
                  </a:lnTo>
                  <a:cubicBezTo>
                    <a:pt x="19340" y="21600"/>
                    <a:pt x="21259" y="12547"/>
                    <a:pt x="21600" y="0"/>
                  </a:cubicBezTo>
                  <a:lnTo>
                    <a:pt x="0" y="0"/>
                  </a:lnTo>
                  <a:cubicBezTo>
                    <a:pt x="341" y="12547"/>
                    <a:pt x="2260" y="21600"/>
                    <a:pt x="3570" y="21600"/>
                  </a:cubicBezTo>
                  <a:close/>
                </a:path>
              </a:pathLst>
            </a:custGeom>
            <a:gradFill>
              <a:gsLst>
                <a:gs pos="100000">
                  <a:srgbClr val="78797E"/>
                </a:gs>
                <a:gs pos="0">
                  <a:srgbClr val="BEC1C3"/>
                </a:gs>
              </a:gsLst>
              <a:lin ang="5400000" scaled="0"/>
            </a:gra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28" name="Shape 20"/>
            <p:cNvSpPr/>
            <p:nvPr/>
          </p:nvSpPr>
          <p:spPr>
            <a:xfrm>
              <a:off x="5486400" y="17068800"/>
              <a:ext cx="25576932" cy="64666"/>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0" y="11121"/>
                  </a:lnTo>
                  <a:cubicBezTo>
                    <a:pt x="8" y="14649"/>
                    <a:pt x="19" y="18142"/>
                    <a:pt x="31" y="21600"/>
                  </a:cubicBezTo>
                  <a:lnTo>
                    <a:pt x="21584" y="21600"/>
                  </a:lnTo>
                  <a:cubicBezTo>
                    <a:pt x="21590" y="19983"/>
                    <a:pt x="21595" y="18350"/>
                    <a:pt x="21600" y="16717"/>
                  </a:cubicBezTo>
                  <a:cubicBezTo>
                    <a:pt x="21600" y="16717"/>
                    <a:pt x="21600" y="0"/>
                    <a:pt x="21600" y="0"/>
                  </a:cubicBezTo>
                  <a:close/>
                </a:path>
              </a:pathLst>
            </a:custGeom>
            <a:gradFill>
              <a:gsLst>
                <a:gs pos="0">
                  <a:srgbClr val="64696E"/>
                </a:gs>
                <a:gs pos="46000">
                  <a:srgbClr val="96989B"/>
                </a:gs>
                <a:gs pos="86000">
                  <a:srgbClr val="BEC1C3"/>
                </a:gs>
                <a:gs pos="98000">
                  <a:srgbClr val="E9EBF2"/>
                </a:gs>
                <a:gs pos="1000">
                  <a:srgbClr val="E9EBF2"/>
                </a:gs>
                <a:gs pos="10000">
                  <a:srgbClr val="BEC1C3"/>
                </a:gs>
                <a:gs pos="100000">
                  <a:srgbClr val="78797E"/>
                </a:gs>
              </a:gsLst>
            </a:gra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29" name="Shape 21"/>
            <p:cNvSpPr/>
            <p:nvPr/>
          </p:nvSpPr>
          <p:spPr>
            <a:xfrm>
              <a:off x="5524500" y="17132300"/>
              <a:ext cx="25520930" cy="148030"/>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12607" y="0"/>
                  </a:lnTo>
                  <a:lnTo>
                    <a:pt x="8865" y="0"/>
                  </a:lnTo>
                  <a:lnTo>
                    <a:pt x="0" y="0"/>
                  </a:lnTo>
                  <a:cubicBezTo>
                    <a:pt x="41" y="4919"/>
                    <a:pt x="104" y="9674"/>
                    <a:pt x="185" y="14237"/>
                  </a:cubicBezTo>
                  <a:lnTo>
                    <a:pt x="8866" y="14237"/>
                  </a:lnTo>
                  <a:cubicBezTo>
                    <a:pt x="8936" y="20966"/>
                    <a:pt x="9087" y="21600"/>
                    <a:pt x="9185" y="21600"/>
                  </a:cubicBezTo>
                  <a:lnTo>
                    <a:pt x="10373" y="21600"/>
                  </a:lnTo>
                  <a:lnTo>
                    <a:pt x="10516" y="21600"/>
                  </a:lnTo>
                  <a:lnTo>
                    <a:pt x="12287" y="21600"/>
                  </a:lnTo>
                  <a:cubicBezTo>
                    <a:pt x="12384" y="21600"/>
                    <a:pt x="12535" y="20966"/>
                    <a:pt x="12605" y="14237"/>
                  </a:cubicBezTo>
                  <a:lnTo>
                    <a:pt x="21415" y="14237"/>
                  </a:lnTo>
                  <a:cubicBezTo>
                    <a:pt x="21496" y="9674"/>
                    <a:pt x="21559" y="4919"/>
                    <a:pt x="21600" y="0"/>
                  </a:cubicBezTo>
                  <a:close/>
                </a:path>
              </a:pathLst>
            </a:custGeom>
            <a:gradFill>
              <a:gsLst>
                <a:gs pos="0">
                  <a:srgbClr val="BEC1C3"/>
                </a:gs>
                <a:gs pos="100000">
                  <a:srgbClr val="BEC1C3"/>
                </a:gs>
              </a:gsLst>
              <a:lin ang="0" scaled="0"/>
            </a:gra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30" name="Shape 22"/>
            <p:cNvSpPr/>
            <p:nvPr/>
          </p:nvSpPr>
          <p:spPr>
            <a:xfrm>
              <a:off x="16078200" y="17068800"/>
              <a:ext cx="4261759" cy="13627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10616"/>
                  </a:lnTo>
                  <a:cubicBezTo>
                    <a:pt x="371" y="20916"/>
                    <a:pt x="876" y="21600"/>
                    <a:pt x="1513" y="21600"/>
                  </a:cubicBezTo>
                  <a:cubicBezTo>
                    <a:pt x="2014" y="21600"/>
                    <a:pt x="6673" y="21600"/>
                    <a:pt x="8626" y="21600"/>
                  </a:cubicBezTo>
                  <a:cubicBezTo>
                    <a:pt x="9152" y="21600"/>
                    <a:pt x="9482" y="21600"/>
                    <a:pt x="9482" y="21600"/>
                  </a:cubicBezTo>
                  <a:cubicBezTo>
                    <a:pt x="12053" y="21600"/>
                    <a:pt x="19560" y="21600"/>
                    <a:pt x="20087" y="21600"/>
                  </a:cubicBezTo>
                  <a:cubicBezTo>
                    <a:pt x="20724" y="21600"/>
                    <a:pt x="21229" y="20916"/>
                    <a:pt x="21600" y="10616"/>
                  </a:cubicBezTo>
                  <a:lnTo>
                    <a:pt x="21600" y="0"/>
                  </a:lnTo>
                  <a:cubicBezTo>
                    <a:pt x="21600" y="0"/>
                    <a:pt x="0" y="0"/>
                    <a:pt x="0" y="0"/>
                  </a:cubicBezTo>
                  <a:close/>
                </a:path>
              </a:pathLst>
            </a:custGeom>
            <a:gradFill>
              <a:gsLst>
                <a:gs pos="84000">
                  <a:srgbClr val="EDEEEF"/>
                </a:gs>
                <a:gs pos="10000">
                  <a:srgbClr val="EDEEEF"/>
                </a:gs>
                <a:gs pos="0">
                  <a:srgbClr val="8B8D90"/>
                </a:gs>
                <a:gs pos="96000">
                  <a:srgbClr val="8B8D90"/>
                </a:gs>
              </a:gsLst>
              <a:lin ang="38616"/>
            </a:gra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31" name="Shape 23"/>
            <p:cNvSpPr/>
            <p:nvPr/>
          </p:nvSpPr>
          <p:spPr>
            <a:xfrm>
              <a:off x="16040100" y="17170400"/>
              <a:ext cx="4351813" cy="91298"/>
            </a:xfrm>
            <a:custGeom>
              <a:avLst/>
              <a:gdLst/>
              <a:ahLst/>
              <a:cxnLst>
                <a:cxn ang="0">
                  <a:pos x="wd2" y="hd2"/>
                </a:cxn>
                <a:cxn ang="5400000">
                  <a:pos x="wd2" y="hd2"/>
                </a:cxn>
                <a:cxn ang="10800000">
                  <a:pos x="wd2" y="hd2"/>
                </a:cxn>
                <a:cxn ang="16200000">
                  <a:pos x="wd2" y="hd2"/>
                </a:cxn>
              </a:cxnLst>
              <a:rect l="0" t="0" r="r" b="b"/>
              <a:pathLst>
                <a:path w="21600" h="21600" extrusionOk="0">
                  <a:moveTo>
                    <a:pt x="21396" y="0"/>
                  </a:moveTo>
                  <a:cubicBezTo>
                    <a:pt x="21010" y="14111"/>
                    <a:pt x="20506" y="15298"/>
                    <a:pt x="19895" y="15298"/>
                  </a:cubicBezTo>
                  <a:lnTo>
                    <a:pt x="9509" y="15298"/>
                  </a:lnTo>
                  <a:lnTo>
                    <a:pt x="8671" y="15298"/>
                  </a:lnTo>
                  <a:lnTo>
                    <a:pt x="1705" y="15298"/>
                  </a:lnTo>
                  <a:cubicBezTo>
                    <a:pt x="1094" y="15298"/>
                    <a:pt x="590" y="14111"/>
                    <a:pt x="204" y="0"/>
                  </a:cubicBezTo>
                  <a:lnTo>
                    <a:pt x="0" y="0"/>
                  </a:lnTo>
                  <a:lnTo>
                    <a:pt x="3" y="142"/>
                  </a:lnTo>
                  <a:lnTo>
                    <a:pt x="48" y="2025"/>
                  </a:lnTo>
                  <a:cubicBezTo>
                    <a:pt x="477" y="20160"/>
                    <a:pt x="1028" y="21600"/>
                    <a:pt x="1705" y="21600"/>
                  </a:cubicBezTo>
                  <a:lnTo>
                    <a:pt x="8671" y="21600"/>
                  </a:lnTo>
                  <a:lnTo>
                    <a:pt x="9509" y="21600"/>
                  </a:lnTo>
                  <a:lnTo>
                    <a:pt x="19895" y="21600"/>
                  </a:lnTo>
                  <a:cubicBezTo>
                    <a:pt x="20572" y="21600"/>
                    <a:pt x="21124" y="20160"/>
                    <a:pt x="21552" y="2031"/>
                  </a:cubicBezTo>
                  <a:lnTo>
                    <a:pt x="21597" y="142"/>
                  </a:lnTo>
                  <a:lnTo>
                    <a:pt x="21600" y="0"/>
                  </a:lnTo>
                  <a:cubicBezTo>
                    <a:pt x="21600" y="0"/>
                    <a:pt x="21396" y="0"/>
                    <a:pt x="21396" y="0"/>
                  </a:cubicBezTo>
                  <a:close/>
                </a:path>
              </a:pathLst>
            </a:custGeom>
            <a:gradFill>
              <a:gsLst>
                <a:gs pos="0">
                  <a:srgbClr val="A4A6A9"/>
                </a:gs>
                <a:gs pos="100000">
                  <a:srgbClr val="A4A6A9"/>
                </a:gs>
              </a:gsLst>
            </a:gra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32" name="Shape 24"/>
            <p:cNvSpPr/>
            <p:nvPr/>
          </p:nvSpPr>
          <p:spPr>
            <a:xfrm>
              <a:off x="13893799" y="17360900"/>
              <a:ext cx="240121" cy="53272"/>
            </a:xfrm>
            <a:custGeom>
              <a:avLst/>
              <a:gdLst/>
              <a:ahLst/>
              <a:cxnLst>
                <a:cxn ang="0">
                  <a:pos x="wd2" y="hd2"/>
                </a:cxn>
                <a:cxn ang="5400000">
                  <a:pos x="wd2" y="hd2"/>
                </a:cxn>
                <a:cxn ang="10800000">
                  <a:pos x="wd2" y="hd2"/>
                </a:cxn>
                <a:cxn ang="16200000">
                  <a:pos x="wd2" y="hd2"/>
                </a:cxn>
              </a:cxnLst>
              <a:rect l="0" t="0" r="r" b="b"/>
              <a:pathLst>
                <a:path w="21317" h="21600" extrusionOk="0">
                  <a:moveTo>
                    <a:pt x="21299" y="10800"/>
                  </a:moveTo>
                  <a:cubicBezTo>
                    <a:pt x="21458" y="16769"/>
                    <a:pt x="20525" y="21600"/>
                    <a:pt x="19220" y="21600"/>
                  </a:cubicBezTo>
                  <a:lnTo>
                    <a:pt x="2668" y="21600"/>
                  </a:lnTo>
                  <a:cubicBezTo>
                    <a:pt x="1364" y="21600"/>
                    <a:pt x="177" y="16769"/>
                    <a:pt x="17" y="10800"/>
                  </a:cubicBezTo>
                  <a:lnTo>
                    <a:pt x="17" y="10800"/>
                  </a:lnTo>
                  <a:cubicBezTo>
                    <a:pt x="-142" y="4831"/>
                    <a:pt x="791" y="0"/>
                    <a:pt x="2096" y="0"/>
                  </a:cubicBezTo>
                  <a:lnTo>
                    <a:pt x="18648" y="0"/>
                  </a:lnTo>
                  <a:cubicBezTo>
                    <a:pt x="19952" y="0"/>
                    <a:pt x="21139" y="4831"/>
                    <a:pt x="21299" y="10800"/>
                  </a:cubicBezTo>
                  <a:cubicBezTo>
                    <a:pt x="21299" y="10800"/>
                    <a:pt x="21299" y="10800"/>
                    <a:pt x="21299" y="10800"/>
                  </a:cubicBezTo>
                  <a:close/>
                </a:path>
              </a:pathLst>
            </a:custGeom>
            <a:gradFill>
              <a:gsLst>
                <a:gs pos="24000">
                  <a:srgbClr val="5F6265"/>
                </a:gs>
                <a:gs pos="78000">
                  <a:srgbClr val="757677"/>
                </a:gs>
              </a:gsLst>
              <a:lin ang="5400000"/>
            </a:gra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33" name="Shape 25"/>
            <p:cNvSpPr/>
            <p:nvPr/>
          </p:nvSpPr>
          <p:spPr>
            <a:xfrm>
              <a:off x="22288499" y="17360900"/>
              <a:ext cx="240120" cy="53272"/>
            </a:xfrm>
            <a:custGeom>
              <a:avLst/>
              <a:gdLst/>
              <a:ahLst/>
              <a:cxnLst>
                <a:cxn ang="0">
                  <a:pos x="wd2" y="hd2"/>
                </a:cxn>
                <a:cxn ang="5400000">
                  <a:pos x="wd2" y="hd2"/>
                </a:cxn>
                <a:cxn ang="10800000">
                  <a:pos x="wd2" y="hd2"/>
                </a:cxn>
                <a:cxn ang="16200000">
                  <a:pos x="wd2" y="hd2"/>
                </a:cxn>
              </a:cxnLst>
              <a:rect l="0" t="0" r="r" b="b"/>
              <a:pathLst>
                <a:path w="21317" h="21600" extrusionOk="0">
                  <a:moveTo>
                    <a:pt x="17" y="10800"/>
                  </a:moveTo>
                  <a:cubicBezTo>
                    <a:pt x="-142" y="16769"/>
                    <a:pt x="791" y="21600"/>
                    <a:pt x="2096" y="21600"/>
                  </a:cubicBezTo>
                  <a:lnTo>
                    <a:pt x="18648" y="21600"/>
                  </a:lnTo>
                  <a:cubicBezTo>
                    <a:pt x="19952" y="21600"/>
                    <a:pt x="21139" y="16769"/>
                    <a:pt x="21299" y="10800"/>
                  </a:cubicBezTo>
                  <a:lnTo>
                    <a:pt x="21299" y="10800"/>
                  </a:lnTo>
                  <a:cubicBezTo>
                    <a:pt x="21458" y="4831"/>
                    <a:pt x="20525" y="0"/>
                    <a:pt x="19220" y="0"/>
                  </a:cubicBezTo>
                  <a:lnTo>
                    <a:pt x="2668" y="0"/>
                  </a:lnTo>
                  <a:cubicBezTo>
                    <a:pt x="1364" y="0"/>
                    <a:pt x="177" y="4831"/>
                    <a:pt x="17" y="10800"/>
                  </a:cubicBezTo>
                  <a:cubicBezTo>
                    <a:pt x="17" y="10800"/>
                    <a:pt x="17" y="10800"/>
                    <a:pt x="17" y="10800"/>
                  </a:cubicBezTo>
                  <a:close/>
                </a:path>
              </a:pathLst>
            </a:custGeom>
            <a:gradFill>
              <a:gsLst>
                <a:gs pos="18000">
                  <a:srgbClr val="5F6265"/>
                </a:gs>
                <a:gs pos="72000">
                  <a:srgbClr val="747576"/>
                </a:gs>
              </a:gsLst>
              <a:lin ang="5400000"/>
            </a:gra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34" name="Shape 26"/>
            <p:cNvSpPr/>
            <p:nvPr/>
          </p:nvSpPr>
          <p:spPr>
            <a:xfrm>
              <a:off x="5588000" y="17132300"/>
              <a:ext cx="25393528" cy="94759"/>
            </a:xfrm>
            <a:custGeom>
              <a:avLst/>
              <a:gdLst/>
              <a:ahLst/>
              <a:cxnLst>
                <a:cxn ang="0">
                  <a:pos x="wd2" y="hd2"/>
                </a:cxn>
                <a:cxn ang="5400000">
                  <a:pos x="wd2" y="hd2"/>
                </a:cxn>
                <a:cxn ang="10800000">
                  <a:pos x="wd2" y="hd2"/>
                </a:cxn>
                <a:cxn ang="16200000">
                  <a:pos x="wd2" y="hd2"/>
                </a:cxn>
              </a:cxnLst>
              <a:rect l="0" t="0" r="r" b="b"/>
              <a:pathLst>
                <a:path w="21600" h="21600" extrusionOk="0">
                  <a:moveTo>
                    <a:pt x="8852" y="6072"/>
                  </a:moveTo>
                  <a:lnTo>
                    <a:pt x="8913" y="6072"/>
                  </a:lnTo>
                  <a:cubicBezTo>
                    <a:pt x="8980" y="20426"/>
                    <a:pt x="9067" y="21600"/>
                    <a:pt x="9174" y="21600"/>
                  </a:cubicBezTo>
                  <a:lnTo>
                    <a:pt x="10368" y="21600"/>
                  </a:lnTo>
                  <a:lnTo>
                    <a:pt x="10512" y="21600"/>
                  </a:lnTo>
                  <a:lnTo>
                    <a:pt x="12291" y="21600"/>
                  </a:lnTo>
                  <a:cubicBezTo>
                    <a:pt x="12398" y="21600"/>
                    <a:pt x="12486" y="20426"/>
                    <a:pt x="12552" y="6072"/>
                  </a:cubicBezTo>
                  <a:lnTo>
                    <a:pt x="12613" y="6072"/>
                  </a:lnTo>
                  <a:lnTo>
                    <a:pt x="21556" y="6072"/>
                  </a:lnTo>
                  <a:cubicBezTo>
                    <a:pt x="21571" y="4797"/>
                    <a:pt x="21587" y="2882"/>
                    <a:pt x="21600" y="0"/>
                  </a:cubicBezTo>
                  <a:lnTo>
                    <a:pt x="12613" y="0"/>
                  </a:lnTo>
                  <a:lnTo>
                    <a:pt x="12544" y="0"/>
                  </a:lnTo>
                  <a:cubicBezTo>
                    <a:pt x="12482" y="14527"/>
                    <a:pt x="12398" y="15528"/>
                    <a:pt x="12291" y="15528"/>
                  </a:cubicBezTo>
                  <a:cubicBezTo>
                    <a:pt x="12203" y="15528"/>
                    <a:pt x="10943" y="15528"/>
                    <a:pt x="10512" y="15528"/>
                  </a:cubicBezTo>
                  <a:cubicBezTo>
                    <a:pt x="10512" y="15528"/>
                    <a:pt x="10456" y="15528"/>
                    <a:pt x="10368" y="15528"/>
                  </a:cubicBezTo>
                  <a:cubicBezTo>
                    <a:pt x="10040" y="15528"/>
                    <a:pt x="9258" y="15528"/>
                    <a:pt x="9174" y="15528"/>
                  </a:cubicBezTo>
                  <a:cubicBezTo>
                    <a:pt x="9068" y="15528"/>
                    <a:pt x="8984" y="14527"/>
                    <a:pt x="8922" y="0"/>
                  </a:cubicBezTo>
                  <a:lnTo>
                    <a:pt x="8852" y="0"/>
                  </a:lnTo>
                  <a:lnTo>
                    <a:pt x="0" y="0"/>
                  </a:lnTo>
                  <a:cubicBezTo>
                    <a:pt x="0" y="0"/>
                    <a:pt x="16" y="3190"/>
                    <a:pt x="35" y="6072"/>
                  </a:cubicBezTo>
                  <a:cubicBezTo>
                    <a:pt x="35" y="6072"/>
                    <a:pt x="8852" y="6072"/>
                    <a:pt x="8852" y="6072"/>
                  </a:cubicBezTo>
                  <a:close/>
                </a:path>
              </a:pathLst>
            </a:custGeom>
            <a:gradFill>
              <a:gsLst>
                <a:gs pos="6000">
                  <a:srgbClr val="EFF5F1"/>
                </a:gs>
                <a:gs pos="100000">
                  <a:srgbClr val="E9EBF2"/>
                </a:gs>
              </a:gsLst>
            </a:gra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35" name="Shape 27"/>
            <p:cNvSpPr/>
            <p:nvPr/>
          </p:nvSpPr>
          <p:spPr>
            <a:xfrm>
              <a:off x="18173700" y="3479800"/>
              <a:ext cx="204055" cy="204002"/>
            </a:xfrm>
            <a:custGeom>
              <a:avLst/>
              <a:gdLst/>
              <a:ahLst/>
              <a:cxnLst>
                <a:cxn ang="0">
                  <a:pos x="wd2" y="hd2"/>
                </a:cxn>
                <a:cxn ang="5400000">
                  <a:pos x="wd2" y="hd2"/>
                </a:cxn>
                <a:cxn ang="10800000">
                  <a:pos x="wd2" y="hd2"/>
                </a:cxn>
                <a:cxn ang="16200000">
                  <a:pos x="wd2" y="hd2"/>
                </a:cxn>
              </a:cxnLst>
              <a:rect l="0" t="0" r="r" b="b"/>
              <a:pathLst>
                <a:path w="21600" h="21600" extrusionOk="0">
                  <a:moveTo>
                    <a:pt x="21600" y="10803"/>
                  </a:moveTo>
                  <a:cubicBezTo>
                    <a:pt x="21600" y="16765"/>
                    <a:pt x="16776" y="21600"/>
                    <a:pt x="10800" y="21600"/>
                  </a:cubicBezTo>
                  <a:cubicBezTo>
                    <a:pt x="4839" y="21600"/>
                    <a:pt x="0" y="16765"/>
                    <a:pt x="0" y="10803"/>
                  </a:cubicBezTo>
                  <a:cubicBezTo>
                    <a:pt x="0" y="4835"/>
                    <a:pt x="4839" y="0"/>
                    <a:pt x="10800" y="0"/>
                  </a:cubicBezTo>
                  <a:cubicBezTo>
                    <a:pt x="16776" y="0"/>
                    <a:pt x="21600" y="4835"/>
                    <a:pt x="21600" y="10803"/>
                  </a:cubicBezTo>
                  <a:close/>
                </a:path>
              </a:pathLst>
            </a:custGeom>
            <a:gradFill>
              <a:gsLst>
                <a:gs pos="32000">
                  <a:srgbClr val="494949"/>
                </a:gs>
                <a:gs pos="69000">
                  <a:srgbClr val="050505"/>
                </a:gs>
              </a:gsLst>
            </a:gra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36" name="Shape 28"/>
            <p:cNvSpPr/>
            <p:nvPr/>
          </p:nvSpPr>
          <p:spPr>
            <a:xfrm>
              <a:off x="18249900" y="3556000"/>
              <a:ext cx="50168" cy="50155"/>
            </a:xfrm>
            <a:custGeom>
              <a:avLst/>
              <a:gdLst/>
              <a:ahLst/>
              <a:cxnLst>
                <a:cxn ang="0">
                  <a:pos x="wd2" y="hd2"/>
                </a:cxn>
                <a:cxn ang="5400000">
                  <a:pos x="wd2" y="hd2"/>
                </a:cxn>
                <a:cxn ang="10800000">
                  <a:pos x="wd2" y="hd2"/>
                </a:cxn>
                <a:cxn ang="16200000">
                  <a:pos x="wd2" y="hd2"/>
                </a:cxn>
              </a:cxnLst>
              <a:rect l="0" t="0" r="r" b="b"/>
              <a:pathLst>
                <a:path w="21600" h="21600" extrusionOk="0">
                  <a:moveTo>
                    <a:pt x="21600" y="10803"/>
                  </a:moveTo>
                  <a:cubicBezTo>
                    <a:pt x="21600" y="16765"/>
                    <a:pt x="16776" y="21600"/>
                    <a:pt x="10800" y="21600"/>
                  </a:cubicBezTo>
                  <a:cubicBezTo>
                    <a:pt x="4840" y="21600"/>
                    <a:pt x="0" y="16765"/>
                    <a:pt x="0" y="10803"/>
                  </a:cubicBezTo>
                  <a:cubicBezTo>
                    <a:pt x="0" y="4835"/>
                    <a:pt x="4840" y="0"/>
                    <a:pt x="10800" y="0"/>
                  </a:cubicBezTo>
                  <a:cubicBezTo>
                    <a:pt x="16776" y="0"/>
                    <a:pt x="21600" y="4835"/>
                    <a:pt x="21600" y="10803"/>
                  </a:cubicBezTo>
                  <a:close/>
                </a:path>
              </a:pathLst>
            </a:custGeom>
            <a:solidFill>
              <a:srgbClr val="557DB1"/>
            </a:soli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sp>
          <p:nvSpPr>
            <p:cNvPr id="37" name="Shape 29"/>
            <p:cNvSpPr/>
            <p:nvPr/>
          </p:nvSpPr>
          <p:spPr>
            <a:xfrm>
              <a:off x="17183100" y="3187700"/>
              <a:ext cx="11289656" cy="13794961"/>
            </a:xfrm>
            <a:custGeom>
              <a:avLst/>
              <a:gdLst/>
              <a:ahLst/>
              <a:cxnLst>
                <a:cxn ang="0">
                  <a:pos x="wd2" y="hd2"/>
                </a:cxn>
                <a:cxn ang="5400000">
                  <a:pos x="wd2" y="hd2"/>
                </a:cxn>
                <a:cxn ang="10800000">
                  <a:pos x="wd2" y="hd2"/>
                </a:cxn>
                <a:cxn ang="16200000">
                  <a:pos x="wd2" y="hd2"/>
                </a:cxn>
              </a:cxnLst>
              <a:rect l="0" t="0" r="r" b="b"/>
              <a:pathLst>
                <a:path w="21600" h="21600" extrusionOk="0">
                  <a:moveTo>
                    <a:pt x="21600" y="21266"/>
                  </a:moveTo>
                  <a:lnTo>
                    <a:pt x="21600" y="21236"/>
                  </a:lnTo>
                  <a:lnTo>
                    <a:pt x="21600" y="21100"/>
                  </a:lnTo>
                  <a:lnTo>
                    <a:pt x="21600" y="834"/>
                  </a:lnTo>
                  <a:cubicBezTo>
                    <a:pt x="21600" y="374"/>
                    <a:pt x="21143" y="0"/>
                    <a:pt x="20581" y="0"/>
                  </a:cubicBezTo>
                  <a:lnTo>
                    <a:pt x="14299" y="0"/>
                  </a:lnTo>
                  <a:lnTo>
                    <a:pt x="0" y="21600"/>
                  </a:lnTo>
                  <a:lnTo>
                    <a:pt x="21192" y="21600"/>
                  </a:lnTo>
                  <a:cubicBezTo>
                    <a:pt x="21417" y="21600"/>
                    <a:pt x="21600" y="21450"/>
                    <a:pt x="21600" y="21266"/>
                  </a:cubicBezTo>
                  <a:close/>
                </a:path>
              </a:pathLst>
            </a:custGeom>
            <a:gradFill>
              <a:gsLst>
                <a:gs pos="0">
                  <a:srgbClr val="FFFFFF">
                    <a:alpha val="60000"/>
                  </a:srgbClr>
                </a:gs>
                <a:gs pos="100000">
                  <a:srgbClr val="FFFFFF">
                    <a:alpha val="10000"/>
                  </a:srgbClr>
                </a:gs>
              </a:gsLst>
              <a:lin ang="5400000"/>
            </a:gradFill>
            <a:ln w="12700">
              <a:miter lim="400000"/>
            </a:ln>
          </p:spPr>
          <p:txBody>
            <a:bodyPr lIns="0" tIns="0" rIns="0" bIns="0" anchor="ctr"/>
            <a:lstStyle/>
            <a:p>
              <a:pPr lvl="0">
                <a:defRPr sz="3000">
                  <a:solidFill>
                    <a:srgbClr val="FFFFFF"/>
                  </a:solidFill>
                  <a:effectLst>
                    <a:outerShdw blurRad="38100" dist="12700" dir="5400000" rotWithShape="0">
                      <a:srgbClr val="000000">
                        <a:alpha val="50000"/>
                      </a:srgbClr>
                    </a:outerShdw>
                  </a:effectLst>
                </a:defRPr>
              </a:pPr>
              <a:endParaRPr sz="1500"/>
            </a:p>
          </p:txBody>
        </p:sp>
      </p:grpSp>
      <p:sp>
        <p:nvSpPr>
          <p:cNvPr id="38" name="Picture Placeholder 1"/>
          <p:cNvSpPr>
            <a:spLocks noGrp="1"/>
          </p:cNvSpPr>
          <p:nvPr>
            <p:ph type="pic" sz="quarter" idx="16"/>
          </p:nvPr>
        </p:nvSpPr>
        <p:spPr>
          <a:xfrm>
            <a:off x="6927664" y="2337819"/>
            <a:ext cx="6218026" cy="3895165"/>
          </a:xfrm>
          <a:prstGeom prst="rect">
            <a:avLst/>
          </a:prstGeom>
        </p:spPr>
      </p:sp>
      <p:sp>
        <p:nvSpPr>
          <p:cNvPr id="39" name="Marcador de texto 7">
            <a:extLst>
              <a:ext uri="{FF2B5EF4-FFF2-40B4-BE49-F238E27FC236}">
                <a16:creationId xmlns:a16="http://schemas.microsoft.com/office/drawing/2014/main" id="{92862D42-3621-49A1-903B-36CA6DB7B3E5}"/>
              </a:ext>
            </a:extLst>
          </p:cNvPr>
          <p:cNvSpPr>
            <a:spLocks noGrp="1"/>
          </p:cNvSpPr>
          <p:nvPr>
            <p:ph type="body" sz="quarter" idx="11" hasCustomPrompt="1"/>
          </p:nvPr>
        </p:nvSpPr>
        <p:spPr>
          <a:xfrm>
            <a:off x="3554346" y="685802"/>
            <a:ext cx="5080133" cy="419098"/>
          </a:xfrm>
          <a:prstGeom prst="rect">
            <a:avLst/>
          </a:prstGeom>
          <a:noFill/>
        </p:spPr>
        <p:txBody>
          <a:bodyPr vert="horz" lIns="0" tIns="0" rIns="0" bIns="0" anchor="ct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40" name="Marcador de texto 7">
            <a:extLst>
              <a:ext uri="{FF2B5EF4-FFF2-40B4-BE49-F238E27FC236}">
                <a16:creationId xmlns:a16="http://schemas.microsoft.com/office/drawing/2014/main" id="{1AC8EA8A-CD60-4332-AFDE-60D25BE85A65}"/>
              </a:ext>
            </a:extLst>
          </p:cNvPr>
          <p:cNvSpPr>
            <a:spLocks noGrp="1"/>
          </p:cNvSpPr>
          <p:nvPr>
            <p:ph type="body" sz="quarter" idx="12" hasCustomPrompt="1"/>
          </p:nvPr>
        </p:nvSpPr>
        <p:spPr>
          <a:xfrm>
            <a:off x="869833" y="1104900"/>
            <a:ext cx="10461742" cy="457200"/>
          </a:xfrm>
          <a:prstGeom prst="rect">
            <a:avLst/>
          </a:prstGeom>
          <a:noFill/>
        </p:spPr>
        <p:txBody>
          <a:bodyPr vert="horz" wrap="none" lIns="0" tIns="91440" rIns="0" bIns="0" anchor="t" anchorCtr="0">
            <a:noAutofit/>
          </a:bodyPr>
          <a:lstStyle>
            <a:lvl1pPr marL="0" indent="0" algn="ctr">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TITLE HERE</a:t>
            </a:r>
          </a:p>
        </p:txBody>
      </p:sp>
      <p:sp>
        <p:nvSpPr>
          <p:cNvPr id="41" name="Marcador de texto 7">
            <a:extLst>
              <a:ext uri="{FF2B5EF4-FFF2-40B4-BE49-F238E27FC236}">
                <a16:creationId xmlns:a16="http://schemas.microsoft.com/office/drawing/2014/main" id="{EC799598-7DA9-4453-9074-F342384C21FB}"/>
              </a:ext>
            </a:extLst>
          </p:cNvPr>
          <p:cNvSpPr>
            <a:spLocks noGrp="1"/>
          </p:cNvSpPr>
          <p:nvPr>
            <p:ph type="body" sz="quarter" idx="18" hasCustomPrompt="1"/>
          </p:nvPr>
        </p:nvSpPr>
        <p:spPr>
          <a:xfrm>
            <a:off x="624328" y="2053446"/>
            <a:ext cx="4555685" cy="23186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42" name="Marcador de texto 7">
            <a:extLst>
              <a:ext uri="{FF2B5EF4-FFF2-40B4-BE49-F238E27FC236}">
                <a16:creationId xmlns:a16="http://schemas.microsoft.com/office/drawing/2014/main" id="{94549E1A-1D56-4380-9714-91F0C335EF9C}"/>
              </a:ext>
            </a:extLst>
          </p:cNvPr>
          <p:cNvSpPr>
            <a:spLocks noGrp="1"/>
          </p:cNvSpPr>
          <p:nvPr>
            <p:ph type="body" sz="quarter" idx="19" hasCustomPrompt="1"/>
          </p:nvPr>
        </p:nvSpPr>
        <p:spPr>
          <a:xfrm>
            <a:off x="624328" y="2291841"/>
            <a:ext cx="4555685"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43" name="Text Placeholder 2">
            <a:extLst>
              <a:ext uri="{FF2B5EF4-FFF2-40B4-BE49-F238E27FC236}">
                <a16:creationId xmlns:a16="http://schemas.microsoft.com/office/drawing/2014/main" id="{DD2197E6-A0DC-455A-BAA7-008E4316C0DD}"/>
              </a:ext>
            </a:extLst>
          </p:cNvPr>
          <p:cNvSpPr>
            <a:spLocks noGrp="1"/>
          </p:cNvSpPr>
          <p:nvPr>
            <p:ph type="body" sz="quarter" idx="20" hasCustomPrompt="1"/>
          </p:nvPr>
        </p:nvSpPr>
        <p:spPr>
          <a:xfrm>
            <a:off x="624328" y="2742511"/>
            <a:ext cx="4555685" cy="1177835"/>
          </a:xfrm>
          <a:prstGeom prst="rect">
            <a:avLst/>
          </a:prstGeom>
        </p:spPr>
        <p:txBody>
          <a:bodyPr lIns="0" tIns="0" rIns="0" bIns="0" anchor="t">
            <a:noAutofit/>
          </a:bodyPr>
          <a:lstStyle>
            <a:lvl1pPr marL="0" indent="0" algn="l">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Tree>
    <p:extLst>
      <p:ext uri="{BB962C8B-B14F-4D97-AF65-F5344CB8AC3E}">
        <p14:creationId xmlns:p14="http://schemas.microsoft.com/office/powerpoint/2010/main" val="1933506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3_Team slide 01">
    <p:spTree>
      <p:nvGrpSpPr>
        <p:cNvPr id="1" name=""/>
        <p:cNvGrpSpPr/>
        <p:nvPr/>
      </p:nvGrpSpPr>
      <p:grpSpPr>
        <a:xfrm>
          <a:off x="0" y="0"/>
          <a:ext cx="0" cy="0"/>
          <a:chOff x="0" y="0"/>
          <a:chExt cx="0" cy="0"/>
        </a:xfrm>
      </p:grpSpPr>
      <p:sp>
        <p:nvSpPr>
          <p:cNvPr id="19" name="Marcador de texto 7">
            <a:extLst>
              <a:ext uri="{FF2B5EF4-FFF2-40B4-BE49-F238E27FC236}">
                <a16:creationId xmlns:a16="http://schemas.microsoft.com/office/drawing/2014/main" id="{0E63DA4D-0CDC-40C4-8D36-04AF2D215321}"/>
              </a:ext>
            </a:extLst>
          </p:cNvPr>
          <p:cNvSpPr>
            <a:spLocks noGrp="1"/>
          </p:cNvSpPr>
          <p:nvPr>
            <p:ph type="body" sz="quarter" idx="11" hasCustomPrompt="1"/>
          </p:nvPr>
        </p:nvSpPr>
        <p:spPr>
          <a:xfrm>
            <a:off x="3554346" y="685802"/>
            <a:ext cx="5080133" cy="419098"/>
          </a:xfrm>
          <a:prstGeom prst="rect">
            <a:avLst/>
          </a:prstGeom>
          <a:noFill/>
        </p:spPr>
        <p:txBody>
          <a:bodyPr vert="horz" lIns="0" tIns="0" rIns="0" bIns="0" anchor="ctr"/>
          <a:lstStyle>
            <a:lvl1pPr marL="0" indent="0" algn="ctr">
              <a:buNone/>
              <a:defRPr sz="1500" b="1" i="0">
                <a:solidFill>
                  <a:schemeClr val="tx1">
                    <a:lumMod val="75000"/>
                    <a:lumOff val="25000"/>
                  </a:schemeClr>
                </a:solidFill>
                <a:latin typeface="Raleway" charset="0"/>
                <a:ea typeface="Raleway" charset="0"/>
                <a:cs typeface="Raleway" charset="0"/>
              </a:defRPr>
            </a:lvl1pPr>
          </a:lstStyle>
          <a:p>
            <a:pPr lvl="0"/>
            <a:r>
              <a:rPr lang="es-ES_tradnl" dirty="0"/>
              <a:t>YOUR TITLE HERE</a:t>
            </a:r>
          </a:p>
        </p:txBody>
      </p:sp>
      <p:sp>
        <p:nvSpPr>
          <p:cNvPr id="20" name="Marcador de texto 7">
            <a:extLst>
              <a:ext uri="{FF2B5EF4-FFF2-40B4-BE49-F238E27FC236}">
                <a16:creationId xmlns:a16="http://schemas.microsoft.com/office/drawing/2014/main" id="{3C41E1F9-0495-4574-A819-741401A47F5C}"/>
              </a:ext>
            </a:extLst>
          </p:cNvPr>
          <p:cNvSpPr>
            <a:spLocks noGrp="1"/>
          </p:cNvSpPr>
          <p:nvPr>
            <p:ph type="body" sz="quarter" idx="12" hasCustomPrompt="1"/>
          </p:nvPr>
        </p:nvSpPr>
        <p:spPr>
          <a:xfrm>
            <a:off x="914399" y="1104900"/>
            <a:ext cx="10417175" cy="457200"/>
          </a:xfrm>
          <a:prstGeom prst="rect">
            <a:avLst/>
          </a:prstGeom>
          <a:noFill/>
        </p:spPr>
        <p:txBody>
          <a:bodyPr vert="horz" wrap="none" lIns="0" tIns="91440" rIns="0" bIns="0" anchor="t" anchorCtr="0">
            <a:noAutofit/>
          </a:bodyPr>
          <a:lstStyle>
            <a:lvl1pPr marL="0" indent="0" algn="ctr">
              <a:buNone/>
              <a:defRPr sz="3000" b="1" i="0" baseline="0">
                <a:solidFill>
                  <a:schemeClr val="tx1">
                    <a:lumMod val="75000"/>
                    <a:lumOff val="25000"/>
                  </a:schemeClr>
                </a:solidFill>
                <a:latin typeface="Raleway" charset="0"/>
                <a:ea typeface="Raleway" charset="0"/>
                <a:cs typeface="Raleway" charset="0"/>
              </a:defRPr>
            </a:lvl1pPr>
          </a:lstStyle>
          <a:p>
            <a:pPr lvl="0"/>
            <a:r>
              <a:rPr lang="es-ES_tradnl" dirty="0"/>
              <a:t>PUT YOUR  TITLE HERE</a:t>
            </a:r>
          </a:p>
        </p:txBody>
      </p:sp>
    </p:spTree>
    <p:extLst>
      <p:ext uri="{BB962C8B-B14F-4D97-AF65-F5344CB8AC3E}">
        <p14:creationId xmlns:p14="http://schemas.microsoft.com/office/powerpoint/2010/main" val="1228189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4_Team slide 0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427FEA2-EEE2-43BE-B183-A2B07D026B42}"/>
              </a:ext>
            </a:extLst>
          </p:cNvPr>
          <p:cNvSpPr>
            <a:spLocks noGrp="1"/>
          </p:cNvSpPr>
          <p:nvPr>
            <p:ph type="pic" sz="quarter" idx="10"/>
          </p:nvPr>
        </p:nvSpPr>
        <p:spPr>
          <a:xfrm>
            <a:off x="3810000" y="0"/>
            <a:ext cx="8378825" cy="5257800"/>
          </a:xfrm>
          <a:prstGeom prst="rect">
            <a:avLst/>
          </a:prstGeom>
        </p:spPr>
        <p:txBody>
          <a:bodyPr/>
          <a:lstStyle/>
          <a:p>
            <a:endParaRPr lang="es-ES"/>
          </a:p>
        </p:txBody>
      </p:sp>
      <p:sp>
        <p:nvSpPr>
          <p:cNvPr id="6" name="Picture Placeholder 2">
            <a:extLst>
              <a:ext uri="{FF2B5EF4-FFF2-40B4-BE49-F238E27FC236}">
                <a16:creationId xmlns:a16="http://schemas.microsoft.com/office/drawing/2014/main" id="{48BAF077-AAED-4241-AB5C-0CAD14867EDD}"/>
              </a:ext>
            </a:extLst>
          </p:cNvPr>
          <p:cNvSpPr>
            <a:spLocks noGrp="1"/>
          </p:cNvSpPr>
          <p:nvPr>
            <p:ph type="pic" sz="quarter" idx="11"/>
          </p:nvPr>
        </p:nvSpPr>
        <p:spPr>
          <a:xfrm>
            <a:off x="0" y="4379155"/>
            <a:ext cx="3810000" cy="2476500"/>
          </a:xfrm>
          <a:prstGeom prst="rect">
            <a:avLst/>
          </a:prstGeom>
        </p:spPr>
        <p:txBody>
          <a:bodyPr/>
          <a:lstStyle/>
          <a:p>
            <a:endParaRPr lang="es-ES"/>
          </a:p>
        </p:txBody>
      </p:sp>
      <p:sp>
        <p:nvSpPr>
          <p:cNvPr id="7" name="Marcador de texto 7">
            <a:extLst>
              <a:ext uri="{FF2B5EF4-FFF2-40B4-BE49-F238E27FC236}">
                <a16:creationId xmlns:a16="http://schemas.microsoft.com/office/drawing/2014/main" id="{29EC76C1-73CA-4C20-8386-0334A3C1EB5C}"/>
              </a:ext>
            </a:extLst>
          </p:cNvPr>
          <p:cNvSpPr>
            <a:spLocks noGrp="1"/>
          </p:cNvSpPr>
          <p:nvPr>
            <p:ph type="body" sz="quarter" idx="18" hasCustomPrompt="1"/>
          </p:nvPr>
        </p:nvSpPr>
        <p:spPr>
          <a:xfrm>
            <a:off x="811140" y="1398061"/>
            <a:ext cx="2540073" cy="23186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8" name="Marcador de texto 7">
            <a:extLst>
              <a:ext uri="{FF2B5EF4-FFF2-40B4-BE49-F238E27FC236}">
                <a16:creationId xmlns:a16="http://schemas.microsoft.com/office/drawing/2014/main" id="{42DB1CD7-8C93-4380-9ABC-35B5094AC66E}"/>
              </a:ext>
            </a:extLst>
          </p:cNvPr>
          <p:cNvSpPr>
            <a:spLocks noGrp="1"/>
          </p:cNvSpPr>
          <p:nvPr>
            <p:ph type="body" sz="quarter" idx="19" hasCustomPrompt="1"/>
          </p:nvPr>
        </p:nvSpPr>
        <p:spPr>
          <a:xfrm>
            <a:off x="811140" y="1636456"/>
            <a:ext cx="2540073"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Text Placeholder 2">
            <a:extLst>
              <a:ext uri="{FF2B5EF4-FFF2-40B4-BE49-F238E27FC236}">
                <a16:creationId xmlns:a16="http://schemas.microsoft.com/office/drawing/2014/main" id="{C5011FB0-5F2E-43BE-98F9-E79067DF6121}"/>
              </a:ext>
            </a:extLst>
          </p:cNvPr>
          <p:cNvSpPr>
            <a:spLocks noGrp="1"/>
          </p:cNvSpPr>
          <p:nvPr>
            <p:ph type="body" sz="quarter" idx="20" hasCustomPrompt="1"/>
          </p:nvPr>
        </p:nvSpPr>
        <p:spPr>
          <a:xfrm>
            <a:off x="811140" y="2087126"/>
            <a:ext cx="2540073" cy="1177835"/>
          </a:xfrm>
          <a:prstGeom prst="rect">
            <a:avLst/>
          </a:prstGeom>
        </p:spPr>
        <p:txBody>
          <a:bodyPr lIns="0" tIns="0" rIns="0" bIns="0" anchor="t">
            <a:noAutofit/>
          </a:bodyPr>
          <a:lstStyle>
            <a:lvl1pPr marL="0" indent="0" algn="l">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
        <p:nvSpPr>
          <p:cNvPr id="10" name="Rectángulo redondeado 4">
            <a:extLst>
              <a:ext uri="{FF2B5EF4-FFF2-40B4-BE49-F238E27FC236}">
                <a16:creationId xmlns:a16="http://schemas.microsoft.com/office/drawing/2014/main" id="{F1FC1E70-74DD-4D89-A44D-24C7892E831A}"/>
              </a:ext>
            </a:extLst>
          </p:cNvPr>
          <p:cNvSpPr/>
          <p:nvPr userDrawn="1"/>
        </p:nvSpPr>
        <p:spPr>
          <a:xfrm>
            <a:off x="457201" y="1728442"/>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11" name="Marcador de texto 7">
            <a:extLst>
              <a:ext uri="{FF2B5EF4-FFF2-40B4-BE49-F238E27FC236}">
                <a16:creationId xmlns:a16="http://schemas.microsoft.com/office/drawing/2014/main" id="{26817B4E-CF94-4083-9A53-9E7BC74ABF72}"/>
              </a:ext>
            </a:extLst>
          </p:cNvPr>
          <p:cNvSpPr>
            <a:spLocks noGrp="1"/>
          </p:cNvSpPr>
          <p:nvPr>
            <p:ph type="body" sz="quarter" idx="21" hasCustomPrompt="1"/>
          </p:nvPr>
        </p:nvSpPr>
        <p:spPr>
          <a:xfrm>
            <a:off x="7999412" y="5913678"/>
            <a:ext cx="1270001" cy="450671"/>
          </a:xfrm>
          <a:prstGeom prst="rect">
            <a:avLst/>
          </a:prstGeom>
          <a:noFill/>
        </p:spPr>
        <p:txBody>
          <a:bodyPr vert="horz" wrap="none" lIns="0" tIns="91440" rIns="0" bIns="0" anchor="ctr"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TITLE HERE</a:t>
            </a:r>
          </a:p>
        </p:txBody>
      </p:sp>
      <p:sp>
        <p:nvSpPr>
          <p:cNvPr id="13" name="Text Placeholder 2">
            <a:extLst>
              <a:ext uri="{FF2B5EF4-FFF2-40B4-BE49-F238E27FC236}">
                <a16:creationId xmlns:a16="http://schemas.microsoft.com/office/drawing/2014/main" id="{72F15AA6-4C45-4AE0-AD31-3F44ACE4CF8F}"/>
              </a:ext>
            </a:extLst>
          </p:cNvPr>
          <p:cNvSpPr>
            <a:spLocks noGrp="1"/>
          </p:cNvSpPr>
          <p:nvPr>
            <p:ph type="body" sz="quarter" idx="22" hasCustomPrompt="1"/>
          </p:nvPr>
        </p:nvSpPr>
        <p:spPr>
          <a:xfrm>
            <a:off x="9426576" y="5875784"/>
            <a:ext cx="2224088" cy="488565"/>
          </a:xfrm>
          <a:prstGeom prst="rect">
            <a:avLst/>
          </a:prstGeom>
        </p:spPr>
        <p:txBody>
          <a:bodyPr lIns="0" tIns="0" rIns="0" bIns="0" anchor="t">
            <a:noAutofit/>
          </a:bodyPr>
          <a:lstStyle>
            <a:lvl1pPr marL="0" indent="0" algn="l">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a:t>
            </a:r>
          </a:p>
        </p:txBody>
      </p:sp>
    </p:spTree>
    <p:extLst>
      <p:ext uri="{BB962C8B-B14F-4D97-AF65-F5344CB8AC3E}">
        <p14:creationId xmlns:p14="http://schemas.microsoft.com/office/powerpoint/2010/main" val="2166904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6_Team slide 01">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D09491F-F266-455E-B2B6-13F431D5BC11}"/>
              </a:ext>
            </a:extLst>
          </p:cNvPr>
          <p:cNvSpPr/>
          <p:nvPr userDrawn="1"/>
        </p:nvSpPr>
        <p:spPr>
          <a:xfrm>
            <a:off x="7680325" y="0"/>
            <a:ext cx="4508500" cy="15621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Picture Placeholder 2">
            <a:extLst>
              <a:ext uri="{FF2B5EF4-FFF2-40B4-BE49-F238E27FC236}">
                <a16:creationId xmlns:a16="http://schemas.microsoft.com/office/drawing/2014/main" id="{48BAF077-AAED-4241-AB5C-0CAD14867EDD}"/>
              </a:ext>
            </a:extLst>
          </p:cNvPr>
          <p:cNvSpPr>
            <a:spLocks noGrp="1"/>
          </p:cNvSpPr>
          <p:nvPr>
            <p:ph type="pic" sz="quarter" idx="11"/>
          </p:nvPr>
        </p:nvSpPr>
        <p:spPr>
          <a:xfrm>
            <a:off x="0" y="0"/>
            <a:ext cx="3810000" cy="2476500"/>
          </a:xfrm>
          <a:prstGeom prst="rect">
            <a:avLst/>
          </a:prstGeom>
        </p:spPr>
        <p:txBody>
          <a:bodyPr/>
          <a:lstStyle/>
          <a:p>
            <a:endParaRPr lang="es-ES"/>
          </a:p>
        </p:txBody>
      </p:sp>
      <p:sp>
        <p:nvSpPr>
          <p:cNvPr id="3" name="Picture Placeholder 2">
            <a:extLst>
              <a:ext uri="{FF2B5EF4-FFF2-40B4-BE49-F238E27FC236}">
                <a16:creationId xmlns:a16="http://schemas.microsoft.com/office/drawing/2014/main" id="{2427FEA2-EEE2-43BE-B183-A2B07D026B42}"/>
              </a:ext>
            </a:extLst>
          </p:cNvPr>
          <p:cNvSpPr>
            <a:spLocks noGrp="1"/>
          </p:cNvSpPr>
          <p:nvPr>
            <p:ph type="pic" sz="quarter" idx="10"/>
          </p:nvPr>
        </p:nvSpPr>
        <p:spPr>
          <a:xfrm>
            <a:off x="3810000" y="1619250"/>
            <a:ext cx="8378825" cy="5257800"/>
          </a:xfrm>
          <a:prstGeom prst="rect">
            <a:avLst/>
          </a:prstGeom>
        </p:spPr>
        <p:txBody>
          <a:bodyPr/>
          <a:lstStyle/>
          <a:p>
            <a:endParaRPr lang="es-ES"/>
          </a:p>
        </p:txBody>
      </p:sp>
      <p:sp>
        <p:nvSpPr>
          <p:cNvPr id="7" name="Marcador de texto 7">
            <a:extLst>
              <a:ext uri="{FF2B5EF4-FFF2-40B4-BE49-F238E27FC236}">
                <a16:creationId xmlns:a16="http://schemas.microsoft.com/office/drawing/2014/main" id="{29EC76C1-73CA-4C20-8386-0334A3C1EB5C}"/>
              </a:ext>
            </a:extLst>
          </p:cNvPr>
          <p:cNvSpPr>
            <a:spLocks noGrp="1"/>
          </p:cNvSpPr>
          <p:nvPr>
            <p:ph type="body" sz="quarter" idx="18" hasCustomPrompt="1"/>
          </p:nvPr>
        </p:nvSpPr>
        <p:spPr>
          <a:xfrm>
            <a:off x="811140" y="3436411"/>
            <a:ext cx="2540073" cy="231865"/>
          </a:xfrm>
          <a:prstGeom prst="rect">
            <a:avLst/>
          </a:prstGeom>
          <a:noFill/>
        </p:spPr>
        <p:txBody>
          <a:bodyPr vert="horz" lIns="0" tIns="0" rIns="0" bIns="0" anchor="b"/>
          <a:lstStyle>
            <a:lvl1pPr marL="0" indent="0" algn="l">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8" name="Marcador de texto 7">
            <a:extLst>
              <a:ext uri="{FF2B5EF4-FFF2-40B4-BE49-F238E27FC236}">
                <a16:creationId xmlns:a16="http://schemas.microsoft.com/office/drawing/2014/main" id="{42DB1CD7-8C93-4380-9ABC-35B5094AC66E}"/>
              </a:ext>
            </a:extLst>
          </p:cNvPr>
          <p:cNvSpPr>
            <a:spLocks noGrp="1"/>
          </p:cNvSpPr>
          <p:nvPr>
            <p:ph type="body" sz="quarter" idx="19" hasCustomPrompt="1"/>
          </p:nvPr>
        </p:nvSpPr>
        <p:spPr>
          <a:xfrm>
            <a:off x="811140" y="3674806"/>
            <a:ext cx="2540073" cy="450671"/>
          </a:xfrm>
          <a:prstGeom prst="rect">
            <a:avLst/>
          </a:prstGeom>
          <a:noFill/>
        </p:spPr>
        <p:txBody>
          <a:bodyPr vert="horz" wrap="none" lIns="0" tIns="91440" rIns="0" bIns="0" anchor="t"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Text Placeholder 2">
            <a:extLst>
              <a:ext uri="{FF2B5EF4-FFF2-40B4-BE49-F238E27FC236}">
                <a16:creationId xmlns:a16="http://schemas.microsoft.com/office/drawing/2014/main" id="{C5011FB0-5F2E-43BE-98F9-E79067DF6121}"/>
              </a:ext>
            </a:extLst>
          </p:cNvPr>
          <p:cNvSpPr>
            <a:spLocks noGrp="1"/>
          </p:cNvSpPr>
          <p:nvPr>
            <p:ph type="body" sz="quarter" idx="20" hasCustomPrompt="1"/>
          </p:nvPr>
        </p:nvSpPr>
        <p:spPr>
          <a:xfrm>
            <a:off x="811140" y="4125476"/>
            <a:ext cx="2540073" cy="1177835"/>
          </a:xfrm>
          <a:prstGeom prst="rect">
            <a:avLst/>
          </a:prstGeom>
        </p:spPr>
        <p:txBody>
          <a:bodyPr lIns="0" tIns="0" rIns="0" bIns="0" anchor="t">
            <a:noAutofit/>
          </a:bodyPr>
          <a:lstStyle>
            <a:lvl1pPr marL="0" indent="0" algn="l">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
        <p:nvSpPr>
          <p:cNvPr id="10" name="Rectángulo redondeado 4">
            <a:extLst>
              <a:ext uri="{FF2B5EF4-FFF2-40B4-BE49-F238E27FC236}">
                <a16:creationId xmlns:a16="http://schemas.microsoft.com/office/drawing/2014/main" id="{F1FC1E70-74DD-4D89-A44D-24C7892E831A}"/>
              </a:ext>
            </a:extLst>
          </p:cNvPr>
          <p:cNvSpPr/>
          <p:nvPr userDrawn="1"/>
        </p:nvSpPr>
        <p:spPr>
          <a:xfrm>
            <a:off x="457201" y="3766792"/>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11" name="Marcador de texto 7">
            <a:extLst>
              <a:ext uri="{FF2B5EF4-FFF2-40B4-BE49-F238E27FC236}">
                <a16:creationId xmlns:a16="http://schemas.microsoft.com/office/drawing/2014/main" id="{26817B4E-CF94-4083-9A53-9E7BC74ABF72}"/>
              </a:ext>
            </a:extLst>
          </p:cNvPr>
          <p:cNvSpPr>
            <a:spLocks noGrp="1"/>
          </p:cNvSpPr>
          <p:nvPr>
            <p:ph type="body" sz="quarter" idx="21" hasCustomPrompt="1"/>
          </p:nvPr>
        </p:nvSpPr>
        <p:spPr>
          <a:xfrm>
            <a:off x="7839073" y="555715"/>
            <a:ext cx="1270001" cy="450671"/>
          </a:xfrm>
          <a:prstGeom prst="rect">
            <a:avLst/>
          </a:prstGeom>
          <a:noFill/>
        </p:spPr>
        <p:txBody>
          <a:bodyPr vert="horz" wrap="none" lIns="0" tIns="91440" rIns="0" bIns="0" anchor="ctr"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TITLE HERE</a:t>
            </a:r>
          </a:p>
        </p:txBody>
      </p:sp>
      <p:sp>
        <p:nvSpPr>
          <p:cNvPr id="13" name="Text Placeholder 2">
            <a:extLst>
              <a:ext uri="{FF2B5EF4-FFF2-40B4-BE49-F238E27FC236}">
                <a16:creationId xmlns:a16="http://schemas.microsoft.com/office/drawing/2014/main" id="{72F15AA6-4C45-4AE0-AD31-3F44ACE4CF8F}"/>
              </a:ext>
            </a:extLst>
          </p:cNvPr>
          <p:cNvSpPr>
            <a:spLocks noGrp="1"/>
          </p:cNvSpPr>
          <p:nvPr>
            <p:ph type="body" sz="quarter" idx="22" hasCustomPrompt="1"/>
          </p:nvPr>
        </p:nvSpPr>
        <p:spPr>
          <a:xfrm>
            <a:off x="9266237" y="536768"/>
            <a:ext cx="2224088" cy="488565"/>
          </a:xfrm>
          <a:prstGeom prst="rect">
            <a:avLst/>
          </a:prstGeom>
          <a:solidFill>
            <a:schemeClr val="bg1"/>
          </a:solidFill>
        </p:spPr>
        <p:txBody>
          <a:bodyPr lIns="0" tIns="0" rIns="0" bIns="0" anchor="t">
            <a:noAutofit/>
          </a:bodyPr>
          <a:lstStyle>
            <a:lvl1pPr marL="0" indent="0" algn="l">
              <a:lnSpc>
                <a:spcPct val="150000"/>
              </a:lnSpc>
              <a:buNone/>
              <a:defRPr sz="1200" baseline="0">
                <a:ln>
                  <a:noFill/>
                </a:ln>
                <a:solidFill>
                  <a:schemeClr val="tx1">
                    <a:lumMod val="75000"/>
                    <a:lumOff val="25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a:t>
            </a:r>
          </a:p>
        </p:txBody>
      </p:sp>
    </p:spTree>
    <p:extLst>
      <p:ext uri="{BB962C8B-B14F-4D97-AF65-F5344CB8AC3E}">
        <p14:creationId xmlns:p14="http://schemas.microsoft.com/office/powerpoint/2010/main" val="3841512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5_Team slide 01">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427FEA2-EEE2-43BE-B183-A2B07D026B42}"/>
              </a:ext>
            </a:extLst>
          </p:cNvPr>
          <p:cNvSpPr>
            <a:spLocks noGrp="1"/>
          </p:cNvSpPr>
          <p:nvPr>
            <p:ph type="pic" sz="quarter" idx="10"/>
          </p:nvPr>
        </p:nvSpPr>
        <p:spPr>
          <a:xfrm>
            <a:off x="7252" y="0"/>
            <a:ext cx="8378825" cy="5257800"/>
          </a:xfrm>
          <a:prstGeom prst="rect">
            <a:avLst/>
          </a:prstGeom>
        </p:spPr>
        <p:txBody>
          <a:bodyPr/>
          <a:lstStyle/>
          <a:p>
            <a:endParaRPr lang="es-ES"/>
          </a:p>
        </p:txBody>
      </p:sp>
      <p:sp>
        <p:nvSpPr>
          <p:cNvPr id="6" name="Picture Placeholder 2">
            <a:extLst>
              <a:ext uri="{FF2B5EF4-FFF2-40B4-BE49-F238E27FC236}">
                <a16:creationId xmlns:a16="http://schemas.microsoft.com/office/drawing/2014/main" id="{48BAF077-AAED-4241-AB5C-0CAD14867EDD}"/>
              </a:ext>
            </a:extLst>
          </p:cNvPr>
          <p:cNvSpPr>
            <a:spLocks noGrp="1"/>
          </p:cNvSpPr>
          <p:nvPr>
            <p:ph type="pic" sz="quarter" idx="11"/>
          </p:nvPr>
        </p:nvSpPr>
        <p:spPr>
          <a:xfrm>
            <a:off x="8389253" y="4379155"/>
            <a:ext cx="3810000" cy="2476500"/>
          </a:xfrm>
          <a:prstGeom prst="rect">
            <a:avLst/>
          </a:prstGeom>
        </p:spPr>
        <p:txBody>
          <a:bodyPr/>
          <a:lstStyle/>
          <a:p>
            <a:endParaRPr lang="es-ES"/>
          </a:p>
        </p:txBody>
      </p:sp>
      <p:sp>
        <p:nvSpPr>
          <p:cNvPr id="7" name="Marcador de texto 7">
            <a:extLst>
              <a:ext uri="{FF2B5EF4-FFF2-40B4-BE49-F238E27FC236}">
                <a16:creationId xmlns:a16="http://schemas.microsoft.com/office/drawing/2014/main" id="{29EC76C1-73CA-4C20-8386-0334A3C1EB5C}"/>
              </a:ext>
            </a:extLst>
          </p:cNvPr>
          <p:cNvSpPr>
            <a:spLocks noGrp="1"/>
          </p:cNvSpPr>
          <p:nvPr>
            <p:ph type="body" sz="quarter" idx="18" hasCustomPrompt="1"/>
          </p:nvPr>
        </p:nvSpPr>
        <p:spPr>
          <a:xfrm>
            <a:off x="8968165" y="1398061"/>
            <a:ext cx="2540073" cy="231865"/>
          </a:xfrm>
          <a:prstGeom prst="rect">
            <a:avLst/>
          </a:prstGeom>
          <a:noFill/>
        </p:spPr>
        <p:txBody>
          <a:bodyPr vert="horz" lIns="0" tIns="0" rIns="0" bIns="0" anchor="b"/>
          <a:lstStyle>
            <a:lvl1pPr marL="0" indent="0" algn="r">
              <a:buNone/>
              <a:defRPr sz="1000" b="1" i="0">
                <a:solidFill>
                  <a:schemeClr val="accent3"/>
                </a:solidFill>
                <a:latin typeface="Raleway" charset="0"/>
                <a:ea typeface="Raleway" charset="0"/>
                <a:cs typeface="Raleway" charset="0"/>
              </a:defRPr>
            </a:lvl1pPr>
          </a:lstStyle>
          <a:p>
            <a:pPr lvl="0"/>
            <a:r>
              <a:rPr lang="es-ES_tradnl" dirty="0"/>
              <a:t>YOUR TITLE HERE</a:t>
            </a:r>
          </a:p>
        </p:txBody>
      </p:sp>
      <p:sp>
        <p:nvSpPr>
          <p:cNvPr id="8" name="Marcador de texto 7">
            <a:extLst>
              <a:ext uri="{FF2B5EF4-FFF2-40B4-BE49-F238E27FC236}">
                <a16:creationId xmlns:a16="http://schemas.microsoft.com/office/drawing/2014/main" id="{42DB1CD7-8C93-4380-9ABC-35B5094AC66E}"/>
              </a:ext>
            </a:extLst>
          </p:cNvPr>
          <p:cNvSpPr>
            <a:spLocks noGrp="1"/>
          </p:cNvSpPr>
          <p:nvPr>
            <p:ph type="body" sz="quarter" idx="19" hasCustomPrompt="1"/>
          </p:nvPr>
        </p:nvSpPr>
        <p:spPr>
          <a:xfrm>
            <a:off x="8968165" y="1636456"/>
            <a:ext cx="2540073" cy="450671"/>
          </a:xfrm>
          <a:prstGeom prst="rect">
            <a:avLst/>
          </a:prstGeom>
          <a:noFill/>
        </p:spPr>
        <p:txBody>
          <a:bodyPr vert="horz" wrap="none" lIns="0" tIns="91440" rIns="0" bIns="0" anchor="t" anchorCtr="0">
            <a:noAutofit/>
          </a:bodyPr>
          <a:lstStyle>
            <a:lvl1pPr marL="0" indent="0" algn="r">
              <a:buNone/>
              <a:defRPr sz="1500" b="1" i="0">
                <a:solidFill>
                  <a:schemeClr val="tx1">
                    <a:lumMod val="75000"/>
                    <a:lumOff val="25000"/>
                  </a:schemeClr>
                </a:solidFill>
                <a:latin typeface="Raleway" charset="0"/>
                <a:ea typeface="Raleway" charset="0"/>
                <a:cs typeface="Raleway" charset="0"/>
              </a:defRPr>
            </a:lvl1pPr>
          </a:lstStyle>
          <a:p>
            <a:pPr lvl="0"/>
            <a:r>
              <a:rPr lang="es-ES_tradnl" dirty="0"/>
              <a:t>PUT YOUR BIG TITLE HERE</a:t>
            </a:r>
          </a:p>
        </p:txBody>
      </p:sp>
      <p:sp>
        <p:nvSpPr>
          <p:cNvPr id="9" name="Text Placeholder 2">
            <a:extLst>
              <a:ext uri="{FF2B5EF4-FFF2-40B4-BE49-F238E27FC236}">
                <a16:creationId xmlns:a16="http://schemas.microsoft.com/office/drawing/2014/main" id="{C5011FB0-5F2E-43BE-98F9-E79067DF6121}"/>
              </a:ext>
            </a:extLst>
          </p:cNvPr>
          <p:cNvSpPr>
            <a:spLocks noGrp="1"/>
          </p:cNvSpPr>
          <p:nvPr>
            <p:ph type="body" sz="quarter" idx="20" hasCustomPrompt="1"/>
          </p:nvPr>
        </p:nvSpPr>
        <p:spPr>
          <a:xfrm>
            <a:off x="8968165" y="2087126"/>
            <a:ext cx="2540073" cy="1177835"/>
          </a:xfrm>
          <a:prstGeom prst="rect">
            <a:avLst/>
          </a:prstGeom>
        </p:spPr>
        <p:txBody>
          <a:bodyPr lIns="0" tIns="0" rIns="0" bIns="0" anchor="t">
            <a:noAutofit/>
          </a:bodyPr>
          <a:lstStyle>
            <a:lvl1pPr marL="0" indent="0" algn="r">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 </a:t>
            </a:r>
            <a:r>
              <a:rPr lang="en-US" dirty="0" err="1"/>
              <a:t>usce</a:t>
            </a:r>
            <a:r>
              <a:rPr lang="en-US" dirty="0"/>
              <a:t> diam.</a:t>
            </a:r>
          </a:p>
        </p:txBody>
      </p:sp>
      <p:sp>
        <p:nvSpPr>
          <p:cNvPr id="10" name="Rectángulo redondeado 4">
            <a:extLst>
              <a:ext uri="{FF2B5EF4-FFF2-40B4-BE49-F238E27FC236}">
                <a16:creationId xmlns:a16="http://schemas.microsoft.com/office/drawing/2014/main" id="{F1FC1E70-74DD-4D89-A44D-24C7892E831A}"/>
              </a:ext>
            </a:extLst>
          </p:cNvPr>
          <p:cNvSpPr/>
          <p:nvPr userDrawn="1"/>
        </p:nvSpPr>
        <p:spPr>
          <a:xfrm>
            <a:off x="11662220" y="1728442"/>
            <a:ext cx="152399" cy="190499"/>
          </a:xfrm>
          <a:prstGeom prst="roundRect">
            <a:avLst>
              <a:gd name="adj"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sz="1799"/>
          </a:p>
        </p:txBody>
      </p:sp>
      <p:sp>
        <p:nvSpPr>
          <p:cNvPr id="11" name="Marcador de texto 7">
            <a:extLst>
              <a:ext uri="{FF2B5EF4-FFF2-40B4-BE49-F238E27FC236}">
                <a16:creationId xmlns:a16="http://schemas.microsoft.com/office/drawing/2014/main" id="{26817B4E-CF94-4083-9A53-9E7BC74ABF72}"/>
              </a:ext>
            </a:extLst>
          </p:cNvPr>
          <p:cNvSpPr>
            <a:spLocks noGrp="1"/>
          </p:cNvSpPr>
          <p:nvPr>
            <p:ph type="body" sz="quarter" idx="21" hasCustomPrompt="1"/>
          </p:nvPr>
        </p:nvSpPr>
        <p:spPr>
          <a:xfrm>
            <a:off x="481015" y="5913678"/>
            <a:ext cx="1270001" cy="450671"/>
          </a:xfrm>
          <a:prstGeom prst="rect">
            <a:avLst/>
          </a:prstGeom>
          <a:noFill/>
        </p:spPr>
        <p:txBody>
          <a:bodyPr vert="horz" wrap="none" lIns="0" tIns="91440" rIns="0" bIns="0" anchor="ctr" anchorCtr="0">
            <a:noAutofit/>
          </a:bodyPr>
          <a:lstStyle>
            <a:lvl1pPr marL="0" indent="0" algn="l">
              <a:buNone/>
              <a:defRPr sz="1500" b="1" i="0">
                <a:solidFill>
                  <a:schemeClr val="tx1">
                    <a:lumMod val="75000"/>
                    <a:lumOff val="25000"/>
                  </a:schemeClr>
                </a:solidFill>
                <a:latin typeface="Raleway" charset="0"/>
                <a:ea typeface="Raleway" charset="0"/>
                <a:cs typeface="Raleway" charset="0"/>
              </a:defRPr>
            </a:lvl1pPr>
          </a:lstStyle>
          <a:p>
            <a:pPr lvl="0"/>
            <a:r>
              <a:rPr lang="es-ES_tradnl" dirty="0"/>
              <a:t>TITLE HERE</a:t>
            </a:r>
          </a:p>
        </p:txBody>
      </p:sp>
      <p:sp>
        <p:nvSpPr>
          <p:cNvPr id="13" name="Text Placeholder 2">
            <a:extLst>
              <a:ext uri="{FF2B5EF4-FFF2-40B4-BE49-F238E27FC236}">
                <a16:creationId xmlns:a16="http://schemas.microsoft.com/office/drawing/2014/main" id="{72F15AA6-4C45-4AE0-AD31-3F44ACE4CF8F}"/>
              </a:ext>
            </a:extLst>
          </p:cNvPr>
          <p:cNvSpPr>
            <a:spLocks noGrp="1"/>
          </p:cNvSpPr>
          <p:nvPr>
            <p:ph type="body" sz="quarter" idx="22" hasCustomPrompt="1"/>
          </p:nvPr>
        </p:nvSpPr>
        <p:spPr>
          <a:xfrm>
            <a:off x="1908179" y="5875784"/>
            <a:ext cx="2224088" cy="488565"/>
          </a:xfrm>
          <a:prstGeom prst="rect">
            <a:avLst/>
          </a:prstGeom>
        </p:spPr>
        <p:txBody>
          <a:bodyPr lIns="0" tIns="0" rIns="0" bIns="0" anchor="t">
            <a:noAutofit/>
          </a:bodyPr>
          <a:lstStyle>
            <a:lvl1pPr marL="0" indent="0" algn="l">
              <a:lnSpc>
                <a:spcPct val="150000"/>
              </a:lnSpc>
              <a:buNone/>
              <a:defRPr sz="1200" baseline="0">
                <a:ln>
                  <a:noFill/>
                </a:ln>
                <a:solidFill>
                  <a:schemeClr val="tx1">
                    <a:lumMod val="50000"/>
                    <a:lumOff val="50000"/>
                  </a:schemeClr>
                </a:solidFill>
                <a:latin typeface="Raleway" charset="0"/>
                <a:ea typeface="Raleway" charset="0"/>
                <a:cs typeface="Raleway" charset="0"/>
              </a:defRPr>
            </a:lvl1pPr>
            <a:lvl2pPr marL="457063" indent="0">
              <a:buNone/>
              <a:defRPr sz="1400">
                <a:latin typeface="Raleway" charset="0"/>
                <a:ea typeface="Raleway" charset="0"/>
                <a:cs typeface="Raleway" charset="0"/>
              </a:defRPr>
            </a:lvl2pPr>
            <a:lvl3pPr marL="914126" indent="0">
              <a:buNone/>
              <a:defRPr sz="1400">
                <a:latin typeface="Raleway" charset="0"/>
                <a:ea typeface="Raleway" charset="0"/>
                <a:cs typeface="Raleway" charset="0"/>
              </a:defRPr>
            </a:lvl3pPr>
            <a:lvl4pPr marL="1371189" indent="0">
              <a:buNone/>
              <a:defRPr sz="1400">
                <a:latin typeface="Raleway" charset="0"/>
                <a:ea typeface="Raleway" charset="0"/>
                <a:cs typeface="Raleway" charset="0"/>
              </a:defRPr>
            </a:lvl4pPr>
            <a:lvl5pPr marL="1828252" indent="0">
              <a:buNone/>
              <a:defRPr sz="1400">
                <a:latin typeface="Raleway" charset="0"/>
                <a:ea typeface="Raleway" charset="0"/>
                <a:cs typeface="Raleway" charset="0"/>
              </a:defRPr>
            </a:lvl5pPr>
          </a:lstStyle>
          <a:p>
            <a:pPr lvl="0"/>
            <a:r>
              <a:rPr lang="en-US" dirty="0"/>
              <a:t>Lorem ipsum dolor sit </a:t>
            </a:r>
            <a:r>
              <a:rPr lang="en-US" dirty="0" err="1"/>
              <a:t>amet</a:t>
            </a:r>
            <a:r>
              <a:rPr lang="en-US" dirty="0"/>
              <a:t>, con </a:t>
            </a:r>
            <a:r>
              <a:rPr lang="en-US" dirty="0" err="1"/>
              <a:t>sectetur</a:t>
            </a:r>
            <a:r>
              <a:rPr lang="en-US" dirty="0"/>
              <a:t> </a:t>
            </a:r>
            <a:r>
              <a:rPr lang="en-US" dirty="0" err="1"/>
              <a:t>adipiscing</a:t>
            </a:r>
            <a:r>
              <a:rPr lang="en-US" dirty="0"/>
              <a:t> </a:t>
            </a:r>
            <a:r>
              <a:rPr lang="en-US" dirty="0" err="1"/>
              <a:t>elit</a:t>
            </a:r>
            <a:r>
              <a:rPr lang="en-US" dirty="0"/>
              <a:t>.</a:t>
            </a:r>
          </a:p>
        </p:txBody>
      </p:sp>
    </p:spTree>
    <p:extLst>
      <p:ext uri="{BB962C8B-B14F-4D97-AF65-F5344CB8AC3E}">
        <p14:creationId xmlns:p14="http://schemas.microsoft.com/office/powerpoint/2010/main" val="607889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61" Type="http://schemas.openxmlformats.org/officeDocument/2006/relationships/slideLayout" Target="../slideLayouts/slideLayout61.xml"/><Relationship Id="rId82"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89.xml"/><Relationship Id="rId13" Type="http://schemas.openxmlformats.org/officeDocument/2006/relationships/slideLayout" Target="../slideLayouts/slideLayout94.xml"/><Relationship Id="rId18" Type="http://schemas.openxmlformats.org/officeDocument/2006/relationships/slideLayout" Target="../slideLayouts/slideLayout99.xml"/><Relationship Id="rId3" Type="http://schemas.openxmlformats.org/officeDocument/2006/relationships/slideLayout" Target="../slideLayouts/slideLayout84.xml"/><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 Type="http://schemas.openxmlformats.org/officeDocument/2006/relationships/slideLayout" Target="../slideLayouts/slideLayout83.xml"/><Relationship Id="rId16" Type="http://schemas.openxmlformats.org/officeDocument/2006/relationships/slideLayout" Target="../slideLayouts/slideLayout97.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5" Type="http://schemas.openxmlformats.org/officeDocument/2006/relationships/slideLayout" Target="../slideLayouts/slideLayout86.xml"/><Relationship Id="rId15" Type="http://schemas.openxmlformats.org/officeDocument/2006/relationships/slideLayout" Target="../slideLayouts/slideLayout96.xml"/><Relationship Id="rId10" Type="http://schemas.openxmlformats.org/officeDocument/2006/relationships/slideLayout" Target="../slideLayouts/slideLayout91.xml"/><Relationship Id="rId19" Type="http://schemas.openxmlformats.org/officeDocument/2006/relationships/theme" Target="../theme/theme2.xml"/><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p:cNvCxnSpPr/>
          <p:nvPr userDrawn="1"/>
        </p:nvCxnSpPr>
        <p:spPr>
          <a:xfrm>
            <a:off x="761205" y="6172200"/>
            <a:ext cx="1057037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7" name="Frame 16"/>
          <p:cNvSpPr/>
          <p:nvPr userDrawn="1"/>
        </p:nvSpPr>
        <p:spPr>
          <a:xfrm>
            <a:off x="11015663" y="380806"/>
            <a:ext cx="319088" cy="304994"/>
          </a:xfrm>
          <a:prstGeom prst="frame">
            <a:avLst>
              <a:gd name="adj1"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18" name="Slide Number Placeholder 5"/>
          <p:cNvSpPr txBox="1">
            <a:spLocks/>
          </p:cNvSpPr>
          <p:nvPr userDrawn="1"/>
        </p:nvSpPr>
        <p:spPr>
          <a:xfrm>
            <a:off x="11015663" y="410192"/>
            <a:ext cx="315912" cy="246221"/>
          </a:xfrm>
          <a:prstGeom prst="rect">
            <a:avLst/>
          </a:prstGeom>
        </p:spPr>
        <p:txBody>
          <a:bodyPr vert="horz" wrap="none" lIns="91440" tIns="45720" rIns="91440" bIns="45720"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900" b="1" smtClean="0">
                <a:solidFill>
                  <a:schemeClr val="bg1"/>
                </a:solidFill>
                <a:latin typeface="Arial" panose="020B0604020202020204" pitchFamily="34" charset="0"/>
                <a:ea typeface="Open Sans Light" panose="020B0306030504020204" pitchFamily="34" charset="0"/>
                <a:cs typeface="Arial" panose="020B0604020202020204" pitchFamily="34" charset="0"/>
              </a:rPr>
              <a:pPr algn="ctr"/>
              <a:t>‹#›</a:t>
            </a:fld>
            <a:endParaRPr lang="en-US" sz="900" b="1" dirty="0">
              <a:solidFill>
                <a:schemeClr val="bg1"/>
              </a:solidFill>
              <a:latin typeface="Arial" panose="020B0604020202020204" pitchFamily="34" charset="0"/>
              <a:ea typeface="Open Sans Light" panose="020B0306030504020204" pitchFamily="34" charset="0"/>
              <a:cs typeface="Arial" panose="020B0604020202020204" pitchFamily="34" charset="0"/>
            </a:endParaRPr>
          </a:p>
        </p:txBody>
      </p:sp>
    </p:spTree>
    <p:extLst>
      <p:ext uri="{BB962C8B-B14F-4D97-AF65-F5344CB8AC3E}">
        <p14:creationId xmlns:p14="http://schemas.microsoft.com/office/powerpoint/2010/main" val="1580242091"/>
      </p:ext>
    </p:extLst>
  </p:cSld>
  <p:clrMap bg1="lt1" tx1="dk1" bg2="lt2" tx2="dk2" accent1="accent1" accent2="accent2" accent3="accent3" accent4="accent4" accent5="accent5" accent6="accent6" hlink="hlink" folHlink="folHlink"/>
  <p:sldLayoutIdLst>
    <p:sldLayoutId id="2147483795" r:id="rId1"/>
    <p:sldLayoutId id="2147483703" r:id="rId2"/>
    <p:sldLayoutId id="2147483666" r:id="rId3"/>
    <p:sldLayoutId id="2147483665" r:id="rId4"/>
    <p:sldLayoutId id="2147483667" r:id="rId5"/>
    <p:sldLayoutId id="2147483668" r:id="rId6"/>
    <p:sldLayoutId id="2147483705" r:id="rId7"/>
    <p:sldLayoutId id="2147483708" r:id="rId8"/>
    <p:sldLayoutId id="2147483706" r:id="rId9"/>
    <p:sldLayoutId id="2147483707" r:id="rId10"/>
    <p:sldLayoutId id="2147483697" r:id="rId11"/>
    <p:sldLayoutId id="2147483766" r:id="rId12"/>
    <p:sldLayoutId id="2147483796" r:id="rId13"/>
    <p:sldLayoutId id="2147483769" r:id="rId14"/>
    <p:sldLayoutId id="2147483767" r:id="rId15"/>
    <p:sldLayoutId id="2147483768" r:id="rId16"/>
    <p:sldLayoutId id="2147483765" r:id="rId17"/>
    <p:sldLayoutId id="2147483669" r:id="rId18"/>
    <p:sldLayoutId id="2147483704" r:id="rId19"/>
    <p:sldLayoutId id="2147483670" r:id="rId20"/>
    <p:sldLayoutId id="2147483688" r:id="rId21"/>
    <p:sldLayoutId id="2147483691" r:id="rId22"/>
    <p:sldLayoutId id="2147483692" r:id="rId23"/>
    <p:sldLayoutId id="2147483693" r:id="rId24"/>
    <p:sldLayoutId id="2147483694" r:id="rId25"/>
    <p:sldLayoutId id="2147483690" r:id="rId26"/>
    <p:sldLayoutId id="2147483696" r:id="rId27"/>
    <p:sldLayoutId id="2147483695" r:id="rId28"/>
    <p:sldLayoutId id="2147483700" r:id="rId29"/>
    <p:sldLayoutId id="2147483698" r:id="rId30"/>
    <p:sldLayoutId id="2147483699" r:id="rId31"/>
    <p:sldLayoutId id="2147483701" r:id="rId32"/>
    <p:sldLayoutId id="2147483702" r:id="rId33"/>
    <p:sldLayoutId id="2147483689" r:id="rId34"/>
    <p:sldLayoutId id="2147483671" r:id="rId35"/>
    <p:sldLayoutId id="2147483686" r:id="rId36"/>
    <p:sldLayoutId id="2147483687" r:id="rId37"/>
    <p:sldLayoutId id="2147483672" r:id="rId38"/>
    <p:sldLayoutId id="2147483684" r:id="rId39"/>
    <p:sldLayoutId id="2147483685" r:id="rId40"/>
    <p:sldLayoutId id="2147483731" r:id="rId41"/>
    <p:sldLayoutId id="2147483674" r:id="rId42"/>
    <p:sldLayoutId id="2147483709" r:id="rId43"/>
    <p:sldLayoutId id="2147483675" r:id="rId44"/>
    <p:sldLayoutId id="2147483673" r:id="rId45"/>
    <p:sldLayoutId id="2147483710" r:id="rId46"/>
    <p:sldLayoutId id="2147483676" r:id="rId47"/>
    <p:sldLayoutId id="2147483717" r:id="rId48"/>
    <p:sldLayoutId id="2147483718" r:id="rId49"/>
    <p:sldLayoutId id="2147483719" r:id="rId50"/>
    <p:sldLayoutId id="2147483732" r:id="rId51"/>
    <p:sldLayoutId id="2147483721" r:id="rId52"/>
    <p:sldLayoutId id="2147483722" r:id="rId53"/>
    <p:sldLayoutId id="2147483723" r:id="rId54"/>
    <p:sldLayoutId id="2147483733" r:id="rId55"/>
    <p:sldLayoutId id="2147483734" r:id="rId56"/>
    <p:sldLayoutId id="2147483735" r:id="rId57"/>
    <p:sldLayoutId id="2147483724" r:id="rId58"/>
    <p:sldLayoutId id="2147483725" r:id="rId59"/>
    <p:sldLayoutId id="2147483726" r:id="rId60"/>
    <p:sldLayoutId id="2147483727" r:id="rId61"/>
    <p:sldLayoutId id="2147483728" r:id="rId62"/>
    <p:sldLayoutId id="2147483729" r:id="rId63"/>
    <p:sldLayoutId id="2147483786" r:id="rId64"/>
    <p:sldLayoutId id="2147483730" r:id="rId65"/>
    <p:sldLayoutId id="2147483712" r:id="rId66"/>
    <p:sldLayoutId id="2147483713" r:id="rId67"/>
    <p:sldLayoutId id="2147483714" r:id="rId68"/>
    <p:sldLayoutId id="2147483715" r:id="rId69"/>
    <p:sldLayoutId id="2147483716" r:id="rId70"/>
    <p:sldLayoutId id="2147483677" r:id="rId71"/>
    <p:sldLayoutId id="2147483678" r:id="rId72"/>
    <p:sldLayoutId id="2147483679" r:id="rId73"/>
    <p:sldLayoutId id="2147483681" r:id="rId74"/>
    <p:sldLayoutId id="2147483682" r:id="rId75"/>
    <p:sldLayoutId id="2147483683" r:id="rId76"/>
    <p:sldLayoutId id="2147483794" r:id="rId77"/>
    <p:sldLayoutId id="2147483777" r:id="rId78"/>
    <p:sldLayoutId id="2147483779" r:id="rId79"/>
    <p:sldLayoutId id="2147483787" r:id="rId80"/>
    <p:sldLayoutId id="2147483788" r:id="rId8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Frame 3">
            <a:extLst>
              <a:ext uri="{FF2B5EF4-FFF2-40B4-BE49-F238E27FC236}">
                <a16:creationId xmlns:a16="http://schemas.microsoft.com/office/drawing/2014/main" id="{E2FACDD7-6E3E-4D62-A04F-E1BBBC323B2D}"/>
              </a:ext>
            </a:extLst>
          </p:cNvPr>
          <p:cNvSpPr/>
          <p:nvPr userDrawn="1"/>
        </p:nvSpPr>
        <p:spPr>
          <a:xfrm>
            <a:off x="11015663" y="380806"/>
            <a:ext cx="319088" cy="304994"/>
          </a:xfrm>
          <a:prstGeom prst="frame">
            <a:avLst>
              <a:gd name="adj1"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Slide Number Placeholder 5">
            <a:extLst>
              <a:ext uri="{FF2B5EF4-FFF2-40B4-BE49-F238E27FC236}">
                <a16:creationId xmlns:a16="http://schemas.microsoft.com/office/drawing/2014/main" id="{55FBFD23-60B0-4B6B-8132-ED21C56C2116}"/>
              </a:ext>
            </a:extLst>
          </p:cNvPr>
          <p:cNvSpPr txBox="1">
            <a:spLocks/>
          </p:cNvSpPr>
          <p:nvPr userDrawn="1"/>
        </p:nvSpPr>
        <p:spPr>
          <a:xfrm>
            <a:off x="11015663" y="410192"/>
            <a:ext cx="315912" cy="246221"/>
          </a:xfrm>
          <a:prstGeom prst="rect">
            <a:avLst/>
          </a:prstGeom>
        </p:spPr>
        <p:txBody>
          <a:bodyPr vert="horz" wrap="none" lIns="91440" tIns="45720" rIns="91440" bIns="45720" rtlCol="0" anchor="ctr">
            <a:no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1A290D8D-6BA0-418D-AFED-C65293F70DA0}" type="slidenum">
              <a:rPr lang="en-US" sz="900" b="1" smtClean="0">
                <a:solidFill>
                  <a:schemeClr val="bg1"/>
                </a:solidFill>
                <a:latin typeface="Arial" panose="020B0604020202020204" pitchFamily="34" charset="0"/>
                <a:ea typeface="Open Sans Light" panose="020B0306030504020204" pitchFamily="34" charset="0"/>
                <a:cs typeface="Arial" panose="020B0604020202020204" pitchFamily="34" charset="0"/>
              </a:rPr>
              <a:pPr algn="ctr"/>
              <a:t>‹#›</a:t>
            </a:fld>
            <a:endParaRPr lang="en-US" sz="900" b="1" dirty="0">
              <a:solidFill>
                <a:schemeClr val="bg1"/>
              </a:solidFill>
              <a:latin typeface="Arial" panose="020B0604020202020204" pitchFamily="34" charset="0"/>
              <a:ea typeface="Open Sans Light" panose="020B0306030504020204" pitchFamily="34" charset="0"/>
              <a:cs typeface="Arial" panose="020B0604020202020204" pitchFamily="34" charset="0"/>
            </a:endParaRPr>
          </a:p>
        </p:txBody>
      </p:sp>
    </p:spTree>
    <p:extLst>
      <p:ext uri="{BB962C8B-B14F-4D97-AF65-F5344CB8AC3E}">
        <p14:creationId xmlns:p14="http://schemas.microsoft.com/office/powerpoint/2010/main" val="3502401694"/>
      </p:ext>
    </p:extLst>
  </p:cSld>
  <p:clrMap bg1="lt1" tx1="dk1" bg2="lt2" tx2="dk2" accent1="accent1" accent2="accent2" accent3="accent3" accent4="accent4" accent5="accent5" accent6="accent6" hlink="hlink" folHlink="folHlink"/>
  <p:sldLayoutIdLst>
    <p:sldLayoutId id="2147483753" r:id="rId1"/>
    <p:sldLayoutId id="2147483756" r:id="rId2"/>
    <p:sldLayoutId id="2147483757" r:id="rId3"/>
    <p:sldLayoutId id="2147483758" r:id="rId4"/>
    <p:sldLayoutId id="2147483790" r:id="rId5"/>
    <p:sldLayoutId id="2147483791" r:id="rId6"/>
    <p:sldLayoutId id="2147483759" r:id="rId7"/>
    <p:sldLayoutId id="2147483792" r:id="rId8"/>
    <p:sldLayoutId id="2147483760" r:id="rId9"/>
    <p:sldLayoutId id="2147483761" r:id="rId10"/>
    <p:sldLayoutId id="2147483762" r:id="rId11"/>
    <p:sldLayoutId id="2147483763" r:id="rId12"/>
    <p:sldLayoutId id="2147483764" r:id="rId13"/>
    <p:sldLayoutId id="2147483776" r:id="rId14"/>
    <p:sldLayoutId id="2147483784" r:id="rId15"/>
    <p:sldLayoutId id="2147483785" r:id="rId16"/>
    <p:sldLayoutId id="2147483793" r:id="rId17"/>
    <p:sldLayoutId id="2147483789"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126" rtl="0" eaLnBrk="1" latinLnBrk="0" hangingPunct="1">
        <a:lnSpc>
          <a:spcPct val="90000"/>
        </a:lnSpc>
        <a:spcBef>
          <a:spcPct val="0"/>
        </a:spcBef>
        <a:buNone/>
        <a:defRPr sz="4399" kern="1200">
          <a:solidFill>
            <a:schemeClr val="tx1"/>
          </a:solidFill>
          <a:latin typeface="+mj-lt"/>
          <a:ea typeface="+mj-ea"/>
          <a:cs typeface="+mj-cs"/>
        </a:defRPr>
      </a:lvl1pPr>
    </p:titleStyle>
    <p:body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en-US"/>
      </a:defPPr>
      <a:lvl1pPr marL="0" algn="l" defTabSz="914126" rtl="0" eaLnBrk="1" latinLnBrk="0" hangingPunct="1">
        <a:defRPr sz="1799" kern="1200">
          <a:solidFill>
            <a:schemeClr val="tx1"/>
          </a:solidFill>
          <a:latin typeface="+mn-lt"/>
          <a:ea typeface="+mn-ea"/>
          <a:cs typeface="+mn-cs"/>
        </a:defRPr>
      </a:lvl1pPr>
      <a:lvl2pPr marL="457063" algn="l" defTabSz="914126" rtl="0" eaLnBrk="1" latinLnBrk="0" hangingPunct="1">
        <a:defRPr sz="1799" kern="1200">
          <a:solidFill>
            <a:schemeClr val="tx1"/>
          </a:solidFill>
          <a:latin typeface="+mn-lt"/>
          <a:ea typeface="+mn-ea"/>
          <a:cs typeface="+mn-cs"/>
        </a:defRPr>
      </a:lvl2pPr>
      <a:lvl3pPr marL="914126" algn="l" defTabSz="914126" rtl="0" eaLnBrk="1" latinLnBrk="0" hangingPunct="1">
        <a:defRPr sz="1799" kern="1200">
          <a:solidFill>
            <a:schemeClr val="tx1"/>
          </a:solidFill>
          <a:latin typeface="+mn-lt"/>
          <a:ea typeface="+mn-ea"/>
          <a:cs typeface="+mn-cs"/>
        </a:defRPr>
      </a:lvl3pPr>
      <a:lvl4pPr marL="1371189" algn="l" defTabSz="914126" rtl="0" eaLnBrk="1" latinLnBrk="0" hangingPunct="1">
        <a:defRPr sz="1799" kern="1200">
          <a:solidFill>
            <a:schemeClr val="tx1"/>
          </a:solidFill>
          <a:latin typeface="+mn-lt"/>
          <a:ea typeface="+mn-ea"/>
          <a:cs typeface="+mn-cs"/>
        </a:defRPr>
      </a:lvl4pPr>
      <a:lvl5pPr marL="1828251" algn="l" defTabSz="914126" rtl="0" eaLnBrk="1" latinLnBrk="0" hangingPunct="1">
        <a:defRPr sz="1799" kern="1200">
          <a:solidFill>
            <a:schemeClr val="tx1"/>
          </a:solidFill>
          <a:latin typeface="+mn-lt"/>
          <a:ea typeface="+mn-ea"/>
          <a:cs typeface="+mn-cs"/>
        </a:defRPr>
      </a:lvl5pPr>
      <a:lvl6pPr marL="2285314" algn="l" defTabSz="914126" rtl="0" eaLnBrk="1" latinLnBrk="0" hangingPunct="1">
        <a:defRPr sz="1799" kern="1200">
          <a:solidFill>
            <a:schemeClr val="tx1"/>
          </a:solidFill>
          <a:latin typeface="+mn-lt"/>
          <a:ea typeface="+mn-ea"/>
          <a:cs typeface="+mn-cs"/>
        </a:defRPr>
      </a:lvl6pPr>
      <a:lvl7pPr marL="2742377" algn="l" defTabSz="914126" rtl="0" eaLnBrk="1" latinLnBrk="0" hangingPunct="1">
        <a:defRPr sz="1799" kern="1200">
          <a:solidFill>
            <a:schemeClr val="tx1"/>
          </a:solidFill>
          <a:latin typeface="+mn-lt"/>
          <a:ea typeface="+mn-ea"/>
          <a:cs typeface="+mn-cs"/>
        </a:defRPr>
      </a:lvl7pPr>
      <a:lvl8pPr marL="3199440" algn="l" defTabSz="914126" rtl="0" eaLnBrk="1" latinLnBrk="0" hangingPunct="1">
        <a:defRPr sz="1799" kern="1200">
          <a:solidFill>
            <a:schemeClr val="tx1"/>
          </a:solidFill>
          <a:latin typeface="+mn-lt"/>
          <a:ea typeface="+mn-ea"/>
          <a:cs typeface="+mn-cs"/>
        </a:defRPr>
      </a:lvl8pPr>
      <a:lvl9pPr marL="3656503" algn="l" defTabSz="914126"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6.jfif"/><Relationship Id="rId5"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jfif"/><Relationship Id="rId2" Type="http://schemas.openxmlformats.org/officeDocument/2006/relationships/image" Target="../media/image3.png"/><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3" Type="http://schemas.openxmlformats.org/officeDocument/2006/relationships/image" Target="../media/image8.jfif"/><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png"/><Relationship Id="rId1" Type="http://schemas.openxmlformats.org/officeDocument/2006/relationships/slideLayout" Target="../slideLayouts/slideLayout38.xml"/><Relationship Id="rId5" Type="http://schemas.openxmlformats.org/officeDocument/2006/relationships/image" Target="../media/image10.emf"/><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E1A0AC-6B35-40BE-BCB7-56CBF54CC1E1}"/>
              </a:ext>
            </a:extLst>
          </p:cNvPr>
          <p:cNvSpPr/>
          <p:nvPr/>
        </p:nvSpPr>
        <p:spPr>
          <a:xfrm>
            <a:off x="0" y="-1"/>
            <a:ext cx="12188825" cy="3263318"/>
          </a:xfrm>
          <a:custGeom>
            <a:avLst/>
            <a:gdLst>
              <a:gd name="connsiteX0" fmla="*/ 0 w 12322175"/>
              <a:gd name="connsiteY0" fmla="*/ 0 h 1162050"/>
              <a:gd name="connsiteX1" fmla="*/ 12322175 w 12322175"/>
              <a:gd name="connsiteY1" fmla="*/ 0 h 1162050"/>
              <a:gd name="connsiteX2" fmla="*/ 12322175 w 12322175"/>
              <a:gd name="connsiteY2" fmla="*/ 1162050 h 1162050"/>
              <a:gd name="connsiteX3" fmla="*/ 0 w 12322175"/>
              <a:gd name="connsiteY3" fmla="*/ 1162050 h 1162050"/>
              <a:gd name="connsiteX4" fmla="*/ 0 w 12322175"/>
              <a:gd name="connsiteY4" fmla="*/ 0 h 1162050"/>
              <a:gd name="connsiteX0" fmla="*/ 0 w 12322175"/>
              <a:gd name="connsiteY0" fmla="*/ 0 h 1162050"/>
              <a:gd name="connsiteX1" fmla="*/ 12322175 w 12322175"/>
              <a:gd name="connsiteY1" fmla="*/ 0 h 1162050"/>
              <a:gd name="connsiteX2" fmla="*/ 0 w 12322175"/>
              <a:gd name="connsiteY2" fmla="*/ 1162050 h 1162050"/>
              <a:gd name="connsiteX3" fmla="*/ 0 w 12322175"/>
              <a:gd name="connsiteY3" fmla="*/ 0 h 1162050"/>
            </a:gdLst>
            <a:ahLst/>
            <a:cxnLst>
              <a:cxn ang="0">
                <a:pos x="connsiteX0" y="connsiteY0"/>
              </a:cxn>
              <a:cxn ang="0">
                <a:pos x="connsiteX1" y="connsiteY1"/>
              </a:cxn>
              <a:cxn ang="0">
                <a:pos x="connsiteX2" y="connsiteY2"/>
              </a:cxn>
              <a:cxn ang="0">
                <a:pos x="connsiteX3" y="connsiteY3"/>
              </a:cxn>
            </a:cxnLst>
            <a:rect l="l" t="t" r="r" b="b"/>
            <a:pathLst>
              <a:path w="12322175" h="1162050">
                <a:moveTo>
                  <a:pt x="0" y="0"/>
                </a:moveTo>
                <a:lnTo>
                  <a:pt x="12322175" y="0"/>
                </a:lnTo>
                <a:lnTo>
                  <a:pt x="0" y="1162050"/>
                </a:lnTo>
                <a:lnTo>
                  <a:pt x="0" y="0"/>
                </a:lnTo>
                <a:close/>
              </a:path>
            </a:pathLst>
          </a:cu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12">
            <a:extLst>
              <a:ext uri="{FF2B5EF4-FFF2-40B4-BE49-F238E27FC236}">
                <a16:creationId xmlns:a16="http://schemas.microsoft.com/office/drawing/2014/main" id="{C4EDC012-29B6-4155-8B7C-3601296FF835}"/>
              </a:ext>
            </a:extLst>
          </p:cNvPr>
          <p:cNvSpPr txBox="1">
            <a:spLocks/>
          </p:cNvSpPr>
          <p:nvPr/>
        </p:nvSpPr>
        <p:spPr>
          <a:xfrm>
            <a:off x="1380479" y="2745959"/>
            <a:ext cx="5185421" cy="1611474"/>
          </a:xfrm>
          <a:prstGeom prst="rect">
            <a:avLst/>
          </a:prstGeom>
        </p:spPr>
        <p:txBody>
          <a:bodyPr/>
          <a:lstStyle>
            <a:lvl1pPr marL="228531" indent="-228531" algn="l" defTabSz="914126" rtl="0" eaLnBrk="1" latinLnBrk="0" hangingPunct="1">
              <a:lnSpc>
                <a:spcPct val="90000"/>
              </a:lnSpc>
              <a:spcBef>
                <a:spcPts val="1000"/>
              </a:spcBef>
              <a:buFont typeface="Arial" panose="020B0604020202020204" pitchFamily="34" charset="0"/>
              <a:buChar char="•"/>
              <a:defRPr sz="2799" kern="1200">
                <a:solidFill>
                  <a:schemeClr val="tx1"/>
                </a:solidFill>
                <a:latin typeface="+mn-lt"/>
                <a:ea typeface="+mn-ea"/>
                <a:cs typeface="+mn-cs"/>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0" indent="0">
              <a:buNone/>
            </a:pPr>
            <a:endParaRPr lang="en-US" dirty="0">
              <a:latin typeface="Raleway SemiBold" charset="0"/>
              <a:ea typeface="Raleway SemiBold" charset="0"/>
              <a:cs typeface="Raleway SemiBold" charset="0"/>
            </a:endParaRPr>
          </a:p>
        </p:txBody>
      </p:sp>
      <p:sp>
        <p:nvSpPr>
          <p:cNvPr id="11" name="TextBox 10">
            <a:extLst>
              <a:ext uri="{FF2B5EF4-FFF2-40B4-BE49-F238E27FC236}">
                <a16:creationId xmlns:a16="http://schemas.microsoft.com/office/drawing/2014/main" id="{37767476-EDC1-42BE-9FA2-F362D09DC160}"/>
              </a:ext>
            </a:extLst>
          </p:cNvPr>
          <p:cNvSpPr txBox="1"/>
          <p:nvPr/>
        </p:nvSpPr>
        <p:spPr>
          <a:xfrm>
            <a:off x="2656945" y="2744587"/>
            <a:ext cx="6874933" cy="1292662"/>
          </a:xfrm>
          <a:prstGeom prst="rect">
            <a:avLst/>
          </a:prstGeom>
          <a:noFill/>
        </p:spPr>
        <p:txBody>
          <a:bodyPr wrap="square">
            <a:spAutoFit/>
          </a:bodyPr>
          <a:lstStyle/>
          <a:p>
            <a:pPr marL="0" indent="0" algn="ctr">
              <a:buNone/>
            </a:pPr>
            <a:r>
              <a:rPr lang="en-US" sz="5400" b="1" dirty="0">
                <a:solidFill>
                  <a:schemeClr val="accent1"/>
                </a:solidFill>
                <a:latin typeface="Raleway" panose="020B0003030101060003" pitchFamily="34" charset="0"/>
              </a:rPr>
              <a:t>OVERVIEW</a:t>
            </a:r>
          </a:p>
          <a:p>
            <a:pPr marL="0" indent="0" algn="ctr">
              <a:buNone/>
            </a:pPr>
            <a:r>
              <a:rPr lang="en-US" sz="2400" b="1" dirty="0">
                <a:solidFill>
                  <a:schemeClr val="accent1">
                    <a:lumMod val="40000"/>
                    <a:lumOff val="60000"/>
                  </a:schemeClr>
                </a:solidFill>
                <a:latin typeface="Raleway" panose="020B0003030101060003" pitchFamily="34" charset="0"/>
              </a:rPr>
              <a:t>DIGITAL ASSETS</a:t>
            </a:r>
            <a:endParaRPr lang="en-US" sz="2000" b="1" dirty="0">
              <a:solidFill>
                <a:schemeClr val="accent1">
                  <a:lumMod val="40000"/>
                  <a:lumOff val="60000"/>
                </a:schemeClr>
              </a:solidFill>
              <a:latin typeface="Raleway" panose="020B0003030101060003" pitchFamily="34" charset="0"/>
            </a:endParaRPr>
          </a:p>
        </p:txBody>
      </p:sp>
      <p:sp>
        <p:nvSpPr>
          <p:cNvPr id="14" name="Rectangle 7">
            <a:extLst>
              <a:ext uri="{FF2B5EF4-FFF2-40B4-BE49-F238E27FC236}">
                <a16:creationId xmlns:a16="http://schemas.microsoft.com/office/drawing/2014/main" id="{D3EDAA32-8374-4A71-8B90-90BEDB4E4389}"/>
              </a:ext>
            </a:extLst>
          </p:cNvPr>
          <p:cNvSpPr/>
          <p:nvPr/>
        </p:nvSpPr>
        <p:spPr>
          <a:xfrm flipH="1" flipV="1">
            <a:off x="5878514" y="2412999"/>
            <a:ext cx="6310311" cy="4444999"/>
          </a:xfrm>
          <a:custGeom>
            <a:avLst/>
            <a:gdLst>
              <a:gd name="connsiteX0" fmla="*/ 0 w 12322175"/>
              <a:gd name="connsiteY0" fmla="*/ 0 h 1162050"/>
              <a:gd name="connsiteX1" fmla="*/ 12322175 w 12322175"/>
              <a:gd name="connsiteY1" fmla="*/ 0 h 1162050"/>
              <a:gd name="connsiteX2" fmla="*/ 12322175 w 12322175"/>
              <a:gd name="connsiteY2" fmla="*/ 1162050 h 1162050"/>
              <a:gd name="connsiteX3" fmla="*/ 0 w 12322175"/>
              <a:gd name="connsiteY3" fmla="*/ 1162050 h 1162050"/>
              <a:gd name="connsiteX4" fmla="*/ 0 w 12322175"/>
              <a:gd name="connsiteY4" fmla="*/ 0 h 1162050"/>
              <a:gd name="connsiteX0" fmla="*/ 0 w 12322175"/>
              <a:gd name="connsiteY0" fmla="*/ 0 h 1162050"/>
              <a:gd name="connsiteX1" fmla="*/ 12322175 w 12322175"/>
              <a:gd name="connsiteY1" fmla="*/ 0 h 1162050"/>
              <a:gd name="connsiteX2" fmla="*/ 0 w 12322175"/>
              <a:gd name="connsiteY2" fmla="*/ 1162050 h 1162050"/>
              <a:gd name="connsiteX3" fmla="*/ 0 w 12322175"/>
              <a:gd name="connsiteY3" fmla="*/ 0 h 1162050"/>
            </a:gdLst>
            <a:ahLst/>
            <a:cxnLst>
              <a:cxn ang="0">
                <a:pos x="connsiteX0" y="connsiteY0"/>
              </a:cxn>
              <a:cxn ang="0">
                <a:pos x="connsiteX1" y="connsiteY1"/>
              </a:cxn>
              <a:cxn ang="0">
                <a:pos x="connsiteX2" y="connsiteY2"/>
              </a:cxn>
              <a:cxn ang="0">
                <a:pos x="connsiteX3" y="connsiteY3"/>
              </a:cxn>
            </a:cxnLst>
            <a:rect l="l" t="t" r="r" b="b"/>
            <a:pathLst>
              <a:path w="12322175" h="1162050">
                <a:moveTo>
                  <a:pt x="0" y="0"/>
                </a:moveTo>
                <a:lnTo>
                  <a:pt x="12322175" y="0"/>
                </a:lnTo>
                <a:lnTo>
                  <a:pt x="0" y="1162050"/>
                </a:lnTo>
                <a:lnTo>
                  <a:pt x="0" y="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EFFEEFDD-C086-BD39-A7EF-58A10D1F5D9C}"/>
              </a:ext>
            </a:extLst>
          </p:cNvPr>
          <p:cNvPicPr>
            <a:picLocks noChangeAspect="1"/>
          </p:cNvPicPr>
          <p:nvPr/>
        </p:nvPicPr>
        <p:blipFill>
          <a:blip r:embed="rId2"/>
          <a:stretch>
            <a:fillRect/>
          </a:stretch>
        </p:blipFill>
        <p:spPr>
          <a:xfrm>
            <a:off x="473759" y="380213"/>
            <a:ext cx="906720" cy="906720"/>
          </a:xfrm>
          <a:prstGeom prst="rect">
            <a:avLst/>
          </a:prstGeom>
        </p:spPr>
      </p:pic>
      <p:sp>
        <p:nvSpPr>
          <p:cNvPr id="17" name="TextBox 16">
            <a:extLst>
              <a:ext uri="{FF2B5EF4-FFF2-40B4-BE49-F238E27FC236}">
                <a16:creationId xmlns:a16="http://schemas.microsoft.com/office/drawing/2014/main" id="{F7827833-DF2A-73E2-8805-28FC4F600363}"/>
              </a:ext>
            </a:extLst>
          </p:cNvPr>
          <p:cNvSpPr txBox="1"/>
          <p:nvPr/>
        </p:nvSpPr>
        <p:spPr>
          <a:xfrm>
            <a:off x="1380479" y="351007"/>
            <a:ext cx="6310312" cy="954107"/>
          </a:xfrm>
          <a:prstGeom prst="rect">
            <a:avLst/>
          </a:prstGeom>
          <a:noFill/>
        </p:spPr>
        <p:txBody>
          <a:bodyPr wrap="square">
            <a:spAutoFit/>
          </a:bodyPr>
          <a:lstStyle/>
          <a:p>
            <a:pPr marL="0" indent="0">
              <a:buNone/>
            </a:pPr>
            <a:r>
              <a:rPr lang="en-US" sz="1400" b="1" dirty="0">
                <a:solidFill>
                  <a:schemeClr val="accent2"/>
                </a:solidFill>
                <a:latin typeface="Raleway" panose="020B0003030101060003" pitchFamily="34" charset="0"/>
              </a:rPr>
              <a:t>QTS:</a:t>
            </a:r>
          </a:p>
          <a:p>
            <a:pPr marL="0" indent="0">
              <a:buNone/>
            </a:pPr>
            <a:r>
              <a:rPr lang="en-US" sz="1400" b="1" dirty="0">
                <a:solidFill>
                  <a:schemeClr val="bg1"/>
                </a:solidFill>
                <a:latin typeface="Raleway" panose="020B0003030101060003" pitchFamily="34" charset="0"/>
              </a:rPr>
              <a:t>SHARED </a:t>
            </a:r>
          </a:p>
          <a:p>
            <a:pPr marL="0" indent="0">
              <a:buNone/>
            </a:pPr>
            <a:r>
              <a:rPr lang="en-US" sz="1400" b="1" dirty="0">
                <a:solidFill>
                  <a:schemeClr val="bg1"/>
                </a:solidFill>
                <a:latin typeface="Raleway" panose="020B0003030101060003" pitchFamily="34" charset="0"/>
              </a:rPr>
              <a:t>TECHNICAL </a:t>
            </a:r>
          </a:p>
          <a:p>
            <a:pPr marL="0" indent="0">
              <a:buNone/>
            </a:pPr>
            <a:r>
              <a:rPr lang="en-US" sz="1400" b="1" dirty="0">
                <a:solidFill>
                  <a:schemeClr val="bg1"/>
                </a:solidFill>
                <a:latin typeface="Raleway" panose="020B0003030101060003" pitchFamily="34" charset="0"/>
              </a:rPr>
              <a:t>SERVICES</a:t>
            </a:r>
            <a:endParaRPr lang="en-US" sz="1400" b="1" dirty="0">
              <a:solidFill>
                <a:schemeClr val="bg1"/>
              </a:solidFill>
              <a:latin typeface="Raleway" panose="020B0003030101060003" pitchFamily="34" charset="0"/>
              <a:ea typeface="Raleway SemiBold" charset="0"/>
              <a:cs typeface="Raleway SemiBold" charset="0"/>
            </a:endParaRPr>
          </a:p>
        </p:txBody>
      </p:sp>
      <p:sp>
        <p:nvSpPr>
          <p:cNvPr id="20" name="Rectangle 19">
            <a:extLst>
              <a:ext uri="{FF2B5EF4-FFF2-40B4-BE49-F238E27FC236}">
                <a16:creationId xmlns:a16="http://schemas.microsoft.com/office/drawing/2014/main" id="{AE632354-8AF6-A611-BD9B-3AB4D7097E9D}"/>
              </a:ext>
            </a:extLst>
          </p:cNvPr>
          <p:cNvSpPr/>
          <p:nvPr/>
        </p:nvSpPr>
        <p:spPr>
          <a:xfrm>
            <a:off x="11006123" y="380213"/>
            <a:ext cx="499533" cy="46018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073EFD9E-8889-E57C-2E5D-FF316E6E4406}"/>
              </a:ext>
            </a:extLst>
          </p:cNvPr>
          <p:cNvSpPr txBox="1"/>
          <p:nvPr/>
        </p:nvSpPr>
        <p:spPr>
          <a:xfrm>
            <a:off x="135202" y="6300555"/>
            <a:ext cx="7388077" cy="461665"/>
          </a:xfrm>
          <a:prstGeom prst="rect">
            <a:avLst/>
          </a:prstGeom>
          <a:noFill/>
        </p:spPr>
        <p:txBody>
          <a:bodyPr wrap="square">
            <a:spAutoFit/>
          </a:bodyPr>
          <a:lstStyle/>
          <a:p>
            <a:pPr marL="0" indent="0">
              <a:buNone/>
            </a:pPr>
            <a:r>
              <a:rPr lang="en-US" sz="2400" b="1" dirty="0">
                <a:solidFill>
                  <a:schemeClr val="tx1">
                    <a:lumMod val="75000"/>
                    <a:lumOff val="25000"/>
                  </a:schemeClr>
                </a:solidFill>
                <a:latin typeface="Raleway" panose="020B0003030101060003" pitchFamily="34" charset="0"/>
              </a:rPr>
              <a:t>AUG 2026</a:t>
            </a:r>
            <a:endParaRPr lang="en-US" sz="2400" b="1" dirty="0">
              <a:solidFill>
                <a:schemeClr val="tx1">
                  <a:lumMod val="75000"/>
                  <a:lumOff val="25000"/>
                </a:schemeClr>
              </a:solidFill>
              <a:latin typeface="Raleway" panose="020B0003030101060003" pitchFamily="34" charset="0"/>
              <a:ea typeface="Raleway SemiBold" charset="0"/>
              <a:cs typeface="Raleway SemiBold" charset="0"/>
            </a:endParaRPr>
          </a:p>
        </p:txBody>
      </p:sp>
    </p:spTree>
    <p:extLst>
      <p:ext uri="{BB962C8B-B14F-4D97-AF65-F5344CB8AC3E}">
        <p14:creationId xmlns:p14="http://schemas.microsoft.com/office/powerpoint/2010/main" val="3761535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6FE2A-8B40-4A32-5D8C-0EFE6A2E254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0C3D827-8CE2-94BD-A154-5BD82F547F82}"/>
              </a:ext>
            </a:extLst>
          </p:cNvPr>
          <p:cNvSpPr>
            <a:spLocks noGrp="1"/>
          </p:cNvSpPr>
          <p:nvPr>
            <p:ph type="body" sz="quarter" idx="11"/>
          </p:nvPr>
        </p:nvSpPr>
        <p:spPr/>
        <p:txBody>
          <a:bodyPr/>
          <a:lstStyle/>
          <a:p>
            <a:r>
              <a:rPr lang="en-US" dirty="0"/>
              <a:t>DIGITAL ASSETS &amp; PORTFOLIO UPDATES</a:t>
            </a:r>
          </a:p>
        </p:txBody>
      </p:sp>
      <p:sp>
        <p:nvSpPr>
          <p:cNvPr id="4" name="Rectangle 3">
            <a:extLst>
              <a:ext uri="{FF2B5EF4-FFF2-40B4-BE49-F238E27FC236}">
                <a16:creationId xmlns:a16="http://schemas.microsoft.com/office/drawing/2014/main" id="{D2EB7549-7110-2F8F-D443-176968C1C721}"/>
              </a:ext>
            </a:extLst>
          </p:cNvPr>
          <p:cNvSpPr/>
          <p:nvPr/>
        </p:nvSpPr>
        <p:spPr>
          <a:xfrm>
            <a:off x="0" y="6339684"/>
            <a:ext cx="12188825" cy="518315"/>
          </a:xfrm>
          <a:prstGeom prst="rect">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6A6DABC-1845-0D70-7B37-61698C15306D}"/>
              </a:ext>
            </a:extLst>
          </p:cNvPr>
          <p:cNvSpPr/>
          <p:nvPr/>
        </p:nvSpPr>
        <p:spPr>
          <a:xfrm>
            <a:off x="0" y="6039118"/>
            <a:ext cx="12188825" cy="301619"/>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2">
            <a:extLst>
              <a:ext uri="{FF2B5EF4-FFF2-40B4-BE49-F238E27FC236}">
                <a16:creationId xmlns:a16="http://schemas.microsoft.com/office/drawing/2014/main" id="{ECB98378-FD99-0611-D9EF-619FBC9D8655}"/>
              </a:ext>
            </a:extLst>
          </p:cNvPr>
          <p:cNvSpPr txBox="1">
            <a:spLocks/>
          </p:cNvSpPr>
          <p:nvPr/>
        </p:nvSpPr>
        <p:spPr>
          <a:xfrm>
            <a:off x="863541" y="209685"/>
            <a:ext cx="10461742" cy="457200"/>
          </a:xfrm>
          <a:prstGeom prst="rect">
            <a:avLst/>
          </a:prstGeom>
          <a:noFill/>
        </p:spPr>
        <p:txBody>
          <a:bodyPr vert="horz" wrap="none" lIns="0" tIns="91440" rIns="0" bIns="0" anchor="t" anchorCtr="0">
            <a:noAutofit/>
          </a:bodyPr>
          <a:lstStyle>
            <a:lvl1pPr marL="0" indent="0" algn="l" defTabSz="914126" rtl="0" eaLnBrk="1" latinLnBrk="0" hangingPunct="1">
              <a:lnSpc>
                <a:spcPct val="90000"/>
              </a:lnSpc>
              <a:spcBef>
                <a:spcPts val="1000"/>
              </a:spcBef>
              <a:buFont typeface="Arial" panose="020B0604020202020204" pitchFamily="34" charset="0"/>
              <a:buNone/>
              <a:defRPr sz="3000" b="1" i="0" kern="1200" baseline="0">
                <a:solidFill>
                  <a:schemeClr val="tx1">
                    <a:lumMod val="75000"/>
                    <a:lumOff val="25000"/>
                  </a:schemeClr>
                </a:solidFill>
                <a:latin typeface="Raleway" charset="0"/>
                <a:ea typeface="Raleway" charset="0"/>
                <a:cs typeface="Raleway" charset="0"/>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gn="ctr"/>
            <a:r>
              <a:rPr lang="en-US" dirty="0"/>
              <a:t>AGENDA</a:t>
            </a:r>
          </a:p>
        </p:txBody>
      </p:sp>
      <p:sp>
        <p:nvSpPr>
          <p:cNvPr id="7" name="Text Placeholder 12">
            <a:extLst>
              <a:ext uri="{FF2B5EF4-FFF2-40B4-BE49-F238E27FC236}">
                <a16:creationId xmlns:a16="http://schemas.microsoft.com/office/drawing/2014/main" id="{96821DA5-8AFD-EDAD-0EDF-D74AAE6FC40B}"/>
              </a:ext>
            </a:extLst>
          </p:cNvPr>
          <p:cNvSpPr txBox="1">
            <a:spLocks/>
          </p:cNvSpPr>
          <p:nvPr/>
        </p:nvSpPr>
        <p:spPr>
          <a:xfrm>
            <a:off x="521034" y="1382347"/>
            <a:ext cx="5872941" cy="457200"/>
          </a:xfrm>
          <a:prstGeom prst="rect">
            <a:avLst/>
          </a:prstGeom>
          <a:noFill/>
        </p:spPr>
        <p:txBody>
          <a:bodyPr vert="horz" wrap="none" lIns="0" tIns="91440" rIns="0" bIns="0" anchor="t" anchorCtr="0">
            <a:noAutofit/>
          </a:bodyPr>
          <a:lstStyle>
            <a:lvl1pPr marL="0" indent="0" algn="l" defTabSz="914126" rtl="0" eaLnBrk="1" latinLnBrk="0" hangingPunct="1">
              <a:lnSpc>
                <a:spcPct val="90000"/>
              </a:lnSpc>
              <a:spcBef>
                <a:spcPts val="1000"/>
              </a:spcBef>
              <a:buFont typeface="Arial" panose="020B0604020202020204" pitchFamily="34" charset="0"/>
              <a:buNone/>
              <a:defRPr sz="3000" b="1" i="0" kern="1200" baseline="0">
                <a:solidFill>
                  <a:schemeClr val="tx1">
                    <a:lumMod val="75000"/>
                    <a:lumOff val="25000"/>
                  </a:schemeClr>
                </a:solidFill>
                <a:latin typeface="Raleway" charset="0"/>
                <a:ea typeface="Raleway" charset="0"/>
                <a:cs typeface="Raleway" charset="0"/>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marL="342900" indent="-342900">
              <a:buFont typeface="Arial" panose="020B0604020202020204" pitchFamily="34" charset="0"/>
              <a:buChar char="•"/>
            </a:pPr>
            <a:r>
              <a:rPr lang="en-US" sz="2000" b="0" dirty="0"/>
              <a:t>Digital Assets @ RBC – 3 Pillars</a:t>
            </a:r>
          </a:p>
          <a:p>
            <a:pPr marL="342900" indent="-342900">
              <a:buFont typeface="Arial" panose="020B0604020202020204" pitchFamily="34" charset="0"/>
              <a:buChar char="•"/>
            </a:pPr>
            <a:r>
              <a:rPr lang="en-US" sz="2000" b="0" dirty="0"/>
              <a:t>Steerco &amp; Around the Firm</a:t>
            </a:r>
          </a:p>
          <a:p>
            <a:pPr marL="342900" indent="-342900">
              <a:buFont typeface="Arial" panose="020B0604020202020204" pitchFamily="34" charset="0"/>
              <a:buChar char="•"/>
            </a:pPr>
            <a:r>
              <a:rPr lang="en-US" sz="2000" b="0" dirty="0"/>
              <a:t>Digital Asset by Geography -- Unlocks</a:t>
            </a:r>
          </a:p>
          <a:p>
            <a:pPr marL="342900" indent="-342900">
              <a:buFont typeface="Arial" panose="020B0604020202020204" pitchFamily="34" charset="0"/>
              <a:buChar char="•"/>
            </a:pPr>
            <a:r>
              <a:rPr lang="en-US" sz="2000" b="0" dirty="0"/>
              <a:t>Comprehensive Approach</a:t>
            </a:r>
          </a:p>
          <a:p>
            <a:pPr marL="342900" indent="-342900">
              <a:buFont typeface="Arial" panose="020B0604020202020204" pitchFamily="34" charset="0"/>
              <a:buChar char="•"/>
            </a:pPr>
            <a:r>
              <a:rPr lang="en-US" sz="2000" b="0" dirty="0"/>
              <a:t>Digital Asset Platform</a:t>
            </a:r>
          </a:p>
          <a:p>
            <a:pPr marL="342900" indent="-342900">
              <a:buFont typeface="Arial" panose="020B0604020202020204" pitchFamily="34" charset="0"/>
              <a:buChar char="•"/>
            </a:pPr>
            <a:r>
              <a:rPr lang="en-US" sz="2000" b="0" dirty="0"/>
              <a:t>Ongoing Work</a:t>
            </a:r>
          </a:p>
        </p:txBody>
      </p:sp>
    </p:spTree>
    <p:extLst>
      <p:ext uri="{BB962C8B-B14F-4D97-AF65-F5344CB8AC3E}">
        <p14:creationId xmlns:p14="http://schemas.microsoft.com/office/powerpoint/2010/main" val="1062416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3FC4371-BE37-9641-F5DA-418D184F2CC3}"/>
              </a:ext>
            </a:extLst>
          </p:cNvPr>
          <p:cNvSpPr>
            <a:spLocks noGrp="1"/>
          </p:cNvSpPr>
          <p:nvPr>
            <p:ph type="body" sz="quarter" idx="11"/>
          </p:nvPr>
        </p:nvSpPr>
        <p:spPr>
          <a:xfrm>
            <a:off x="3554346" y="184395"/>
            <a:ext cx="5080133" cy="419098"/>
          </a:xfrm>
        </p:spPr>
        <p:txBody>
          <a:bodyPr/>
          <a:lstStyle/>
          <a:p>
            <a:r>
              <a:rPr lang="en-US" dirty="0"/>
              <a:t>DIGITAL ASSETS</a:t>
            </a:r>
          </a:p>
        </p:txBody>
      </p:sp>
      <p:pic>
        <p:nvPicPr>
          <p:cNvPr id="24" name="Picture 23">
            <a:extLst>
              <a:ext uri="{FF2B5EF4-FFF2-40B4-BE49-F238E27FC236}">
                <a16:creationId xmlns:a16="http://schemas.microsoft.com/office/drawing/2014/main" id="{DC5677AB-9CFE-4D10-B15B-3E12BB9BF329}"/>
              </a:ext>
            </a:extLst>
          </p:cNvPr>
          <p:cNvPicPr>
            <a:picLocks noChangeAspect="1"/>
          </p:cNvPicPr>
          <p:nvPr/>
        </p:nvPicPr>
        <p:blipFill>
          <a:blip r:embed="rId3"/>
          <a:srcRect t="10076" r="5177" b="1"/>
          <a:stretch>
            <a:fillRect/>
          </a:stretch>
        </p:blipFill>
        <p:spPr>
          <a:xfrm>
            <a:off x="8330286" y="1114998"/>
            <a:ext cx="3092731" cy="2932917"/>
          </a:xfrm>
          <a:prstGeom prst="rect">
            <a:avLst/>
          </a:prstGeom>
        </p:spPr>
      </p:pic>
      <p:pic>
        <p:nvPicPr>
          <p:cNvPr id="33" name="Picture 32">
            <a:extLst>
              <a:ext uri="{FF2B5EF4-FFF2-40B4-BE49-F238E27FC236}">
                <a16:creationId xmlns:a16="http://schemas.microsoft.com/office/drawing/2014/main" id="{5C253900-49FD-B3EC-D467-9A1628EA45EA}"/>
              </a:ext>
            </a:extLst>
          </p:cNvPr>
          <p:cNvPicPr>
            <a:picLocks noChangeAspect="1"/>
          </p:cNvPicPr>
          <p:nvPr/>
        </p:nvPicPr>
        <p:blipFill>
          <a:blip r:embed="rId4"/>
          <a:srcRect t="12676"/>
          <a:stretch>
            <a:fillRect/>
          </a:stretch>
        </p:blipFill>
        <p:spPr>
          <a:xfrm>
            <a:off x="4161508" y="1114998"/>
            <a:ext cx="3896973" cy="3402998"/>
          </a:xfrm>
          <a:prstGeom prst="rect">
            <a:avLst/>
          </a:prstGeom>
        </p:spPr>
      </p:pic>
      <p:sp>
        <p:nvSpPr>
          <p:cNvPr id="3" name="Text Placeholder 2">
            <a:extLst>
              <a:ext uri="{FF2B5EF4-FFF2-40B4-BE49-F238E27FC236}">
                <a16:creationId xmlns:a16="http://schemas.microsoft.com/office/drawing/2014/main" id="{4D5609AB-DA51-B5A7-CC99-7D86ADEFE98F}"/>
              </a:ext>
            </a:extLst>
          </p:cNvPr>
          <p:cNvSpPr>
            <a:spLocks noGrp="1"/>
          </p:cNvSpPr>
          <p:nvPr>
            <p:ph type="body" sz="quarter" idx="12"/>
          </p:nvPr>
        </p:nvSpPr>
        <p:spPr>
          <a:xfrm>
            <a:off x="869833" y="613639"/>
            <a:ext cx="10461742" cy="457200"/>
          </a:xfrm>
        </p:spPr>
        <p:txBody>
          <a:bodyPr/>
          <a:lstStyle/>
          <a:p>
            <a:r>
              <a:rPr lang="en-US" dirty="0"/>
              <a:t>PILLARS</a:t>
            </a:r>
          </a:p>
        </p:txBody>
      </p:sp>
      <p:sp>
        <p:nvSpPr>
          <p:cNvPr id="35" name="TextBox 34">
            <a:extLst>
              <a:ext uri="{FF2B5EF4-FFF2-40B4-BE49-F238E27FC236}">
                <a16:creationId xmlns:a16="http://schemas.microsoft.com/office/drawing/2014/main" id="{73AC0EF1-30F9-130E-D843-776ED5D5B76D}"/>
              </a:ext>
            </a:extLst>
          </p:cNvPr>
          <p:cNvSpPr txBox="1"/>
          <p:nvPr/>
        </p:nvSpPr>
        <p:spPr>
          <a:xfrm>
            <a:off x="806209" y="3546241"/>
            <a:ext cx="2564525" cy="646331"/>
          </a:xfrm>
          <a:prstGeom prst="rect">
            <a:avLst/>
          </a:prstGeom>
          <a:noFill/>
        </p:spPr>
        <p:txBody>
          <a:bodyPr wrap="square" rtlCol="0">
            <a:spAutoFit/>
          </a:bodyPr>
          <a:lstStyle/>
          <a:p>
            <a:pPr algn="ctr"/>
            <a:r>
              <a:rPr lang="en-US" b="1" dirty="0">
                <a:latin typeface="Raleway" pitchFamily="2" charset="0"/>
              </a:rPr>
              <a:t>DIGITAL ASSET</a:t>
            </a:r>
            <a:br>
              <a:rPr lang="en-US" b="1" dirty="0">
                <a:latin typeface="Raleway" pitchFamily="2" charset="0"/>
              </a:rPr>
            </a:br>
            <a:r>
              <a:rPr lang="en-US" b="1" dirty="0">
                <a:latin typeface="Raleway" pitchFamily="2" charset="0"/>
              </a:rPr>
              <a:t>PLATFORM</a:t>
            </a:r>
          </a:p>
        </p:txBody>
      </p:sp>
      <p:sp>
        <p:nvSpPr>
          <p:cNvPr id="36" name="TextBox 35">
            <a:extLst>
              <a:ext uri="{FF2B5EF4-FFF2-40B4-BE49-F238E27FC236}">
                <a16:creationId xmlns:a16="http://schemas.microsoft.com/office/drawing/2014/main" id="{36F06827-2ACE-28DA-E090-2D09C3FE0A4B}"/>
              </a:ext>
            </a:extLst>
          </p:cNvPr>
          <p:cNvSpPr txBox="1"/>
          <p:nvPr/>
        </p:nvSpPr>
        <p:spPr>
          <a:xfrm>
            <a:off x="4809976" y="3505997"/>
            <a:ext cx="2564525" cy="646331"/>
          </a:xfrm>
          <a:prstGeom prst="rect">
            <a:avLst/>
          </a:prstGeom>
          <a:noFill/>
        </p:spPr>
        <p:txBody>
          <a:bodyPr wrap="square" rtlCol="0">
            <a:spAutoFit/>
          </a:bodyPr>
          <a:lstStyle/>
          <a:p>
            <a:pPr algn="ctr"/>
            <a:r>
              <a:rPr lang="en-US" b="1" dirty="0">
                <a:latin typeface="Raleway" pitchFamily="2" charset="0"/>
              </a:rPr>
              <a:t>TRADFI INTEGRATIONS</a:t>
            </a:r>
          </a:p>
        </p:txBody>
      </p:sp>
      <p:sp>
        <p:nvSpPr>
          <p:cNvPr id="37" name="TextBox 36">
            <a:extLst>
              <a:ext uri="{FF2B5EF4-FFF2-40B4-BE49-F238E27FC236}">
                <a16:creationId xmlns:a16="http://schemas.microsoft.com/office/drawing/2014/main" id="{BBD10C72-7CB2-A8B3-A1B4-10CEA8A91C6A}"/>
              </a:ext>
            </a:extLst>
          </p:cNvPr>
          <p:cNvSpPr txBox="1"/>
          <p:nvPr/>
        </p:nvSpPr>
        <p:spPr>
          <a:xfrm>
            <a:off x="8675864" y="3462481"/>
            <a:ext cx="2564525" cy="646331"/>
          </a:xfrm>
          <a:prstGeom prst="rect">
            <a:avLst/>
          </a:prstGeom>
          <a:noFill/>
        </p:spPr>
        <p:txBody>
          <a:bodyPr wrap="square" rtlCol="0">
            <a:spAutoFit/>
          </a:bodyPr>
          <a:lstStyle/>
          <a:p>
            <a:pPr algn="ctr"/>
            <a:r>
              <a:rPr lang="en-US" b="1" dirty="0">
                <a:latin typeface="Raleway" pitchFamily="2" charset="0"/>
              </a:rPr>
              <a:t>INDUSTRY</a:t>
            </a:r>
          </a:p>
          <a:p>
            <a:pPr algn="ctr"/>
            <a:r>
              <a:rPr lang="en-US" b="1" dirty="0">
                <a:latin typeface="Raleway" pitchFamily="2" charset="0"/>
              </a:rPr>
              <a:t>PARTICIPATION</a:t>
            </a:r>
          </a:p>
        </p:txBody>
      </p:sp>
      <p:sp>
        <p:nvSpPr>
          <p:cNvPr id="39" name="Rectangle 38">
            <a:extLst>
              <a:ext uri="{FF2B5EF4-FFF2-40B4-BE49-F238E27FC236}">
                <a16:creationId xmlns:a16="http://schemas.microsoft.com/office/drawing/2014/main" id="{81CE6632-448D-5EC1-1B36-80B387808FEF}"/>
              </a:ext>
            </a:extLst>
          </p:cNvPr>
          <p:cNvSpPr/>
          <p:nvPr/>
        </p:nvSpPr>
        <p:spPr>
          <a:xfrm>
            <a:off x="0" y="6339684"/>
            <a:ext cx="12188825" cy="518315"/>
          </a:xfrm>
          <a:prstGeom prst="rect">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2CACE904-E030-8CA1-970C-22DB4B48A2F0}"/>
              </a:ext>
            </a:extLst>
          </p:cNvPr>
          <p:cNvSpPr/>
          <p:nvPr/>
        </p:nvSpPr>
        <p:spPr>
          <a:xfrm>
            <a:off x="0" y="6039118"/>
            <a:ext cx="12188825" cy="301619"/>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a:extLst>
              <a:ext uri="{FF2B5EF4-FFF2-40B4-BE49-F238E27FC236}">
                <a16:creationId xmlns:a16="http://schemas.microsoft.com/office/drawing/2014/main" id="{ECEFB039-89F2-5E0D-E2D0-11B3DF2534C1}"/>
              </a:ext>
            </a:extLst>
          </p:cNvPr>
          <p:cNvPicPr>
            <a:picLocks noChangeAspect="1"/>
          </p:cNvPicPr>
          <p:nvPr/>
        </p:nvPicPr>
        <p:blipFill>
          <a:blip r:embed="rId5"/>
          <a:stretch>
            <a:fillRect/>
          </a:stretch>
        </p:blipFill>
        <p:spPr>
          <a:xfrm>
            <a:off x="11802083" y="6437567"/>
            <a:ext cx="337522" cy="337522"/>
          </a:xfrm>
          <a:prstGeom prst="rect">
            <a:avLst/>
          </a:prstGeom>
        </p:spPr>
      </p:pic>
      <p:sp>
        <p:nvSpPr>
          <p:cNvPr id="46" name="Text Placeholder 1">
            <a:extLst>
              <a:ext uri="{FF2B5EF4-FFF2-40B4-BE49-F238E27FC236}">
                <a16:creationId xmlns:a16="http://schemas.microsoft.com/office/drawing/2014/main" id="{F1728422-A1C1-271F-5941-5E363AEA6EA6}"/>
              </a:ext>
            </a:extLst>
          </p:cNvPr>
          <p:cNvSpPr txBox="1">
            <a:spLocks/>
          </p:cNvSpPr>
          <p:nvPr/>
        </p:nvSpPr>
        <p:spPr>
          <a:xfrm>
            <a:off x="640758" y="4232405"/>
            <a:ext cx="3079573" cy="1866900"/>
          </a:xfrm>
          <a:prstGeom prst="rect">
            <a:avLst/>
          </a:prstGeom>
        </p:spPr>
        <p:txBody>
          <a:bodyPr lIns="0" tIns="0" rIns="0" bIns="0">
            <a:noAutofit/>
          </a:bodyPr>
          <a:lstStyle>
            <a:lvl1pPr marL="0" indent="0" algn="l" defTabSz="914126" rtl="0" eaLnBrk="1" latinLnBrk="0" hangingPunct="1">
              <a:lnSpc>
                <a:spcPct val="150000"/>
              </a:lnSpc>
              <a:spcBef>
                <a:spcPts val="1000"/>
              </a:spcBef>
              <a:buFont typeface="Arial" panose="020B0604020202020204" pitchFamily="34" charset="0"/>
              <a:buNone/>
              <a:defRPr sz="1200" kern="1200" baseline="0">
                <a:ln>
                  <a:noFill/>
                </a:ln>
                <a:solidFill>
                  <a:schemeClr val="tx1">
                    <a:lumMod val="75000"/>
                    <a:lumOff val="25000"/>
                  </a:schemeClr>
                </a:solidFill>
                <a:latin typeface="Raleway" charset="0"/>
                <a:ea typeface="Raleway" charset="0"/>
                <a:cs typeface="Raleway" charset="0"/>
              </a:defRPr>
            </a:lvl1pPr>
            <a:lvl2pPr marL="457063"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2pPr>
            <a:lvl3pPr marL="914126"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3pPr>
            <a:lvl4pPr marL="1371189"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4pPr>
            <a:lvl5pPr marL="1828252"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dirty="0"/>
              <a:t>Building a define the platform on which CM will be able to do business as it comes to Digital Assets on a whole. This is cross functional – Front Office, Middle Office and Back Office (though technology merges these)</a:t>
            </a:r>
          </a:p>
        </p:txBody>
      </p:sp>
      <p:sp>
        <p:nvSpPr>
          <p:cNvPr id="47" name="Text Placeholder 1">
            <a:extLst>
              <a:ext uri="{FF2B5EF4-FFF2-40B4-BE49-F238E27FC236}">
                <a16:creationId xmlns:a16="http://schemas.microsoft.com/office/drawing/2014/main" id="{F7950DEB-9E40-4155-CE57-081CBB07F862}"/>
              </a:ext>
            </a:extLst>
          </p:cNvPr>
          <p:cNvSpPr txBox="1">
            <a:spLocks/>
          </p:cNvSpPr>
          <p:nvPr/>
        </p:nvSpPr>
        <p:spPr>
          <a:xfrm>
            <a:off x="4641120" y="4232405"/>
            <a:ext cx="3079573" cy="1866900"/>
          </a:xfrm>
          <a:prstGeom prst="rect">
            <a:avLst/>
          </a:prstGeom>
        </p:spPr>
        <p:txBody>
          <a:bodyPr lIns="0" tIns="0" rIns="0" bIns="0">
            <a:noAutofit/>
          </a:bodyPr>
          <a:lstStyle>
            <a:lvl1pPr marL="0" indent="0" algn="l" defTabSz="914126" rtl="0" eaLnBrk="1" latinLnBrk="0" hangingPunct="1">
              <a:lnSpc>
                <a:spcPct val="150000"/>
              </a:lnSpc>
              <a:spcBef>
                <a:spcPts val="1000"/>
              </a:spcBef>
              <a:buFont typeface="Arial" panose="020B0604020202020204" pitchFamily="34" charset="0"/>
              <a:buNone/>
              <a:defRPr sz="1200" kern="1200" baseline="0">
                <a:ln>
                  <a:noFill/>
                </a:ln>
                <a:solidFill>
                  <a:schemeClr val="tx1">
                    <a:lumMod val="75000"/>
                    <a:lumOff val="25000"/>
                  </a:schemeClr>
                </a:solidFill>
                <a:latin typeface="Raleway" charset="0"/>
                <a:ea typeface="Raleway" charset="0"/>
                <a:cs typeface="Raleway" charset="0"/>
              </a:defRPr>
            </a:lvl1pPr>
            <a:lvl2pPr marL="457063"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2pPr>
            <a:lvl3pPr marL="914126"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3pPr>
            <a:lvl4pPr marL="1371189"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4pPr>
            <a:lvl5pPr marL="1828252"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dirty="0"/>
              <a:t>Adherence to requirements for capital treatment will require across multiple geography’s additional data to be created / stored and additional limit and supervisory controls to be created.</a:t>
            </a:r>
          </a:p>
        </p:txBody>
      </p:sp>
      <p:sp>
        <p:nvSpPr>
          <p:cNvPr id="48" name="Text Placeholder 1">
            <a:extLst>
              <a:ext uri="{FF2B5EF4-FFF2-40B4-BE49-F238E27FC236}">
                <a16:creationId xmlns:a16="http://schemas.microsoft.com/office/drawing/2014/main" id="{CA780B6B-9092-169E-2943-C893F8A9FED9}"/>
              </a:ext>
            </a:extLst>
          </p:cNvPr>
          <p:cNvSpPr txBox="1">
            <a:spLocks/>
          </p:cNvSpPr>
          <p:nvPr/>
        </p:nvSpPr>
        <p:spPr>
          <a:xfrm>
            <a:off x="8538093" y="4229254"/>
            <a:ext cx="3079573" cy="1866900"/>
          </a:xfrm>
          <a:prstGeom prst="rect">
            <a:avLst/>
          </a:prstGeom>
        </p:spPr>
        <p:txBody>
          <a:bodyPr lIns="0" tIns="0" rIns="0" bIns="0">
            <a:noAutofit/>
          </a:bodyPr>
          <a:lstStyle>
            <a:lvl1pPr marL="0" indent="0" algn="l" defTabSz="914126" rtl="0" eaLnBrk="1" latinLnBrk="0" hangingPunct="1">
              <a:lnSpc>
                <a:spcPct val="150000"/>
              </a:lnSpc>
              <a:spcBef>
                <a:spcPts val="1000"/>
              </a:spcBef>
              <a:buFont typeface="Arial" panose="020B0604020202020204" pitchFamily="34" charset="0"/>
              <a:buNone/>
              <a:defRPr sz="1200" kern="1200" baseline="0">
                <a:ln>
                  <a:noFill/>
                </a:ln>
                <a:solidFill>
                  <a:schemeClr val="tx1">
                    <a:lumMod val="75000"/>
                    <a:lumOff val="25000"/>
                  </a:schemeClr>
                </a:solidFill>
                <a:latin typeface="Raleway" charset="0"/>
                <a:ea typeface="Raleway" charset="0"/>
                <a:cs typeface="Raleway" charset="0"/>
              </a:defRPr>
            </a:lvl1pPr>
            <a:lvl2pPr marL="457063"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2pPr>
            <a:lvl3pPr marL="914126"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3pPr>
            <a:lvl4pPr marL="1371189"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4pPr>
            <a:lvl5pPr marL="1828252"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dirty="0"/>
              <a:t>Currently representing RBC as part of </a:t>
            </a:r>
            <a:r>
              <a:rPr lang="en-US" dirty="0" err="1"/>
              <a:t>CanDeal</a:t>
            </a:r>
            <a:r>
              <a:rPr lang="en-US" dirty="0"/>
              <a:t> (also being evaluated as subject matter expert lead for one or more technical stream) and participating in DTCC working stream.</a:t>
            </a:r>
          </a:p>
        </p:txBody>
      </p:sp>
      <p:sp>
        <p:nvSpPr>
          <p:cNvPr id="43" name="Rectangle 42">
            <a:extLst>
              <a:ext uri="{FF2B5EF4-FFF2-40B4-BE49-F238E27FC236}">
                <a16:creationId xmlns:a16="http://schemas.microsoft.com/office/drawing/2014/main" id="{2B1D95FA-33E4-35B8-347D-CC99C846879F}"/>
              </a:ext>
            </a:extLst>
          </p:cNvPr>
          <p:cNvSpPr/>
          <p:nvPr/>
        </p:nvSpPr>
        <p:spPr>
          <a:xfrm>
            <a:off x="0" y="1218251"/>
            <a:ext cx="12188825" cy="58167"/>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2773B945-3713-1C7C-61AD-5C9E9085A379}"/>
              </a:ext>
            </a:extLst>
          </p:cNvPr>
          <p:cNvPicPr>
            <a:picLocks noChangeAspect="1"/>
          </p:cNvPicPr>
          <p:nvPr/>
        </p:nvPicPr>
        <p:blipFill>
          <a:blip r:embed="rId6"/>
          <a:srcRect l="18443" t="23144" r="19950" b="25003"/>
          <a:stretch>
            <a:fillRect/>
          </a:stretch>
        </p:blipFill>
        <p:spPr>
          <a:xfrm>
            <a:off x="806208" y="1423830"/>
            <a:ext cx="2564525" cy="2158494"/>
          </a:xfrm>
          <a:prstGeom prst="rect">
            <a:avLst/>
          </a:prstGeom>
        </p:spPr>
      </p:pic>
    </p:spTree>
    <p:extLst>
      <p:ext uri="{BB962C8B-B14F-4D97-AF65-F5344CB8AC3E}">
        <p14:creationId xmlns:p14="http://schemas.microsoft.com/office/powerpoint/2010/main" val="1104219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 Placeholder 46"/>
          <p:cNvSpPr>
            <a:spLocks noGrp="1"/>
          </p:cNvSpPr>
          <p:nvPr>
            <p:ph type="body" sz="quarter" idx="19"/>
          </p:nvPr>
        </p:nvSpPr>
        <p:spPr/>
        <p:txBody>
          <a:bodyPr/>
          <a:lstStyle/>
          <a:p>
            <a:r>
              <a:rPr lang="en-US" dirty="0"/>
              <a:t>Direct Investing (Wealth Management)</a:t>
            </a:r>
          </a:p>
        </p:txBody>
      </p:sp>
      <p:sp>
        <p:nvSpPr>
          <p:cNvPr id="48" name="Text Placeholder 47"/>
          <p:cNvSpPr>
            <a:spLocks noGrp="1"/>
          </p:cNvSpPr>
          <p:nvPr>
            <p:ph type="body" sz="quarter" idx="20"/>
          </p:nvPr>
        </p:nvSpPr>
        <p:spPr/>
        <p:txBody>
          <a:bodyPr/>
          <a:lstStyle/>
          <a:p>
            <a:r>
              <a:rPr lang="en-US" dirty="0"/>
              <a:t>SPOT FULFILLMENT</a:t>
            </a:r>
          </a:p>
        </p:txBody>
      </p:sp>
      <p:sp>
        <p:nvSpPr>
          <p:cNvPr id="49" name="Text Placeholder 48"/>
          <p:cNvSpPr>
            <a:spLocks noGrp="1"/>
          </p:cNvSpPr>
          <p:nvPr>
            <p:ph type="body" sz="quarter" idx="21"/>
          </p:nvPr>
        </p:nvSpPr>
        <p:spPr>
          <a:xfrm>
            <a:off x="2272764" y="2746008"/>
            <a:ext cx="3821648" cy="759558"/>
          </a:xfrm>
        </p:spPr>
        <p:txBody>
          <a:bodyPr/>
          <a:lstStyle/>
          <a:p>
            <a:r>
              <a:rPr lang="en-US" dirty="0">
                <a:solidFill>
                  <a:schemeClr val="tx1">
                    <a:lumMod val="75000"/>
                    <a:lumOff val="25000"/>
                  </a:schemeClr>
                </a:solidFill>
              </a:rPr>
              <a:t>Exploring multiple relationships within Digital Asset space (Coinbase, Anchorage, Paxos, </a:t>
            </a:r>
            <a:r>
              <a:rPr lang="en-US" dirty="0" err="1">
                <a:solidFill>
                  <a:schemeClr val="tx1">
                    <a:lumMod val="75000"/>
                    <a:lumOff val="25000"/>
                  </a:schemeClr>
                </a:solidFill>
              </a:rPr>
              <a:t>BitGo</a:t>
            </a:r>
            <a:r>
              <a:rPr lang="en-US" dirty="0">
                <a:solidFill>
                  <a:schemeClr val="tx1">
                    <a:lumMod val="75000"/>
                    <a:lumOff val="25000"/>
                  </a:schemeClr>
                </a:solidFill>
              </a:rPr>
              <a:t>, </a:t>
            </a:r>
            <a:r>
              <a:rPr lang="en-US" dirty="0" err="1">
                <a:solidFill>
                  <a:schemeClr val="tx1">
                    <a:lumMod val="75000"/>
                    <a:lumOff val="25000"/>
                  </a:schemeClr>
                </a:solidFill>
              </a:rPr>
              <a:t>Zerohash</a:t>
            </a:r>
            <a:r>
              <a:rPr lang="en-US" dirty="0">
                <a:solidFill>
                  <a:schemeClr val="tx1">
                    <a:lumMod val="75000"/>
                    <a:lumOff val="25000"/>
                  </a:schemeClr>
                </a:solidFill>
              </a:rPr>
              <a:t>, Standard Chartered). Deck Attached.</a:t>
            </a:r>
          </a:p>
          <a:p>
            <a:r>
              <a:rPr lang="en-US" sz="1050" b="1" dirty="0">
                <a:solidFill>
                  <a:schemeClr val="tx1">
                    <a:lumMod val="75000"/>
                    <a:lumOff val="25000"/>
                  </a:schemeClr>
                </a:solidFill>
              </a:rPr>
              <a:t>Upsell / Cross-sell (mapped existing fund movement)</a:t>
            </a:r>
          </a:p>
        </p:txBody>
      </p:sp>
      <p:sp>
        <p:nvSpPr>
          <p:cNvPr id="51" name="Text Placeholder 50"/>
          <p:cNvSpPr>
            <a:spLocks noGrp="1"/>
          </p:cNvSpPr>
          <p:nvPr>
            <p:ph type="body" sz="quarter" idx="23"/>
          </p:nvPr>
        </p:nvSpPr>
        <p:spPr/>
        <p:txBody>
          <a:bodyPr/>
          <a:lstStyle/>
          <a:p>
            <a:r>
              <a:rPr lang="en-US" dirty="0"/>
              <a:t>RBC Clear</a:t>
            </a:r>
          </a:p>
        </p:txBody>
      </p:sp>
      <p:sp>
        <p:nvSpPr>
          <p:cNvPr id="52" name="Text Placeholder 51"/>
          <p:cNvSpPr>
            <a:spLocks noGrp="1"/>
          </p:cNvSpPr>
          <p:nvPr>
            <p:ph type="body" sz="quarter" idx="24"/>
          </p:nvPr>
        </p:nvSpPr>
        <p:spPr/>
        <p:txBody>
          <a:bodyPr/>
          <a:lstStyle/>
          <a:p>
            <a:r>
              <a:rPr lang="en-US" dirty="0"/>
              <a:t>PLATFORM PROPOSAL / INTERNALIZATION</a:t>
            </a:r>
          </a:p>
        </p:txBody>
      </p:sp>
      <p:sp>
        <p:nvSpPr>
          <p:cNvPr id="54" name="Text Placeholder 53"/>
          <p:cNvSpPr>
            <a:spLocks noGrp="1"/>
          </p:cNvSpPr>
          <p:nvPr>
            <p:ph type="body" sz="quarter" idx="25"/>
          </p:nvPr>
        </p:nvSpPr>
        <p:spPr>
          <a:xfrm>
            <a:off x="2272764" y="4796798"/>
            <a:ext cx="3821648" cy="759558"/>
          </a:xfrm>
        </p:spPr>
        <p:txBody>
          <a:bodyPr/>
          <a:lstStyle/>
          <a:p>
            <a:r>
              <a:rPr lang="en-US" dirty="0">
                <a:solidFill>
                  <a:schemeClr val="tx1">
                    <a:lumMod val="75000"/>
                    <a:lumOff val="25000"/>
                  </a:schemeClr>
                </a:solidFill>
              </a:rPr>
              <a:t>Created a holistic view on what an RBC platform could look like. Clear really makes sense for Payments / Internalization.</a:t>
            </a:r>
          </a:p>
          <a:p>
            <a:r>
              <a:rPr lang="en-US" sz="1050" b="1" dirty="0">
                <a:solidFill>
                  <a:schemeClr val="tx1">
                    <a:lumMod val="75000"/>
                    <a:lumOff val="25000"/>
                  </a:schemeClr>
                </a:solidFill>
              </a:rPr>
              <a:t>Op Efficiency (requires legal guidance)</a:t>
            </a:r>
          </a:p>
        </p:txBody>
      </p:sp>
      <p:sp>
        <p:nvSpPr>
          <p:cNvPr id="55" name="Text Placeholder 54"/>
          <p:cNvSpPr>
            <a:spLocks noGrp="1"/>
          </p:cNvSpPr>
          <p:nvPr>
            <p:ph type="body" sz="quarter" idx="27"/>
          </p:nvPr>
        </p:nvSpPr>
        <p:spPr/>
        <p:txBody>
          <a:bodyPr/>
          <a:lstStyle/>
          <a:p>
            <a:r>
              <a:rPr lang="en-US" dirty="0"/>
              <a:t>Investor Services</a:t>
            </a:r>
          </a:p>
        </p:txBody>
      </p:sp>
      <p:sp>
        <p:nvSpPr>
          <p:cNvPr id="56" name="Text Placeholder 55"/>
          <p:cNvSpPr>
            <a:spLocks noGrp="1"/>
          </p:cNvSpPr>
          <p:nvPr>
            <p:ph type="body" sz="quarter" idx="28"/>
          </p:nvPr>
        </p:nvSpPr>
        <p:spPr/>
        <p:txBody>
          <a:bodyPr/>
          <a:lstStyle/>
          <a:p>
            <a:r>
              <a:rPr lang="en-US" dirty="0"/>
              <a:t>CUSTODY</a:t>
            </a:r>
          </a:p>
        </p:txBody>
      </p:sp>
      <p:sp>
        <p:nvSpPr>
          <p:cNvPr id="57" name="Text Placeholder 56"/>
          <p:cNvSpPr>
            <a:spLocks noGrp="1"/>
          </p:cNvSpPr>
          <p:nvPr>
            <p:ph type="body" sz="quarter" idx="29"/>
          </p:nvPr>
        </p:nvSpPr>
        <p:spPr>
          <a:xfrm>
            <a:off x="7921089" y="2791639"/>
            <a:ext cx="3880994" cy="759558"/>
          </a:xfrm>
        </p:spPr>
        <p:txBody>
          <a:bodyPr/>
          <a:lstStyle/>
          <a:p>
            <a:r>
              <a:rPr lang="en-US" dirty="0">
                <a:solidFill>
                  <a:schemeClr val="tx1">
                    <a:lumMod val="75000"/>
                    <a:lumOff val="25000"/>
                  </a:schemeClr>
                </a:solidFill>
              </a:rPr>
              <a:t>Exploring build-out of Custody services for RBC – my analogy is this is our fort </a:t>
            </a:r>
            <a:r>
              <a:rPr lang="en-US" dirty="0" err="1">
                <a:solidFill>
                  <a:schemeClr val="tx1">
                    <a:lumMod val="75000"/>
                    <a:lumOff val="25000"/>
                  </a:schemeClr>
                </a:solidFill>
              </a:rPr>
              <a:t>knox</a:t>
            </a:r>
            <a:r>
              <a:rPr lang="en-US" dirty="0">
                <a:solidFill>
                  <a:schemeClr val="tx1">
                    <a:lumMod val="75000"/>
                    <a:lumOff val="25000"/>
                  </a:schemeClr>
                </a:solidFill>
              </a:rPr>
              <a:t>… but we still have branches we keep money in.</a:t>
            </a:r>
          </a:p>
          <a:p>
            <a:r>
              <a:rPr lang="en-US" sz="1050" b="1" dirty="0">
                <a:solidFill>
                  <a:schemeClr val="tx1">
                    <a:lumMod val="75000"/>
                    <a:lumOff val="25000"/>
                  </a:schemeClr>
                </a:solidFill>
              </a:rPr>
              <a:t>Support Longterm holdings</a:t>
            </a:r>
          </a:p>
          <a:p>
            <a:endParaRPr lang="en-US" dirty="0">
              <a:solidFill>
                <a:schemeClr val="tx1">
                  <a:lumMod val="75000"/>
                  <a:lumOff val="25000"/>
                </a:schemeClr>
              </a:solidFill>
            </a:endParaRPr>
          </a:p>
        </p:txBody>
      </p:sp>
      <p:sp>
        <p:nvSpPr>
          <p:cNvPr id="58" name="Text Placeholder 57"/>
          <p:cNvSpPr>
            <a:spLocks noGrp="1"/>
          </p:cNvSpPr>
          <p:nvPr>
            <p:ph type="body" sz="quarter" idx="31"/>
          </p:nvPr>
        </p:nvSpPr>
        <p:spPr/>
        <p:txBody>
          <a:bodyPr/>
          <a:lstStyle/>
          <a:p>
            <a:r>
              <a:rPr lang="en-US" dirty="0"/>
              <a:t>CAOC and Center of Excellence</a:t>
            </a:r>
          </a:p>
        </p:txBody>
      </p:sp>
      <p:sp>
        <p:nvSpPr>
          <p:cNvPr id="11" name="Text Placeholder 10"/>
          <p:cNvSpPr>
            <a:spLocks noGrp="1"/>
          </p:cNvSpPr>
          <p:nvPr>
            <p:ph type="body" sz="quarter" idx="32"/>
          </p:nvPr>
        </p:nvSpPr>
        <p:spPr/>
        <p:txBody>
          <a:bodyPr/>
          <a:lstStyle/>
          <a:p>
            <a:r>
              <a:rPr lang="en-US" dirty="0"/>
              <a:t>OVERSIGHT</a:t>
            </a:r>
          </a:p>
        </p:txBody>
      </p:sp>
      <p:sp>
        <p:nvSpPr>
          <p:cNvPr id="10" name="Text Placeholder 9"/>
          <p:cNvSpPr>
            <a:spLocks noGrp="1"/>
          </p:cNvSpPr>
          <p:nvPr>
            <p:ph type="body" sz="quarter" idx="33"/>
          </p:nvPr>
        </p:nvSpPr>
        <p:spPr>
          <a:xfrm>
            <a:off x="7921089" y="4751548"/>
            <a:ext cx="3880994" cy="759558"/>
          </a:xfrm>
        </p:spPr>
        <p:txBody>
          <a:bodyPr/>
          <a:lstStyle/>
          <a:p>
            <a:r>
              <a:rPr lang="en-US" dirty="0" err="1">
                <a:solidFill>
                  <a:schemeClr val="tx1">
                    <a:lumMod val="75000"/>
                    <a:lumOff val="25000"/>
                  </a:schemeClr>
                </a:solidFill>
              </a:rPr>
              <a:t>CoE</a:t>
            </a:r>
            <a:r>
              <a:rPr lang="en-US" dirty="0">
                <a:solidFill>
                  <a:schemeClr val="tx1">
                    <a:lumMod val="75000"/>
                    <a:lumOff val="25000"/>
                  </a:schemeClr>
                </a:solidFill>
              </a:rPr>
              <a:t> being re-purposed as running RFI process and developing guidance for different groups. CAOC also will play a new role in the organization.</a:t>
            </a:r>
          </a:p>
          <a:p>
            <a:r>
              <a:rPr lang="en-US" sz="1050" b="1" dirty="0">
                <a:solidFill>
                  <a:schemeClr val="tx1">
                    <a:lumMod val="75000"/>
                    <a:lumOff val="25000"/>
                  </a:schemeClr>
                </a:solidFill>
              </a:rPr>
              <a:t>Oversight / Guidance</a:t>
            </a:r>
          </a:p>
        </p:txBody>
      </p:sp>
      <p:sp>
        <p:nvSpPr>
          <p:cNvPr id="2" name="Rectangle 1">
            <a:extLst>
              <a:ext uri="{FF2B5EF4-FFF2-40B4-BE49-F238E27FC236}">
                <a16:creationId xmlns:a16="http://schemas.microsoft.com/office/drawing/2014/main" id="{B2002CD5-87A4-0E80-9510-E3F2645EB6D5}"/>
              </a:ext>
            </a:extLst>
          </p:cNvPr>
          <p:cNvSpPr/>
          <p:nvPr/>
        </p:nvSpPr>
        <p:spPr>
          <a:xfrm rot="10800000">
            <a:off x="0" y="6343704"/>
            <a:ext cx="12188825" cy="518315"/>
          </a:xfrm>
          <a:prstGeom prst="rect">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ED2378A-6E6F-CB02-29A4-0C8C6452B3FF}"/>
              </a:ext>
            </a:extLst>
          </p:cNvPr>
          <p:cNvSpPr/>
          <p:nvPr/>
        </p:nvSpPr>
        <p:spPr>
          <a:xfrm rot="10800000">
            <a:off x="0" y="6071991"/>
            <a:ext cx="12188825" cy="301619"/>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827F9D6B-655D-CF67-0834-D3E710ACB70D}"/>
              </a:ext>
            </a:extLst>
          </p:cNvPr>
          <p:cNvPicPr>
            <a:picLocks noChangeAspect="1"/>
          </p:cNvPicPr>
          <p:nvPr/>
        </p:nvPicPr>
        <p:blipFill>
          <a:blip r:embed="rId2"/>
          <a:stretch>
            <a:fillRect/>
          </a:stretch>
        </p:blipFill>
        <p:spPr>
          <a:xfrm>
            <a:off x="11802083" y="6437567"/>
            <a:ext cx="337522" cy="337522"/>
          </a:xfrm>
          <a:prstGeom prst="rect">
            <a:avLst/>
          </a:prstGeom>
        </p:spPr>
      </p:pic>
      <p:sp>
        <p:nvSpPr>
          <p:cNvPr id="4" name="Text Placeholder 48">
            <a:extLst>
              <a:ext uri="{FF2B5EF4-FFF2-40B4-BE49-F238E27FC236}">
                <a16:creationId xmlns:a16="http://schemas.microsoft.com/office/drawing/2014/main" id="{13F69DAF-C6AB-FAEE-F765-A3942AA6C081}"/>
              </a:ext>
            </a:extLst>
          </p:cNvPr>
          <p:cNvSpPr txBox="1">
            <a:spLocks/>
          </p:cNvSpPr>
          <p:nvPr/>
        </p:nvSpPr>
        <p:spPr>
          <a:xfrm>
            <a:off x="761205" y="1072380"/>
            <a:ext cx="10546875" cy="944389"/>
          </a:xfrm>
          <a:prstGeom prst="rect">
            <a:avLst/>
          </a:prstGeom>
        </p:spPr>
        <p:txBody>
          <a:bodyPr lIns="0" tIns="0" rIns="0" bIns="0" anchor="t">
            <a:noAutofit/>
          </a:bodyPr>
          <a:lstStyle>
            <a:lvl1pPr marL="0" indent="0" algn="l" defTabSz="914126" rtl="0" eaLnBrk="1" latinLnBrk="0" hangingPunct="1">
              <a:lnSpc>
                <a:spcPct val="150000"/>
              </a:lnSpc>
              <a:spcBef>
                <a:spcPts val="1000"/>
              </a:spcBef>
              <a:buFont typeface="Arial" panose="020B0604020202020204" pitchFamily="34" charset="0"/>
              <a:buNone/>
              <a:defRPr sz="1200" kern="1200" baseline="0">
                <a:ln>
                  <a:noFill/>
                </a:ln>
                <a:solidFill>
                  <a:schemeClr val="tx1">
                    <a:lumMod val="50000"/>
                    <a:lumOff val="50000"/>
                  </a:schemeClr>
                </a:solidFill>
                <a:latin typeface="Raleway" charset="0"/>
                <a:ea typeface="Raleway" charset="0"/>
                <a:cs typeface="Raleway" charset="0"/>
              </a:defRPr>
            </a:lvl1pPr>
            <a:lvl2pPr marL="457063"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2pPr>
            <a:lvl3pPr marL="914126"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3pPr>
            <a:lvl4pPr marL="1371189"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4pPr>
            <a:lvl5pPr marL="1828252"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nSpc>
                <a:spcPct val="100000"/>
              </a:lnSpc>
              <a:spcBef>
                <a:spcPts val="0"/>
              </a:spcBef>
            </a:pPr>
            <a:r>
              <a:rPr lang="en-US" b="1" dirty="0">
                <a:solidFill>
                  <a:schemeClr val="tx1">
                    <a:lumMod val="75000"/>
                    <a:lumOff val="25000"/>
                  </a:schemeClr>
                </a:solidFill>
              </a:rPr>
              <a:t>1/ Approved </a:t>
            </a:r>
            <a:r>
              <a:rPr lang="en-US" b="1" dirty="0" err="1">
                <a:solidFill>
                  <a:schemeClr val="tx1">
                    <a:lumMod val="75000"/>
                    <a:lumOff val="25000"/>
                  </a:schemeClr>
                </a:solidFill>
              </a:rPr>
              <a:t>PoCs</a:t>
            </a:r>
            <a:r>
              <a:rPr lang="en-US" b="1" dirty="0">
                <a:solidFill>
                  <a:schemeClr val="tx1">
                    <a:lumMod val="75000"/>
                    <a:lumOff val="25000"/>
                  </a:schemeClr>
                </a:solidFill>
              </a:rPr>
              <a:t> for </a:t>
            </a:r>
            <a:r>
              <a:rPr lang="en-US" b="1" dirty="0" err="1">
                <a:solidFill>
                  <a:schemeClr val="tx1">
                    <a:lumMod val="75000"/>
                    <a:lumOff val="25000"/>
                  </a:schemeClr>
                </a:solidFill>
              </a:rPr>
              <a:t>Commerical</a:t>
            </a:r>
            <a:r>
              <a:rPr lang="en-US" b="1" dirty="0">
                <a:solidFill>
                  <a:schemeClr val="tx1">
                    <a:lumMod val="75000"/>
                    <a:lumOff val="25000"/>
                  </a:schemeClr>
                </a:solidFill>
              </a:rPr>
              <a:t> Paper / Tokenized Structured Notes.</a:t>
            </a:r>
          </a:p>
          <a:p>
            <a:pPr>
              <a:lnSpc>
                <a:spcPct val="100000"/>
              </a:lnSpc>
              <a:spcBef>
                <a:spcPts val="0"/>
              </a:spcBef>
            </a:pPr>
            <a:r>
              <a:rPr lang="en-US" b="1" dirty="0">
                <a:solidFill>
                  <a:schemeClr val="tx1">
                    <a:lumMod val="75000"/>
                    <a:lumOff val="25000"/>
                  </a:schemeClr>
                </a:solidFill>
              </a:rPr>
              <a:t>2/ Approved engagements with Industry Participation (</a:t>
            </a:r>
            <a:r>
              <a:rPr lang="en-US" b="1" dirty="0" err="1">
                <a:solidFill>
                  <a:schemeClr val="tx1">
                    <a:lumMod val="75000"/>
                    <a:lumOff val="25000"/>
                  </a:schemeClr>
                </a:solidFill>
              </a:rPr>
              <a:t>CanDeal</a:t>
            </a:r>
            <a:r>
              <a:rPr lang="en-US" b="1" dirty="0">
                <a:solidFill>
                  <a:schemeClr val="tx1">
                    <a:lumMod val="75000"/>
                    <a:lumOff val="25000"/>
                  </a:schemeClr>
                </a:solidFill>
              </a:rPr>
              <a:t> // Agora // DTCC)</a:t>
            </a:r>
          </a:p>
          <a:p>
            <a:pPr>
              <a:lnSpc>
                <a:spcPct val="100000"/>
              </a:lnSpc>
              <a:spcBef>
                <a:spcPts val="0"/>
              </a:spcBef>
            </a:pPr>
            <a:r>
              <a:rPr lang="en-US" dirty="0">
                <a:solidFill>
                  <a:schemeClr val="tx1">
                    <a:lumMod val="75000"/>
                    <a:lumOff val="25000"/>
                  </a:schemeClr>
                </a:solidFill>
              </a:rPr>
              <a:t>What’s Next:</a:t>
            </a:r>
          </a:p>
          <a:p>
            <a:pPr>
              <a:lnSpc>
                <a:spcPct val="100000"/>
              </a:lnSpc>
              <a:spcBef>
                <a:spcPts val="0"/>
              </a:spcBef>
            </a:pPr>
            <a:r>
              <a:rPr lang="en-US" dirty="0">
                <a:solidFill>
                  <a:schemeClr val="tx1">
                    <a:lumMod val="75000"/>
                    <a:lumOff val="25000"/>
                  </a:schemeClr>
                </a:solidFill>
              </a:rPr>
              <a:t>3/ Foundations PAR – including Comprehensive Approach (addressing punitive treatment by OSFI) – </a:t>
            </a:r>
            <a:r>
              <a:rPr lang="en-US" sz="900" dirty="0">
                <a:solidFill>
                  <a:schemeClr val="tx1">
                    <a:lumMod val="75000"/>
                    <a:lumOff val="25000"/>
                  </a:schemeClr>
                </a:solidFill>
              </a:rPr>
              <a:t>Enterprise also pursuing PAR (complimentary not competitive)</a:t>
            </a:r>
          </a:p>
          <a:p>
            <a:pPr>
              <a:lnSpc>
                <a:spcPct val="100000"/>
              </a:lnSpc>
              <a:spcBef>
                <a:spcPts val="0"/>
              </a:spcBef>
            </a:pPr>
            <a:r>
              <a:rPr lang="en-US" dirty="0">
                <a:solidFill>
                  <a:schemeClr val="tx1">
                    <a:lumMod val="75000"/>
                    <a:lumOff val="25000"/>
                  </a:schemeClr>
                </a:solidFill>
              </a:rPr>
              <a:t>4/ Review next set of </a:t>
            </a:r>
            <a:r>
              <a:rPr lang="en-US" dirty="0" err="1">
                <a:solidFill>
                  <a:schemeClr val="tx1">
                    <a:lumMod val="75000"/>
                    <a:lumOff val="25000"/>
                  </a:schemeClr>
                </a:solidFill>
              </a:rPr>
              <a:t>PoCs</a:t>
            </a:r>
            <a:r>
              <a:rPr lang="en-US" dirty="0">
                <a:solidFill>
                  <a:schemeClr val="tx1">
                    <a:lumMod val="75000"/>
                    <a:lumOff val="25000"/>
                  </a:schemeClr>
                </a:solidFill>
              </a:rPr>
              <a:t> – Captured in opportunity tracker (Monetization of N/S corridor on Canton – socialized with Lindsay)</a:t>
            </a:r>
          </a:p>
        </p:txBody>
      </p:sp>
      <p:sp>
        <p:nvSpPr>
          <p:cNvPr id="7" name="Text Placeholder 6">
            <a:extLst>
              <a:ext uri="{FF2B5EF4-FFF2-40B4-BE49-F238E27FC236}">
                <a16:creationId xmlns:a16="http://schemas.microsoft.com/office/drawing/2014/main" id="{3F26B6B9-32A6-E9DB-1B1B-71C2676F4E87}"/>
              </a:ext>
            </a:extLst>
          </p:cNvPr>
          <p:cNvSpPr>
            <a:spLocks noGrp="1"/>
          </p:cNvSpPr>
          <p:nvPr>
            <p:ph type="body" sz="quarter" idx="11"/>
          </p:nvPr>
        </p:nvSpPr>
        <p:spPr/>
        <p:txBody>
          <a:bodyPr/>
          <a:lstStyle/>
          <a:p>
            <a:r>
              <a:rPr lang="en-US" dirty="0"/>
              <a:t>CM STEERCO</a:t>
            </a:r>
          </a:p>
        </p:txBody>
      </p:sp>
      <p:sp>
        <p:nvSpPr>
          <p:cNvPr id="8" name="Text Placeholder 2">
            <a:extLst>
              <a:ext uri="{FF2B5EF4-FFF2-40B4-BE49-F238E27FC236}">
                <a16:creationId xmlns:a16="http://schemas.microsoft.com/office/drawing/2014/main" id="{49EDA279-2647-C4FE-4A37-DCFD04D6A2F8}"/>
              </a:ext>
            </a:extLst>
          </p:cNvPr>
          <p:cNvSpPr txBox="1">
            <a:spLocks/>
          </p:cNvSpPr>
          <p:nvPr/>
        </p:nvSpPr>
        <p:spPr>
          <a:xfrm>
            <a:off x="47767" y="60063"/>
            <a:ext cx="6359892" cy="457200"/>
          </a:xfrm>
          <a:prstGeom prst="rect">
            <a:avLst/>
          </a:prstGeom>
          <a:noFill/>
        </p:spPr>
        <p:txBody>
          <a:bodyPr vert="horz" wrap="none" lIns="0" tIns="91440" rIns="0" bIns="0" anchor="t" anchorCtr="0">
            <a:noAutofit/>
          </a:bodyPr>
          <a:lstStyle>
            <a:lvl1pPr marL="0" indent="0" algn="ctr" defTabSz="914126" rtl="0" eaLnBrk="1" latinLnBrk="0" hangingPunct="1">
              <a:lnSpc>
                <a:spcPct val="90000"/>
              </a:lnSpc>
              <a:spcBef>
                <a:spcPts val="1000"/>
              </a:spcBef>
              <a:buFont typeface="Arial" panose="020B0604020202020204" pitchFamily="34" charset="0"/>
              <a:buNone/>
              <a:defRPr sz="3000" b="1" i="0" kern="1200" baseline="0">
                <a:solidFill>
                  <a:schemeClr val="tx1">
                    <a:lumMod val="75000"/>
                    <a:lumOff val="25000"/>
                  </a:schemeClr>
                </a:solidFill>
                <a:latin typeface="Raleway" charset="0"/>
                <a:ea typeface="Raleway" charset="0"/>
                <a:cs typeface="Raleway" charset="0"/>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pPr algn="l"/>
            <a:r>
              <a:rPr lang="en-US" dirty="0"/>
              <a:t> DIGITAL ASSET FIRM UPDATES</a:t>
            </a:r>
          </a:p>
        </p:txBody>
      </p:sp>
      <p:pic>
        <p:nvPicPr>
          <p:cNvPr id="13" name="Picture 12">
            <a:extLst>
              <a:ext uri="{FF2B5EF4-FFF2-40B4-BE49-F238E27FC236}">
                <a16:creationId xmlns:a16="http://schemas.microsoft.com/office/drawing/2014/main" id="{05810B40-DC0B-5FF3-F7EA-2F9FDF18FC6B}"/>
              </a:ext>
            </a:extLst>
          </p:cNvPr>
          <p:cNvPicPr>
            <a:picLocks noChangeAspect="1"/>
          </p:cNvPicPr>
          <p:nvPr/>
        </p:nvPicPr>
        <p:blipFill>
          <a:blip r:embed="rId3"/>
          <a:srcRect l="53650" t="22235" r="36333" b="59864"/>
          <a:stretch>
            <a:fillRect/>
          </a:stretch>
        </p:blipFill>
        <p:spPr>
          <a:xfrm>
            <a:off x="6673791" y="2496485"/>
            <a:ext cx="859774" cy="838051"/>
          </a:xfrm>
          <a:prstGeom prst="rect">
            <a:avLst/>
          </a:prstGeom>
        </p:spPr>
      </p:pic>
      <p:pic>
        <p:nvPicPr>
          <p:cNvPr id="14" name="Picture 13">
            <a:extLst>
              <a:ext uri="{FF2B5EF4-FFF2-40B4-BE49-F238E27FC236}">
                <a16:creationId xmlns:a16="http://schemas.microsoft.com/office/drawing/2014/main" id="{114DFCDE-4E62-BE32-9E72-F811C6EB8E2A}"/>
              </a:ext>
            </a:extLst>
          </p:cNvPr>
          <p:cNvPicPr>
            <a:picLocks noChangeAspect="1"/>
          </p:cNvPicPr>
          <p:nvPr/>
        </p:nvPicPr>
        <p:blipFill>
          <a:blip r:embed="rId3"/>
          <a:srcRect l="24176" t="22497" r="65807" b="59602"/>
          <a:stretch>
            <a:fillRect/>
          </a:stretch>
        </p:blipFill>
        <p:spPr>
          <a:xfrm>
            <a:off x="1025466" y="2487198"/>
            <a:ext cx="859774" cy="838051"/>
          </a:xfrm>
          <a:prstGeom prst="rect">
            <a:avLst/>
          </a:prstGeom>
        </p:spPr>
      </p:pic>
      <p:pic>
        <p:nvPicPr>
          <p:cNvPr id="15" name="Picture 14">
            <a:extLst>
              <a:ext uri="{FF2B5EF4-FFF2-40B4-BE49-F238E27FC236}">
                <a16:creationId xmlns:a16="http://schemas.microsoft.com/office/drawing/2014/main" id="{829143D6-7C38-ACF4-B4D1-72A224731C22}"/>
              </a:ext>
            </a:extLst>
          </p:cNvPr>
          <p:cNvPicPr>
            <a:picLocks noChangeAspect="1"/>
          </p:cNvPicPr>
          <p:nvPr/>
        </p:nvPicPr>
        <p:blipFill>
          <a:blip r:embed="rId3"/>
          <a:srcRect l="23787" t="68345" r="66196" b="13754"/>
          <a:stretch>
            <a:fillRect/>
          </a:stretch>
        </p:blipFill>
        <p:spPr>
          <a:xfrm>
            <a:off x="1025466" y="4556161"/>
            <a:ext cx="859774" cy="838051"/>
          </a:xfrm>
          <a:prstGeom prst="rect">
            <a:avLst/>
          </a:prstGeom>
        </p:spPr>
      </p:pic>
      <p:pic>
        <p:nvPicPr>
          <p:cNvPr id="16" name="Picture 15">
            <a:extLst>
              <a:ext uri="{FF2B5EF4-FFF2-40B4-BE49-F238E27FC236}">
                <a16:creationId xmlns:a16="http://schemas.microsoft.com/office/drawing/2014/main" id="{984A05D6-267B-A6D5-81FB-8C9B367CBEB1}"/>
              </a:ext>
            </a:extLst>
          </p:cNvPr>
          <p:cNvPicPr>
            <a:picLocks noChangeAspect="1"/>
          </p:cNvPicPr>
          <p:nvPr/>
        </p:nvPicPr>
        <p:blipFill>
          <a:blip r:embed="rId3"/>
          <a:srcRect l="81397" t="67665" r="8586" b="14434"/>
          <a:stretch>
            <a:fillRect/>
          </a:stretch>
        </p:blipFill>
        <p:spPr>
          <a:xfrm>
            <a:off x="6673791" y="4556160"/>
            <a:ext cx="859774" cy="838051"/>
          </a:xfrm>
          <a:prstGeom prst="rect">
            <a:avLst/>
          </a:prstGeom>
        </p:spPr>
      </p:pic>
    </p:spTree>
    <p:extLst>
      <p:ext uri="{BB962C8B-B14F-4D97-AF65-F5344CB8AC3E}">
        <p14:creationId xmlns:p14="http://schemas.microsoft.com/office/powerpoint/2010/main" val="783898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 name="TextBox 455"/>
          <p:cNvSpPr txBox="1"/>
          <p:nvPr/>
        </p:nvSpPr>
        <p:spPr>
          <a:xfrm>
            <a:off x="785903" y="700309"/>
            <a:ext cx="2815530" cy="478080"/>
          </a:xfrm>
          <a:prstGeom prst="rect">
            <a:avLst/>
          </a:prstGeom>
          <a:noFill/>
        </p:spPr>
        <p:txBody>
          <a:bodyPr wrap="square" lIns="0" tIns="0" rIns="0" bIns="0" rtlCol="0" anchor="t">
            <a:spAutoFit/>
          </a:bodyPr>
          <a:lstStyle/>
          <a:p>
            <a:pPr>
              <a:lnSpc>
                <a:spcPct val="150000"/>
              </a:lnSpc>
            </a:pPr>
            <a:r>
              <a:rPr lang="en-US" sz="1100" dirty="0">
                <a:solidFill>
                  <a:schemeClr val="tx1">
                    <a:lumMod val="75000"/>
                    <a:lumOff val="25000"/>
                  </a:schemeClr>
                </a:solidFill>
                <a:latin typeface="Raleway" panose="020B0003030101060003" pitchFamily="34" charset="0"/>
                <a:ea typeface="Raleway" charset="0"/>
                <a:cs typeface="Raleway" charset="0"/>
              </a:rPr>
              <a:t>RBC has seat of engagement on OSFI – Market remains immature.</a:t>
            </a:r>
          </a:p>
        </p:txBody>
      </p:sp>
      <p:sp>
        <p:nvSpPr>
          <p:cNvPr id="457" name="Oval 456"/>
          <p:cNvSpPr/>
          <p:nvPr/>
        </p:nvSpPr>
        <p:spPr bwMode="auto">
          <a:xfrm>
            <a:off x="124245" y="734006"/>
            <a:ext cx="445201" cy="445201"/>
          </a:xfrm>
          <a:prstGeom prst="ellipse">
            <a:avLst/>
          </a:prstGeom>
          <a:solidFill>
            <a:schemeClr val="tx1">
              <a:lumMod val="65000"/>
              <a:lumOff val="35000"/>
            </a:schemeClr>
          </a:solidFill>
          <a:ln>
            <a:noFill/>
          </a:ln>
        </p:spPr>
        <p:txBody>
          <a:bodyPr vert="horz" wrap="square" lIns="121920" tIns="60960" rIns="121920" bIns="60960" numCol="1" rtlCol="0" anchor="ctr" anchorCtr="0" compatLnSpc="1">
            <a:prstTxWarp prst="textNoShape">
              <a:avLst/>
            </a:prstTxWarp>
          </a:bodyPr>
          <a:lstStyle/>
          <a:p>
            <a:pPr algn="ctr"/>
            <a:r>
              <a:rPr lang="en-US" dirty="0">
                <a:solidFill>
                  <a:schemeClr val="bg1"/>
                </a:solidFill>
                <a:latin typeface="Raleway" charset="0"/>
                <a:ea typeface="Raleway" charset="0"/>
                <a:cs typeface="Raleway" charset="0"/>
              </a:rPr>
              <a:t>1</a:t>
            </a:r>
          </a:p>
        </p:txBody>
      </p:sp>
      <p:sp>
        <p:nvSpPr>
          <p:cNvPr id="2" name="Rectangle 1">
            <a:extLst>
              <a:ext uri="{FF2B5EF4-FFF2-40B4-BE49-F238E27FC236}">
                <a16:creationId xmlns:a16="http://schemas.microsoft.com/office/drawing/2014/main" id="{2808BD2A-E5BF-86AB-989A-B1220BE74A83}"/>
              </a:ext>
            </a:extLst>
          </p:cNvPr>
          <p:cNvSpPr/>
          <p:nvPr/>
        </p:nvSpPr>
        <p:spPr>
          <a:xfrm>
            <a:off x="0" y="6339684"/>
            <a:ext cx="12188825" cy="518315"/>
          </a:xfrm>
          <a:prstGeom prst="rect">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67AC3DBE-8C8B-FF65-9386-4F6DAD15AFF4}"/>
              </a:ext>
            </a:extLst>
          </p:cNvPr>
          <p:cNvSpPr/>
          <p:nvPr/>
        </p:nvSpPr>
        <p:spPr>
          <a:xfrm>
            <a:off x="0" y="6039118"/>
            <a:ext cx="12188825" cy="301619"/>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2" name="Text Placeholder 2">
            <a:extLst>
              <a:ext uri="{FF2B5EF4-FFF2-40B4-BE49-F238E27FC236}">
                <a16:creationId xmlns:a16="http://schemas.microsoft.com/office/drawing/2014/main" id="{31E4D4C8-CAFE-C0BA-84B9-3AB81A7F2B63}"/>
              </a:ext>
            </a:extLst>
          </p:cNvPr>
          <p:cNvSpPr txBox="1">
            <a:spLocks/>
          </p:cNvSpPr>
          <p:nvPr/>
        </p:nvSpPr>
        <p:spPr>
          <a:xfrm>
            <a:off x="-27601" y="60063"/>
            <a:ext cx="6435260" cy="457200"/>
          </a:xfrm>
          <a:prstGeom prst="rect">
            <a:avLst/>
          </a:prstGeom>
          <a:noFill/>
        </p:spPr>
        <p:txBody>
          <a:bodyPr vert="horz" wrap="none" lIns="0" tIns="91440" rIns="0" bIns="0" anchor="t" anchorCtr="0">
            <a:noAutofit/>
          </a:bodyPr>
          <a:lstStyle>
            <a:lvl1pPr marL="0" indent="0" algn="ctr" defTabSz="914126" rtl="0" eaLnBrk="1" latinLnBrk="0" hangingPunct="1">
              <a:lnSpc>
                <a:spcPct val="90000"/>
              </a:lnSpc>
              <a:spcBef>
                <a:spcPts val="1000"/>
              </a:spcBef>
              <a:buFont typeface="Arial" panose="020B0604020202020204" pitchFamily="34" charset="0"/>
              <a:buNone/>
              <a:defRPr sz="3000" b="1" i="0" kern="1200" baseline="0">
                <a:solidFill>
                  <a:schemeClr val="tx1">
                    <a:lumMod val="75000"/>
                    <a:lumOff val="25000"/>
                  </a:schemeClr>
                </a:solidFill>
                <a:latin typeface="Raleway" charset="0"/>
                <a:ea typeface="Raleway" charset="0"/>
                <a:cs typeface="Raleway" charset="0"/>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dirty="0"/>
              <a:t>GLOBAL FOOTPRINT</a:t>
            </a:r>
          </a:p>
        </p:txBody>
      </p:sp>
      <p:sp>
        <p:nvSpPr>
          <p:cNvPr id="572" name="TextBox 571">
            <a:extLst>
              <a:ext uri="{FF2B5EF4-FFF2-40B4-BE49-F238E27FC236}">
                <a16:creationId xmlns:a16="http://schemas.microsoft.com/office/drawing/2014/main" id="{530834B4-690D-C540-B246-E73CEDCCF1E4}"/>
              </a:ext>
            </a:extLst>
          </p:cNvPr>
          <p:cNvSpPr txBox="1"/>
          <p:nvPr/>
        </p:nvSpPr>
        <p:spPr>
          <a:xfrm>
            <a:off x="745254" y="1344087"/>
            <a:ext cx="2684593" cy="478080"/>
          </a:xfrm>
          <a:prstGeom prst="rect">
            <a:avLst/>
          </a:prstGeom>
          <a:noFill/>
        </p:spPr>
        <p:txBody>
          <a:bodyPr wrap="square" lIns="0" tIns="0" rIns="0" bIns="0" rtlCol="0" anchor="t">
            <a:spAutoFit/>
          </a:bodyPr>
          <a:lstStyle/>
          <a:p>
            <a:pPr>
              <a:lnSpc>
                <a:spcPct val="150000"/>
              </a:lnSpc>
            </a:pPr>
            <a:r>
              <a:rPr lang="en-US" sz="1100" dirty="0">
                <a:solidFill>
                  <a:schemeClr val="tx1">
                    <a:lumMod val="75000"/>
                    <a:lumOff val="25000"/>
                  </a:schemeClr>
                </a:solidFill>
                <a:latin typeface="Raleway" panose="020B0003030101060003" pitchFamily="34" charset="0"/>
              </a:rPr>
              <a:t>USA passed Genius Act – missed the recess cut-off on Clarity ACT.</a:t>
            </a:r>
            <a:endParaRPr lang="en-US" sz="1100" b="1" dirty="0">
              <a:solidFill>
                <a:schemeClr val="tx1">
                  <a:lumMod val="75000"/>
                  <a:lumOff val="25000"/>
                </a:schemeClr>
              </a:solidFill>
              <a:latin typeface="Raleway" panose="020B0003030101060003" pitchFamily="34" charset="0"/>
              <a:ea typeface="Raleway" charset="0"/>
              <a:cs typeface="Raleway" charset="0"/>
            </a:endParaRPr>
          </a:p>
        </p:txBody>
      </p:sp>
      <p:sp>
        <p:nvSpPr>
          <p:cNvPr id="573" name="Oval 572">
            <a:extLst>
              <a:ext uri="{FF2B5EF4-FFF2-40B4-BE49-F238E27FC236}">
                <a16:creationId xmlns:a16="http://schemas.microsoft.com/office/drawing/2014/main" id="{C8359EB6-0010-4271-2AB7-298DC22DE2AD}"/>
              </a:ext>
            </a:extLst>
          </p:cNvPr>
          <p:cNvSpPr/>
          <p:nvPr/>
        </p:nvSpPr>
        <p:spPr bwMode="auto">
          <a:xfrm>
            <a:off x="124245" y="1420439"/>
            <a:ext cx="445201" cy="445201"/>
          </a:xfrm>
          <a:prstGeom prst="ellipse">
            <a:avLst/>
          </a:prstGeom>
          <a:solidFill>
            <a:schemeClr val="tx1">
              <a:lumMod val="65000"/>
              <a:lumOff val="35000"/>
            </a:schemeClr>
          </a:solidFill>
          <a:ln>
            <a:noFill/>
          </a:ln>
        </p:spPr>
        <p:txBody>
          <a:bodyPr vert="horz" wrap="square" lIns="121920" tIns="60960" rIns="121920" bIns="60960" numCol="1" rtlCol="0" anchor="ctr" anchorCtr="0" compatLnSpc="1">
            <a:prstTxWarp prst="textNoShape">
              <a:avLst/>
            </a:prstTxWarp>
          </a:bodyPr>
          <a:lstStyle/>
          <a:p>
            <a:pPr algn="ctr"/>
            <a:r>
              <a:rPr lang="en-US" dirty="0">
                <a:solidFill>
                  <a:schemeClr val="bg1"/>
                </a:solidFill>
                <a:latin typeface="Raleway" charset="0"/>
                <a:ea typeface="Raleway" charset="0"/>
                <a:cs typeface="Raleway" charset="0"/>
              </a:rPr>
              <a:t>2</a:t>
            </a:r>
          </a:p>
        </p:txBody>
      </p:sp>
      <p:pic>
        <p:nvPicPr>
          <p:cNvPr id="575" name="Picture 574">
            <a:extLst>
              <a:ext uri="{FF2B5EF4-FFF2-40B4-BE49-F238E27FC236}">
                <a16:creationId xmlns:a16="http://schemas.microsoft.com/office/drawing/2014/main" id="{918C647F-CA21-1794-D602-ABB5938A6D16}"/>
              </a:ext>
            </a:extLst>
          </p:cNvPr>
          <p:cNvPicPr>
            <a:picLocks noChangeAspect="1"/>
          </p:cNvPicPr>
          <p:nvPr/>
        </p:nvPicPr>
        <p:blipFill>
          <a:blip r:embed="rId2"/>
          <a:stretch>
            <a:fillRect/>
          </a:stretch>
        </p:blipFill>
        <p:spPr>
          <a:xfrm>
            <a:off x="11802083" y="6437567"/>
            <a:ext cx="337522" cy="337522"/>
          </a:xfrm>
          <a:prstGeom prst="rect">
            <a:avLst/>
          </a:prstGeom>
        </p:spPr>
      </p:pic>
      <p:sp>
        <p:nvSpPr>
          <p:cNvPr id="576" name="Rectangle 575">
            <a:extLst>
              <a:ext uri="{FF2B5EF4-FFF2-40B4-BE49-F238E27FC236}">
                <a16:creationId xmlns:a16="http://schemas.microsoft.com/office/drawing/2014/main" id="{2CAA01F9-99F8-6E9D-B8C3-51633D76FC48}"/>
              </a:ext>
            </a:extLst>
          </p:cNvPr>
          <p:cNvSpPr/>
          <p:nvPr/>
        </p:nvSpPr>
        <p:spPr>
          <a:xfrm>
            <a:off x="5690778" y="2989917"/>
            <a:ext cx="320040" cy="29593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8" name="TextBox 447">
            <a:extLst>
              <a:ext uri="{FF2B5EF4-FFF2-40B4-BE49-F238E27FC236}">
                <a16:creationId xmlns:a16="http://schemas.microsoft.com/office/drawing/2014/main" id="{0155A009-BFF1-6A32-1103-8F073E45166C}"/>
              </a:ext>
            </a:extLst>
          </p:cNvPr>
          <p:cNvSpPr txBox="1"/>
          <p:nvPr/>
        </p:nvSpPr>
        <p:spPr>
          <a:xfrm>
            <a:off x="790127" y="2079327"/>
            <a:ext cx="2733830" cy="1239827"/>
          </a:xfrm>
          <a:prstGeom prst="rect">
            <a:avLst/>
          </a:prstGeom>
          <a:noFill/>
        </p:spPr>
        <p:txBody>
          <a:bodyPr wrap="square" lIns="0" tIns="0" rIns="0" bIns="0" rtlCol="0" anchor="t">
            <a:spAutoFit/>
          </a:bodyPr>
          <a:lstStyle/>
          <a:p>
            <a:pPr>
              <a:lnSpc>
                <a:spcPct val="150000"/>
              </a:lnSpc>
            </a:pPr>
            <a:r>
              <a:rPr lang="en-US" sz="1100" dirty="0">
                <a:solidFill>
                  <a:schemeClr val="tx1">
                    <a:lumMod val="75000"/>
                    <a:lumOff val="25000"/>
                  </a:schemeClr>
                </a:solidFill>
                <a:latin typeface="Raleway" panose="020B0003030101060003" pitchFamily="34" charset="0"/>
              </a:rPr>
              <a:t>As we do Europa, incremental cost will be relatively negligible to get </a:t>
            </a:r>
            <a:r>
              <a:rPr lang="en-US" sz="1100" dirty="0" err="1">
                <a:solidFill>
                  <a:schemeClr val="tx1">
                    <a:lumMod val="75000"/>
                    <a:lumOff val="25000"/>
                  </a:schemeClr>
                </a:solidFill>
                <a:latin typeface="Raleway" panose="020B0003030101060003" pitchFamily="34" charset="0"/>
              </a:rPr>
              <a:t>MiCA</a:t>
            </a:r>
            <a:r>
              <a:rPr lang="en-US" sz="1100" dirty="0">
                <a:solidFill>
                  <a:schemeClr val="tx1">
                    <a:lumMod val="75000"/>
                    <a:lumOff val="25000"/>
                  </a:schemeClr>
                </a:solidFill>
                <a:latin typeface="Raleway" panose="020B0003030101060003" pitchFamily="34" charset="0"/>
              </a:rPr>
              <a:t> license – however need to ensure meet all requirements. </a:t>
            </a:r>
          </a:p>
          <a:p>
            <a:pPr>
              <a:lnSpc>
                <a:spcPct val="150000"/>
              </a:lnSpc>
            </a:pPr>
            <a:r>
              <a:rPr lang="en-US" sz="1100" b="1" dirty="0">
                <a:solidFill>
                  <a:schemeClr val="tx1">
                    <a:lumMod val="75000"/>
                    <a:lumOff val="25000"/>
                  </a:schemeClr>
                </a:solidFill>
                <a:latin typeface="Raleway" panose="020B0003030101060003" pitchFamily="34" charset="0"/>
              </a:rPr>
              <a:t>Opportunity Unlock</a:t>
            </a:r>
            <a:endParaRPr lang="en-US" sz="1100" dirty="0">
              <a:solidFill>
                <a:schemeClr val="tx1">
                  <a:lumMod val="75000"/>
                  <a:lumOff val="25000"/>
                </a:schemeClr>
              </a:solidFill>
              <a:latin typeface="Raleway" panose="020B0003030101060003" pitchFamily="34" charset="0"/>
              <a:ea typeface="Raleway" charset="0"/>
              <a:cs typeface="Raleway" charset="0"/>
            </a:endParaRPr>
          </a:p>
        </p:txBody>
      </p:sp>
      <p:sp>
        <p:nvSpPr>
          <p:cNvPr id="449" name="Oval 448">
            <a:extLst>
              <a:ext uri="{FF2B5EF4-FFF2-40B4-BE49-F238E27FC236}">
                <a16:creationId xmlns:a16="http://schemas.microsoft.com/office/drawing/2014/main" id="{9410ABA8-9460-7552-6614-22F842A18164}"/>
              </a:ext>
            </a:extLst>
          </p:cNvPr>
          <p:cNvSpPr/>
          <p:nvPr/>
        </p:nvSpPr>
        <p:spPr bwMode="auto">
          <a:xfrm>
            <a:off x="124245" y="2111185"/>
            <a:ext cx="445201" cy="445201"/>
          </a:xfrm>
          <a:prstGeom prst="ellipse">
            <a:avLst/>
          </a:prstGeom>
          <a:solidFill>
            <a:schemeClr val="tx1">
              <a:lumMod val="65000"/>
              <a:lumOff val="35000"/>
            </a:schemeClr>
          </a:solidFill>
          <a:ln>
            <a:noFill/>
          </a:ln>
        </p:spPr>
        <p:txBody>
          <a:bodyPr vert="horz" wrap="square" lIns="121920" tIns="60960" rIns="121920" bIns="60960" numCol="1" rtlCol="0" anchor="ctr" anchorCtr="0" compatLnSpc="1">
            <a:prstTxWarp prst="textNoShape">
              <a:avLst/>
            </a:prstTxWarp>
          </a:bodyPr>
          <a:lstStyle/>
          <a:p>
            <a:pPr algn="ctr"/>
            <a:r>
              <a:rPr lang="en-US" dirty="0">
                <a:solidFill>
                  <a:schemeClr val="bg1"/>
                </a:solidFill>
                <a:latin typeface="Raleway" charset="0"/>
                <a:ea typeface="Raleway" charset="0"/>
                <a:cs typeface="Raleway" charset="0"/>
              </a:rPr>
              <a:t>3</a:t>
            </a:r>
          </a:p>
        </p:txBody>
      </p:sp>
      <p:pic>
        <p:nvPicPr>
          <p:cNvPr id="6" name="Picture 5">
            <a:extLst>
              <a:ext uri="{FF2B5EF4-FFF2-40B4-BE49-F238E27FC236}">
                <a16:creationId xmlns:a16="http://schemas.microsoft.com/office/drawing/2014/main" id="{E4C07931-44EA-9AC9-F652-C622023D2F53}"/>
              </a:ext>
            </a:extLst>
          </p:cNvPr>
          <p:cNvPicPr>
            <a:picLocks noChangeAspect="1"/>
          </p:cNvPicPr>
          <p:nvPr/>
        </p:nvPicPr>
        <p:blipFill>
          <a:blip r:embed="rId3"/>
          <a:stretch>
            <a:fillRect/>
          </a:stretch>
        </p:blipFill>
        <p:spPr>
          <a:xfrm>
            <a:off x="3605657" y="734006"/>
            <a:ext cx="8583168" cy="5305111"/>
          </a:xfrm>
          <a:prstGeom prst="rect">
            <a:avLst/>
          </a:prstGeom>
        </p:spPr>
      </p:pic>
      <p:sp>
        <p:nvSpPr>
          <p:cNvPr id="7" name="Oval 6">
            <a:extLst>
              <a:ext uri="{FF2B5EF4-FFF2-40B4-BE49-F238E27FC236}">
                <a16:creationId xmlns:a16="http://schemas.microsoft.com/office/drawing/2014/main" id="{64C0FB50-64EC-1A3A-B8B3-A8D26DC3FE8A}"/>
              </a:ext>
            </a:extLst>
          </p:cNvPr>
          <p:cNvSpPr/>
          <p:nvPr/>
        </p:nvSpPr>
        <p:spPr bwMode="auto">
          <a:xfrm>
            <a:off x="5245281" y="663805"/>
            <a:ext cx="445201" cy="445201"/>
          </a:xfrm>
          <a:prstGeom prst="ellipse">
            <a:avLst/>
          </a:prstGeom>
          <a:solidFill>
            <a:schemeClr val="tx1">
              <a:lumMod val="65000"/>
              <a:lumOff val="35000"/>
            </a:schemeClr>
          </a:solidFill>
          <a:ln>
            <a:noFill/>
          </a:ln>
        </p:spPr>
        <p:txBody>
          <a:bodyPr vert="horz" wrap="square" lIns="121920" tIns="60960" rIns="121920" bIns="60960" numCol="1" rtlCol="0" anchor="ctr" anchorCtr="0" compatLnSpc="1">
            <a:prstTxWarp prst="textNoShape">
              <a:avLst/>
            </a:prstTxWarp>
          </a:bodyPr>
          <a:lstStyle/>
          <a:p>
            <a:pPr algn="ctr"/>
            <a:r>
              <a:rPr lang="en-US" dirty="0">
                <a:solidFill>
                  <a:schemeClr val="bg1"/>
                </a:solidFill>
                <a:latin typeface="Raleway" charset="0"/>
                <a:ea typeface="Raleway" charset="0"/>
                <a:cs typeface="Raleway" charset="0"/>
              </a:rPr>
              <a:t>1</a:t>
            </a:r>
          </a:p>
        </p:txBody>
      </p:sp>
      <p:sp>
        <p:nvSpPr>
          <p:cNvPr id="8" name="Oval 7">
            <a:extLst>
              <a:ext uri="{FF2B5EF4-FFF2-40B4-BE49-F238E27FC236}">
                <a16:creationId xmlns:a16="http://schemas.microsoft.com/office/drawing/2014/main" id="{767BA27D-2822-7EBD-F601-6D56C0106321}"/>
              </a:ext>
            </a:extLst>
          </p:cNvPr>
          <p:cNvSpPr/>
          <p:nvPr/>
        </p:nvSpPr>
        <p:spPr bwMode="auto">
          <a:xfrm>
            <a:off x="5073728" y="2556386"/>
            <a:ext cx="445201" cy="445201"/>
          </a:xfrm>
          <a:prstGeom prst="ellipse">
            <a:avLst/>
          </a:prstGeom>
          <a:solidFill>
            <a:schemeClr val="tx1">
              <a:lumMod val="65000"/>
              <a:lumOff val="35000"/>
            </a:schemeClr>
          </a:solidFill>
          <a:ln>
            <a:noFill/>
          </a:ln>
        </p:spPr>
        <p:txBody>
          <a:bodyPr vert="horz" wrap="square" lIns="121920" tIns="60960" rIns="121920" bIns="60960" numCol="1" rtlCol="0" anchor="ctr" anchorCtr="0" compatLnSpc="1">
            <a:prstTxWarp prst="textNoShape">
              <a:avLst/>
            </a:prstTxWarp>
          </a:bodyPr>
          <a:lstStyle/>
          <a:p>
            <a:pPr algn="ctr"/>
            <a:r>
              <a:rPr lang="en-US" dirty="0">
                <a:solidFill>
                  <a:schemeClr val="bg1"/>
                </a:solidFill>
                <a:latin typeface="Raleway" charset="0"/>
                <a:ea typeface="Raleway" charset="0"/>
                <a:cs typeface="Raleway" charset="0"/>
              </a:rPr>
              <a:t>2</a:t>
            </a:r>
          </a:p>
        </p:txBody>
      </p:sp>
      <p:sp>
        <p:nvSpPr>
          <p:cNvPr id="9" name="Oval 8">
            <a:extLst>
              <a:ext uri="{FF2B5EF4-FFF2-40B4-BE49-F238E27FC236}">
                <a16:creationId xmlns:a16="http://schemas.microsoft.com/office/drawing/2014/main" id="{FF7592FD-2454-6D53-F6D5-17CAF7307B54}"/>
              </a:ext>
            </a:extLst>
          </p:cNvPr>
          <p:cNvSpPr/>
          <p:nvPr/>
        </p:nvSpPr>
        <p:spPr bwMode="auto">
          <a:xfrm>
            <a:off x="6065730" y="1743081"/>
            <a:ext cx="445201" cy="445201"/>
          </a:xfrm>
          <a:prstGeom prst="ellipse">
            <a:avLst/>
          </a:prstGeom>
          <a:solidFill>
            <a:schemeClr val="tx1">
              <a:lumMod val="65000"/>
              <a:lumOff val="35000"/>
            </a:schemeClr>
          </a:solidFill>
          <a:ln>
            <a:noFill/>
          </a:ln>
        </p:spPr>
        <p:txBody>
          <a:bodyPr vert="horz" wrap="square" lIns="121920" tIns="60960" rIns="121920" bIns="60960" numCol="1" rtlCol="0" anchor="ctr" anchorCtr="0" compatLnSpc="1">
            <a:prstTxWarp prst="textNoShape">
              <a:avLst/>
            </a:prstTxWarp>
          </a:bodyPr>
          <a:lstStyle/>
          <a:p>
            <a:pPr algn="ctr"/>
            <a:r>
              <a:rPr lang="en-US" dirty="0">
                <a:solidFill>
                  <a:schemeClr val="bg1"/>
                </a:solidFill>
                <a:latin typeface="Raleway" charset="0"/>
                <a:ea typeface="Raleway" charset="0"/>
                <a:cs typeface="Raleway" charset="0"/>
              </a:rPr>
              <a:t>3</a:t>
            </a:r>
          </a:p>
        </p:txBody>
      </p:sp>
      <p:sp>
        <p:nvSpPr>
          <p:cNvPr id="10" name="Oval 9">
            <a:extLst>
              <a:ext uri="{FF2B5EF4-FFF2-40B4-BE49-F238E27FC236}">
                <a16:creationId xmlns:a16="http://schemas.microsoft.com/office/drawing/2014/main" id="{B5939763-132E-9BDC-04D9-74ABCEF57C43}"/>
              </a:ext>
            </a:extLst>
          </p:cNvPr>
          <p:cNvSpPr/>
          <p:nvPr/>
        </p:nvSpPr>
        <p:spPr bwMode="auto">
          <a:xfrm>
            <a:off x="9547142" y="1545977"/>
            <a:ext cx="445201" cy="445201"/>
          </a:xfrm>
          <a:prstGeom prst="ellipse">
            <a:avLst/>
          </a:prstGeom>
          <a:solidFill>
            <a:schemeClr val="tx1">
              <a:lumMod val="65000"/>
              <a:lumOff val="35000"/>
            </a:schemeClr>
          </a:solidFill>
          <a:ln>
            <a:noFill/>
          </a:ln>
        </p:spPr>
        <p:txBody>
          <a:bodyPr vert="horz" wrap="square" lIns="121920" tIns="60960" rIns="121920" bIns="60960" numCol="1" rtlCol="0" anchor="ctr" anchorCtr="0" compatLnSpc="1">
            <a:prstTxWarp prst="textNoShape">
              <a:avLst/>
            </a:prstTxWarp>
          </a:bodyPr>
          <a:lstStyle/>
          <a:p>
            <a:pPr algn="ctr"/>
            <a:r>
              <a:rPr lang="en-US" dirty="0">
                <a:solidFill>
                  <a:schemeClr val="bg1"/>
                </a:solidFill>
                <a:latin typeface="Raleway" charset="0"/>
                <a:ea typeface="Raleway" charset="0"/>
                <a:cs typeface="Raleway" charset="0"/>
              </a:rPr>
              <a:t>4</a:t>
            </a:r>
          </a:p>
        </p:txBody>
      </p:sp>
      <p:sp>
        <p:nvSpPr>
          <p:cNvPr id="11" name="Oval 10">
            <a:extLst>
              <a:ext uri="{FF2B5EF4-FFF2-40B4-BE49-F238E27FC236}">
                <a16:creationId xmlns:a16="http://schemas.microsoft.com/office/drawing/2014/main" id="{9AD73A76-867B-1DF7-7531-A2A8B7E7763A}"/>
              </a:ext>
            </a:extLst>
          </p:cNvPr>
          <p:cNvSpPr/>
          <p:nvPr/>
        </p:nvSpPr>
        <p:spPr bwMode="auto">
          <a:xfrm>
            <a:off x="8745396" y="3789930"/>
            <a:ext cx="445201" cy="445201"/>
          </a:xfrm>
          <a:prstGeom prst="ellipse">
            <a:avLst/>
          </a:prstGeom>
          <a:solidFill>
            <a:schemeClr val="tx1">
              <a:lumMod val="65000"/>
              <a:lumOff val="35000"/>
            </a:schemeClr>
          </a:solidFill>
          <a:ln>
            <a:noFill/>
          </a:ln>
        </p:spPr>
        <p:txBody>
          <a:bodyPr vert="horz" wrap="square" lIns="121920" tIns="60960" rIns="121920" bIns="60960" numCol="1" rtlCol="0" anchor="ctr" anchorCtr="0" compatLnSpc="1">
            <a:prstTxWarp prst="textNoShape">
              <a:avLst/>
            </a:prstTxWarp>
          </a:bodyPr>
          <a:lstStyle/>
          <a:p>
            <a:pPr algn="ctr"/>
            <a:r>
              <a:rPr lang="en-US" dirty="0">
                <a:solidFill>
                  <a:schemeClr val="bg1"/>
                </a:solidFill>
                <a:latin typeface="Raleway" charset="0"/>
                <a:ea typeface="Raleway" charset="0"/>
                <a:cs typeface="Raleway" charset="0"/>
              </a:rPr>
              <a:t>5</a:t>
            </a:r>
          </a:p>
        </p:txBody>
      </p:sp>
      <p:sp>
        <p:nvSpPr>
          <p:cNvPr id="12" name="Oval 11">
            <a:extLst>
              <a:ext uri="{FF2B5EF4-FFF2-40B4-BE49-F238E27FC236}">
                <a16:creationId xmlns:a16="http://schemas.microsoft.com/office/drawing/2014/main" id="{A458637A-DED1-2D6C-6E4F-7349984C2E7B}"/>
              </a:ext>
            </a:extLst>
          </p:cNvPr>
          <p:cNvSpPr/>
          <p:nvPr/>
        </p:nvSpPr>
        <p:spPr bwMode="auto">
          <a:xfrm>
            <a:off x="9434713" y="4866822"/>
            <a:ext cx="445201" cy="445201"/>
          </a:xfrm>
          <a:prstGeom prst="ellipse">
            <a:avLst/>
          </a:prstGeom>
          <a:solidFill>
            <a:schemeClr val="tx1">
              <a:lumMod val="65000"/>
              <a:lumOff val="35000"/>
            </a:schemeClr>
          </a:solidFill>
          <a:ln>
            <a:noFill/>
          </a:ln>
        </p:spPr>
        <p:txBody>
          <a:bodyPr vert="horz" wrap="square" lIns="121920" tIns="60960" rIns="121920" bIns="60960" numCol="1" rtlCol="0" anchor="ctr" anchorCtr="0" compatLnSpc="1">
            <a:prstTxWarp prst="textNoShape">
              <a:avLst/>
            </a:prstTxWarp>
          </a:bodyPr>
          <a:lstStyle/>
          <a:p>
            <a:pPr algn="ctr"/>
            <a:r>
              <a:rPr lang="en-US" dirty="0">
                <a:solidFill>
                  <a:schemeClr val="bg1"/>
                </a:solidFill>
                <a:latin typeface="Raleway" charset="0"/>
                <a:ea typeface="Raleway" charset="0"/>
                <a:cs typeface="Raleway" charset="0"/>
              </a:rPr>
              <a:t>6</a:t>
            </a:r>
          </a:p>
        </p:txBody>
      </p:sp>
      <p:sp>
        <p:nvSpPr>
          <p:cNvPr id="13" name="Oval 12">
            <a:extLst>
              <a:ext uri="{FF2B5EF4-FFF2-40B4-BE49-F238E27FC236}">
                <a16:creationId xmlns:a16="http://schemas.microsoft.com/office/drawing/2014/main" id="{A54D5C0E-AAB8-3703-BF5C-8395B4FB7BED}"/>
              </a:ext>
            </a:extLst>
          </p:cNvPr>
          <p:cNvSpPr/>
          <p:nvPr/>
        </p:nvSpPr>
        <p:spPr bwMode="auto">
          <a:xfrm>
            <a:off x="124244" y="3505677"/>
            <a:ext cx="445201" cy="445201"/>
          </a:xfrm>
          <a:prstGeom prst="ellipse">
            <a:avLst/>
          </a:prstGeom>
          <a:solidFill>
            <a:schemeClr val="tx1">
              <a:lumMod val="65000"/>
              <a:lumOff val="35000"/>
            </a:schemeClr>
          </a:solidFill>
          <a:ln>
            <a:noFill/>
          </a:ln>
        </p:spPr>
        <p:txBody>
          <a:bodyPr vert="horz" wrap="square" lIns="121920" tIns="60960" rIns="121920" bIns="60960" numCol="1" rtlCol="0" anchor="ctr" anchorCtr="0" compatLnSpc="1">
            <a:prstTxWarp prst="textNoShape">
              <a:avLst/>
            </a:prstTxWarp>
          </a:bodyPr>
          <a:lstStyle/>
          <a:p>
            <a:pPr algn="ctr"/>
            <a:r>
              <a:rPr lang="en-US" dirty="0">
                <a:solidFill>
                  <a:schemeClr val="bg1"/>
                </a:solidFill>
                <a:latin typeface="Raleway" charset="0"/>
                <a:ea typeface="Raleway" charset="0"/>
                <a:cs typeface="Raleway" charset="0"/>
              </a:rPr>
              <a:t>4</a:t>
            </a:r>
          </a:p>
        </p:txBody>
      </p:sp>
      <p:sp>
        <p:nvSpPr>
          <p:cNvPr id="14" name="Oval 13">
            <a:extLst>
              <a:ext uri="{FF2B5EF4-FFF2-40B4-BE49-F238E27FC236}">
                <a16:creationId xmlns:a16="http://schemas.microsoft.com/office/drawing/2014/main" id="{8091CA03-C667-EC41-F833-4549B676DD34}"/>
              </a:ext>
            </a:extLst>
          </p:cNvPr>
          <p:cNvSpPr/>
          <p:nvPr/>
        </p:nvSpPr>
        <p:spPr bwMode="auto">
          <a:xfrm>
            <a:off x="124245" y="4408853"/>
            <a:ext cx="445201" cy="445201"/>
          </a:xfrm>
          <a:prstGeom prst="ellipse">
            <a:avLst/>
          </a:prstGeom>
          <a:solidFill>
            <a:schemeClr val="tx1">
              <a:lumMod val="65000"/>
              <a:lumOff val="35000"/>
            </a:schemeClr>
          </a:solidFill>
          <a:ln>
            <a:noFill/>
          </a:ln>
        </p:spPr>
        <p:txBody>
          <a:bodyPr vert="horz" wrap="square" lIns="121920" tIns="60960" rIns="121920" bIns="60960" numCol="1" rtlCol="0" anchor="ctr" anchorCtr="0" compatLnSpc="1">
            <a:prstTxWarp prst="textNoShape">
              <a:avLst/>
            </a:prstTxWarp>
          </a:bodyPr>
          <a:lstStyle/>
          <a:p>
            <a:pPr algn="ctr"/>
            <a:r>
              <a:rPr lang="en-US" dirty="0">
                <a:solidFill>
                  <a:schemeClr val="bg1"/>
                </a:solidFill>
                <a:latin typeface="Raleway" charset="0"/>
                <a:ea typeface="Raleway" charset="0"/>
                <a:cs typeface="Raleway" charset="0"/>
              </a:rPr>
              <a:t>5</a:t>
            </a:r>
          </a:p>
        </p:txBody>
      </p:sp>
      <p:sp>
        <p:nvSpPr>
          <p:cNvPr id="15" name="Oval 14">
            <a:extLst>
              <a:ext uri="{FF2B5EF4-FFF2-40B4-BE49-F238E27FC236}">
                <a16:creationId xmlns:a16="http://schemas.microsoft.com/office/drawing/2014/main" id="{E1B99209-91A6-1F70-B26F-89E20BF8CE21}"/>
              </a:ext>
            </a:extLst>
          </p:cNvPr>
          <p:cNvSpPr/>
          <p:nvPr/>
        </p:nvSpPr>
        <p:spPr bwMode="auto">
          <a:xfrm>
            <a:off x="124243" y="5262520"/>
            <a:ext cx="445201" cy="445201"/>
          </a:xfrm>
          <a:prstGeom prst="ellipse">
            <a:avLst/>
          </a:prstGeom>
          <a:solidFill>
            <a:schemeClr val="tx1">
              <a:lumMod val="65000"/>
              <a:lumOff val="35000"/>
            </a:schemeClr>
          </a:solidFill>
          <a:ln>
            <a:noFill/>
          </a:ln>
        </p:spPr>
        <p:txBody>
          <a:bodyPr vert="horz" wrap="square" lIns="121920" tIns="60960" rIns="121920" bIns="60960" numCol="1" rtlCol="0" anchor="ctr" anchorCtr="0" compatLnSpc="1">
            <a:prstTxWarp prst="textNoShape">
              <a:avLst/>
            </a:prstTxWarp>
          </a:bodyPr>
          <a:lstStyle/>
          <a:p>
            <a:pPr algn="ctr"/>
            <a:r>
              <a:rPr lang="en-US" dirty="0">
                <a:solidFill>
                  <a:schemeClr val="bg1"/>
                </a:solidFill>
                <a:latin typeface="Raleway" charset="0"/>
                <a:ea typeface="Raleway" charset="0"/>
                <a:cs typeface="Raleway" charset="0"/>
              </a:rPr>
              <a:t>6</a:t>
            </a:r>
          </a:p>
        </p:txBody>
      </p:sp>
      <p:sp>
        <p:nvSpPr>
          <p:cNvPr id="16" name="TextBox 15">
            <a:extLst>
              <a:ext uri="{FF2B5EF4-FFF2-40B4-BE49-F238E27FC236}">
                <a16:creationId xmlns:a16="http://schemas.microsoft.com/office/drawing/2014/main" id="{EFD74355-9096-4013-56C8-950490242918}"/>
              </a:ext>
            </a:extLst>
          </p:cNvPr>
          <p:cNvSpPr txBox="1"/>
          <p:nvPr/>
        </p:nvSpPr>
        <p:spPr>
          <a:xfrm>
            <a:off x="783922" y="3489461"/>
            <a:ext cx="2733830" cy="731995"/>
          </a:xfrm>
          <a:prstGeom prst="rect">
            <a:avLst/>
          </a:prstGeom>
          <a:noFill/>
        </p:spPr>
        <p:txBody>
          <a:bodyPr wrap="square" lIns="0" tIns="0" rIns="0" bIns="0" rtlCol="0" anchor="t">
            <a:spAutoFit/>
          </a:bodyPr>
          <a:lstStyle/>
          <a:p>
            <a:pPr>
              <a:lnSpc>
                <a:spcPct val="150000"/>
              </a:lnSpc>
            </a:pPr>
            <a:r>
              <a:rPr lang="en-US" sz="1100" dirty="0">
                <a:solidFill>
                  <a:schemeClr val="tx1">
                    <a:lumMod val="75000"/>
                    <a:lumOff val="25000"/>
                  </a:schemeClr>
                </a:solidFill>
                <a:latin typeface="Raleway" panose="020B0003030101060003" pitchFamily="34" charset="0"/>
              </a:rPr>
              <a:t>UK’s FCA published rules on June 2026 - -authorization window is Sept – Feb 26/27. </a:t>
            </a:r>
            <a:r>
              <a:rPr lang="en-US" sz="1100" b="1" dirty="0">
                <a:solidFill>
                  <a:schemeClr val="tx1">
                    <a:lumMod val="75000"/>
                    <a:lumOff val="25000"/>
                  </a:schemeClr>
                </a:solidFill>
                <a:latin typeface="Raleway" panose="020B0003030101060003" pitchFamily="34" charset="0"/>
              </a:rPr>
              <a:t>Law takes effect on Oct 27</a:t>
            </a:r>
            <a:r>
              <a:rPr lang="en-US" sz="1100" dirty="0">
                <a:solidFill>
                  <a:schemeClr val="tx1">
                    <a:lumMod val="75000"/>
                    <a:lumOff val="25000"/>
                  </a:schemeClr>
                </a:solidFill>
                <a:latin typeface="Raleway" panose="020B0003030101060003" pitchFamily="34" charset="0"/>
              </a:rPr>
              <a:t>.</a:t>
            </a:r>
            <a:endParaRPr lang="en-US" sz="1100" dirty="0">
              <a:solidFill>
                <a:schemeClr val="tx1">
                  <a:lumMod val="75000"/>
                  <a:lumOff val="25000"/>
                </a:schemeClr>
              </a:solidFill>
              <a:latin typeface="Raleway" panose="020B0003030101060003" pitchFamily="34" charset="0"/>
              <a:ea typeface="Raleway" charset="0"/>
              <a:cs typeface="Raleway" charset="0"/>
            </a:endParaRPr>
          </a:p>
        </p:txBody>
      </p:sp>
      <p:sp>
        <p:nvSpPr>
          <p:cNvPr id="17" name="TextBox 16">
            <a:extLst>
              <a:ext uri="{FF2B5EF4-FFF2-40B4-BE49-F238E27FC236}">
                <a16:creationId xmlns:a16="http://schemas.microsoft.com/office/drawing/2014/main" id="{D97A46C3-1273-CA62-D906-363E019B0325}"/>
              </a:ext>
            </a:extLst>
          </p:cNvPr>
          <p:cNvSpPr txBox="1"/>
          <p:nvPr/>
        </p:nvSpPr>
        <p:spPr>
          <a:xfrm>
            <a:off x="790127" y="4376024"/>
            <a:ext cx="2733830" cy="731995"/>
          </a:xfrm>
          <a:prstGeom prst="rect">
            <a:avLst/>
          </a:prstGeom>
          <a:noFill/>
        </p:spPr>
        <p:txBody>
          <a:bodyPr wrap="square" lIns="0" tIns="0" rIns="0" bIns="0" rtlCol="0" anchor="t">
            <a:spAutoFit/>
          </a:bodyPr>
          <a:lstStyle/>
          <a:p>
            <a:pPr>
              <a:lnSpc>
                <a:spcPct val="150000"/>
              </a:lnSpc>
            </a:pPr>
            <a:r>
              <a:rPr lang="en-US" sz="1100" dirty="0">
                <a:solidFill>
                  <a:schemeClr val="tx1">
                    <a:lumMod val="75000"/>
                    <a:lumOff val="25000"/>
                  </a:schemeClr>
                </a:solidFill>
                <a:latin typeface="Raleway" panose="020B0003030101060003" pitchFamily="34" charset="0"/>
                <a:ea typeface="Raleway" charset="0"/>
                <a:cs typeface="Raleway" charset="0"/>
              </a:rPr>
              <a:t>Business would like to consider exploring purchasing a licensed entity.</a:t>
            </a:r>
          </a:p>
          <a:p>
            <a:pPr>
              <a:lnSpc>
                <a:spcPct val="150000"/>
              </a:lnSpc>
            </a:pPr>
            <a:r>
              <a:rPr lang="en-US" sz="1100" b="1" dirty="0">
                <a:solidFill>
                  <a:schemeClr val="tx1">
                    <a:lumMod val="75000"/>
                    <a:lumOff val="25000"/>
                  </a:schemeClr>
                </a:solidFill>
                <a:latin typeface="Raleway" panose="020B0003030101060003" pitchFamily="34" charset="0"/>
                <a:ea typeface="Raleway" charset="0"/>
                <a:cs typeface="Raleway" charset="0"/>
              </a:rPr>
              <a:t>APAC Unlock</a:t>
            </a:r>
          </a:p>
        </p:txBody>
      </p:sp>
      <p:sp>
        <p:nvSpPr>
          <p:cNvPr id="18" name="TextBox 17">
            <a:extLst>
              <a:ext uri="{FF2B5EF4-FFF2-40B4-BE49-F238E27FC236}">
                <a16:creationId xmlns:a16="http://schemas.microsoft.com/office/drawing/2014/main" id="{16EEB489-34F9-AD7B-0031-BC21605865CD}"/>
              </a:ext>
            </a:extLst>
          </p:cNvPr>
          <p:cNvSpPr txBox="1"/>
          <p:nvPr/>
        </p:nvSpPr>
        <p:spPr>
          <a:xfrm>
            <a:off x="790127" y="5291021"/>
            <a:ext cx="2733830" cy="731995"/>
          </a:xfrm>
          <a:prstGeom prst="rect">
            <a:avLst/>
          </a:prstGeom>
          <a:noFill/>
        </p:spPr>
        <p:txBody>
          <a:bodyPr wrap="square" lIns="0" tIns="0" rIns="0" bIns="0" rtlCol="0" anchor="t">
            <a:spAutoFit/>
          </a:bodyPr>
          <a:lstStyle/>
          <a:p>
            <a:pPr>
              <a:lnSpc>
                <a:spcPct val="150000"/>
              </a:lnSpc>
            </a:pPr>
            <a:r>
              <a:rPr lang="en-US" sz="1100" dirty="0">
                <a:solidFill>
                  <a:schemeClr val="tx1">
                    <a:lumMod val="75000"/>
                    <a:lumOff val="25000"/>
                  </a:schemeClr>
                </a:solidFill>
                <a:latin typeface="Raleway" panose="020B0003030101060003" pitchFamily="34" charset="0"/>
                <a:ea typeface="Raleway" charset="0"/>
                <a:cs typeface="Raleway" charset="0"/>
              </a:rPr>
              <a:t>Derek has been exploring with CEO of Halo Investing.</a:t>
            </a:r>
          </a:p>
          <a:p>
            <a:pPr>
              <a:lnSpc>
                <a:spcPct val="150000"/>
              </a:lnSpc>
            </a:pPr>
            <a:r>
              <a:rPr lang="en-US" sz="1100" b="1" dirty="0">
                <a:solidFill>
                  <a:schemeClr val="tx1">
                    <a:lumMod val="75000"/>
                    <a:lumOff val="25000"/>
                  </a:schemeClr>
                </a:solidFill>
                <a:latin typeface="Raleway" panose="020B0003030101060003" pitchFamily="34" charset="0"/>
                <a:ea typeface="Raleway" charset="0"/>
                <a:cs typeface="Raleway" charset="0"/>
              </a:rPr>
              <a:t>Expansion of TAM</a:t>
            </a:r>
          </a:p>
        </p:txBody>
      </p:sp>
    </p:spTree>
    <p:extLst>
      <p:ext uri="{BB962C8B-B14F-4D97-AF65-F5344CB8AC3E}">
        <p14:creationId xmlns:p14="http://schemas.microsoft.com/office/powerpoint/2010/main" val="433824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BF2414DD-9FFA-3DA4-56AC-6DE481A2A4A5}"/>
              </a:ext>
            </a:extLst>
          </p:cNvPr>
          <p:cNvSpPr/>
          <p:nvPr/>
        </p:nvSpPr>
        <p:spPr>
          <a:xfrm>
            <a:off x="10843260" y="243840"/>
            <a:ext cx="670560" cy="4915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p:cNvSpPr>
            <a:spLocks noGrp="1"/>
          </p:cNvSpPr>
          <p:nvPr>
            <p:ph type="body" sz="quarter" idx="12"/>
          </p:nvPr>
        </p:nvSpPr>
        <p:spPr>
          <a:xfrm>
            <a:off x="3966784" y="20936"/>
            <a:ext cx="4190107" cy="457200"/>
          </a:xfrm>
        </p:spPr>
        <p:txBody>
          <a:bodyPr/>
          <a:lstStyle/>
          <a:p>
            <a:r>
              <a:rPr lang="en-US" dirty="0"/>
              <a:t>COMPREHENSIVE APPROACH 1</a:t>
            </a:r>
          </a:p>
        </p:txBody>
      </p:sp>
      <p:sp>
        <p:nvSpPr>
          <p:cNvPr id="11" name="Rectangle 10">
            <a:extLst>
              <a:ext uri="{FF2B5EF4-FFF2-40B4-BE49-F238E27FC236}">
                <a16:creationId xmlns:a16="http://schemas.microsoft.com/office/drawing/2014/main" id="{558A9B24-A674-FA25-280C-D8F6378616AC}"/>
              </a:ext>
            </a:extLst>
          </p:cNvPr>
          <p:cNvSpPr/>
          <p:nvPr/>
        </p:nvSpPr>
        <p:spPr>
          <a:xfrm>
            <a:off x="0" y="6339684"/>
            <a:ext cx="12188825" cy="518315"/>
          </a:xfrm>
          <a:prstGeom prst="rect">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352EA21-B5A1-C38F-758A-A321A0C48F98}"/>
              </a:ext>
            </a:extLst>
          </p:cNvPr>
          <p:cNvSpPr/>
          <p:nvPr/>
        </p:nvSpPr>
        <p:spPr>
          <a:xfrm>
            <a:off x="0" y="6039118"/>
            <a:ext cx="12188825" cy="301619"/>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373451BA-8BAD-6849-06B9-C0D1A8745AA8}"/>
              </a:ext>
            </a:extLst>
          </p:cNvPr>
          <p:cNvSpPr/>
          <p:nvPr/>
        </p:nvSpPr>
        <p:spPr>
          <a:xfrm>
            <a:off x="0" y="606391"/>
            <a:ext cx="12188825" cy="170095"/>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a:extLst>
              <a:ext uri="{FF2B5EF4-FFF2-40B4-BE49-F238E27FC236}">
                <a16:creationId xmlns:a16="http://schemas.microsoft.com/office/drawing/2014/main" id="{4F17E84F-90C2-FB8A-B4C2-6C430B2A2869}"/>
              </a:ext>
            </a:extLst>
          </p:cNvPr>
          <p:cNvPicPr>
            <a:picLocks noChangeAspect="1"/>
          </p:cNvPicPr>
          <p:nvPr/>
        </p:nvPicPr>
        <p:blipFill>
          <a:blip r:embed="rId2"/>
          <a:stretch>
            <a:fillRect/>
          </a:stretch>
        </p:blipFill>
        <p:spPr>
          <a:xfrm>
            <a:off x="11802083" y="6437567"/>
            <a:ext cx="337522" cy="337522"/>
          </a:xfrm>
          <a:prstGeom prst="rect">
            <a:avLst/>
          </a:prstGeom>
        </p:spPr>
      </p:pic>
      <p:sp>
        <p:nvSpPr>
          <p:cNvPr id="9" name="TextBox 8">
            <a:extLst>
              <a:ext uri="{FF2B5EF4-FFF2-40B4-BE49-F238E27FC236}">
                <a16:creationId xmlns:a16="http://schemas.microsoft.com/office/drawing/2014/main" id="{A21FD1E8-117A-2F22-14BD-6E2DD68AE14A}"/>
              </a:ext>
            </a:extLst>
          </p:cNvPr>
          <p:cNvSpPr txBox="1"/>
          <p:nvPr/>
        </p:nvSpPr>
        <p:spPr>
          <a:xfrm>
            <a:off x="190500" y="936010"/>
            <a:ext cx="4632960" cy="2677656"/>
          </a:xfrm>
          <a:prstGeom prst="rect">
            <a:avLst/>
          </a:prstGeom>
          <a:noFill/>
        </p:spPr>
        <p:txBody>
          <a:bodyPr wrap="square">
            <a:spAutoFit/>
          </a:bodyPr>
          <a:lstStyle/>
          <a:p>
            <a:pPr>
              <a:buNone/>
            </a:pPr>
            <a:r>
              <a:rPr lang="en-US" sz="1200" b="1" dirty="0"/>
              <a:t>Reference Data &amp; Taxonomy</a:t>
            </a:r>
          </a:p>
          <a:p>
            <a:pPr>
              <a:buNone/>
            </a:pPr>
            <a:r>
              <a:rPr lang="en-US" sz="1200" dirty="0"/>
              <a:t>Assets must be classified into four OSFI prudential groups:</a:t>
            </a:r>
          </a:p>
          <a:p>
            <a:pPr>
              <a:buFont typeface="Arial" panose="020B0604020202020204" pitchFamily="34" charset="0"/>
              <a:buChar char="•"/>
            </a:pPr>
            <a:r>
              <a:rPr lang="en-US" sz="1200" b="1" dirty="0"/>
              <a:t>Group 1a</a:t>
            </a:r>
            <a:r>
              <a:rPr lang="en-US" sz="1200" dirty="0"/>
              <a:t> – Tokenized Traditional Assets: link token to non-tokenized equivalent; track legal rights parity, settlement finality, smart contract address</a:t>
            </a:r>
          </a:p>
          <a:p>
            <a:pPr>
              <a:buFont typeface="Arial" panose="020B0604020202020204" pitchFamily="34" charset="0"/>
              <a:buChar char="•"/>
            </a:pPr>
            <a:r>
              <a:rPr lang="en-US" sz="1200" b="1" dirty="0"/>
              <a:t>Group 1b</a:t>
            </a:r>
            <a:r>
              <a:rPr lang="en-US" sz="1200" dirty="0"/>
              <a:t> – Stablecoins: monitor reserve composition, redemption SLA, overcollateralization ratio, and audit attestations</a:t>
            </a:r>
          </a:p>
          <a:p>
            <a:pPr>
              <a:buFont typeface="Arial" panose="020B0604020202020204" pitchFamily="34" charset="0"/>
              <a:buChar char="•"/>
            </a:pPr>
            <a:r>
              <a:rPr lang="en-US" sz="1200" b="1" dirty="0"/>
              <a:t>Group 2a</a:t>
            </a:r>
            <a:r>
              <a:rPr lang="en-US" sz="1200" dirty="0"/>
              <a:t> – Hedging-Eligible Crypto: track regulated venues, clearing status, and cross-exchange eligibility</a:t>
            </a:r>
          </a:p>
          <a:p>
            <a:pPr>
              <a:buFont typeface="Arial" panose="020B0604020202020204" pitchFamily="34" charset="0"/>
              <a:buChar char="•"/>
            </a:pPr>
            <a:r>
              <a:rPr lang="en-US" sz="1200" b="1" dirty="0"/>
              <a:t>Group 2b</a:t>
            </a:r>
            <a:r>
              <a:rPr lang="en-US" sz="1200" dirty="0"/>
              <a:t> – Other Crypto-Assets: default fallback; strictest capital treatment (1,250% risk weight)</a:t>
            </a:r>
          </a:p>
          <a:p>
            <a:pPr>
              <a:buNone/>
            </a:pPr>
            <a:endParaRPr lang="en-US" sz="1200" dirty="0"/>
          </a:p>
          <a:p>
            <a:pPr>
              <a:buNone/>
            </a:pPr>
            <a:r>
              <a:rPr lang="en-US" sz="1200" dirty="0"/>
              <a:t>Indirect exposures via ETFs, mutual funds, or derivatives must be transparently mapped to underlying crypto-assets.</a:t>
            </a:r>
          </a:p>
        </p:txBody>
      </p:sp>
      <p:graphicFrame>
        <p:nvGraphicFramePr>
          <p:cNvPr id="16" name="Table 15">
            <a:extLst>
              <a:ext uri="{FF2B5EF4-FFF2-40B4-BE49-F238E27FC236}">
                <a16:creationId xmlns:a16="http://schemas.microsoft.com/office/drawing/2014/main" id="{81AE1709-F58D-90E9-5C1C-ABF31844A8D2}"/>
              </a:ext>
            </a:extLst>
          </p:cNvPr>
          <p:cNvGraphicFramePr>
            <a:graphicFrameLocks noGrp="1"/>
          </p:cNvGraphicFramePr>
          <p:nvPr>
            <p:extLst>
              <p:ext uri="{D42A27DB-BD31-4B8C-83A1-F6EECF244321}">
                <p14:modId xmlns:p14="http://schemas.microsoft.com/office/powerpoint/2010/main" val="741241792"/>
              </p:ext>
            </p:extLst>
          </p:nvPr>
        </p:nvGraphicFramePr>
        <p:xfrm>
          <a:off x="256747" y="3684888"/>
          <a:ext cx="4086654" cy="1890308"/>
        </p:xfrm>
        <a:graphic>
          <a:graphicData uri="http://schemas.openxmlformats.org/drawingml/2006/table">
            <a:tbl>
              <a:tblPr/>
              <a:tblGrid>
                <a:gridCol w="1263719">
                  <a:extLst>
                    <a:ext uri="{9D8B030D-6E8A-4147-A177-3AD203B41FA5}">
                      <a16:colId xmlns:a16="http://schemas.microsoft.com/office/drawing/2014/main" val="1975341657"/>
                    </a:ext>
                  </a:extLst>
                </a:gridCol>
                <a:gridCol w="2822935">
                  <a:extLst>
                    <a:ext uri="{9D8B030D-6E8A-4147-A177-3AD203B41FA5}">
                      <a16:colId xmlns:a16="http://schemas.microsoft.com/office/drawing/2014/main" val="241690771"/>
                    </a:ext>
                  </a:extLst>
                </a:gridCol>
              </a:tblGrid>
              <a:tr h="223314">
                <a:tc>
                  <a:txBody>
                    <a:bodyPr/>
                    <a:lstStyle/>
                    <a:p>
                      <a:pPr>
                        <a:buNone/>
                      </a:pPr>
                      <a:r>
                        <a:rPr lang="en-US" sz="700" b="1" dirty="0">
                          <a:effectLst/>
                        </a:rPr>
                        <a:t>System Requirement</a:t>
                      </a:r>
                      <a:endParaRPr lang="en-US" sz="700" dirty="0">
                        <a:effectLst/>
                      </a:endParaRPr>
                    </a:p>
                  </a:txBody>
                  <a:tcPr marL="108105" marR="108105" marT="72070" marB="7207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solidFill>
                      <a:srgbClr val="FFFFFF"/>
                    </a:solidFill>
                  </a:tcPr>
                </a:tc>
                <a:tc>
                  <a:txBody>
                    <a:bodyPr/>
                    <a:lstStyle/>
                    <a:p>
                      <a:pPr>
                        <a:buNone/>
                      </a:pPr>
                      <a:r>
                        <a:rPr lang="en-US" sz="700" b="1">
                          <a:effectLst/>
                        </a:rPr>
                        <a:t>Action Required</a:t>
                      </a:r>
                      <a:endParaRPr lang="en-US" sz="700">
                        <a:effectLst/>
                      </a:endParaRPr>
                    </a:p>
                  </a:txBody>
                  <a:tcPr marL="108105" marR="108105" marT="72070" marB="7207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solidFill>
                      <a:srgbClr val="FFFFFF"/>
                    </a:solidFill>
                  </a:tcPr>
                </a:tc>
                <a:extLst>
                  <a:ext uri="{0D108BD9-81ED-4DB2-BD59-A6C34878D82A}">
                    <a16:rowId xmlns:a16="http://schemas.microsoft.com/office/drawing/2014/main" val="51296168"/>
                  </a:ext>
                </a:extLst>
              </a:tr>
              <a:tr h="382948">
                <a:tc>
                  <a:txBody>
                    <a:bodyPr/>
                    <a:lstStyle/>
                    <a:p>
                      <a:pPr>
                        <a:buNone/>
                      </a:pPr>
                      <a:r>
                        <a:rPr lang="en-US" sz="700" b="1">
                          <a:effectLst/>
                        </a:rPr>
                        <a:t>Portfolio Ingestion</a:t>
                      </a:r>
                      <a:endParaRPr lang="en-US" sz="700">
                        <a:effectLst/>
                      </a:endParaRPr>
                    </a:p>
                  </a:txBody>
                  <a:tcPr marL="108105" marR="108105" marT="72070" marB="7207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solidFill>
                      <a:srgbClr val="FFFFFF"/>
                    </a:solidFill>
                  </a:tcPr>
                </a:tc>
                <a:tc>
                  <a:txBody>
                    <a:bodyPr/>
                    <a:lstStyle/>
                    <a:p>
                      <a:pPr>
                        <a:buNone/>
                      </a:pPr>
                      <a:r>
                        <a:rPr lang="en-US" sz="700" dirty="0">
                          <a:effectLst/>
                        </a:rPr>
                        <a:t>Systems must ingest daily portfolio composition files (PCFs) for all ETFs and mutual funds to identify any crypto holdings.</a:t>
                      </a:r>
                    </a:p>
                  </a:txBody>
                  <a:tcPr marL="108105" marR="108105" marT="72070" marB="7207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solidFill>
                      <a:srgbClr val="FFFFFF"/>
                    </a:solidFill>
                  </a:tcPr>
                </a:tc>
                <a:extLst>
                  <a:ext uri="{0D108BD9-81ED-4DB2-BD59-A6C34878D82A}">
                    <a16:rowId xmlns:a16="http://schemas.microsoft.com/office/drawing/2014/main" val="2504059754"/>
                  </a:ext>
                </a:extLst>
              </a:tr>
              <a:tr h="382948">
                <a:tc>
                  <a:txBody>
                    <a:bodyPr/>
                    <a:lstStyle/>
                    <a:p>
                      <a:pPr>
                        <a:buNone/>
                      </a:pPr>
                      <a:r>
                        <a:rPr lang="en-US" sz="700" b="1">
                          <a:effectLst/>
                        </a:rPr>
                        <a:t>Constituent Mapping</a:t>
                      </a:r>
                      <a:endParaRPr lang="en-US" sz="700">
                        <a:effectLst/>
                      </a:endParaRPr>
                    </a:p>
                  </a:txBody>
                  <a:tcPr marL="108105" marR="108105" marT="72070" marB="7207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solidFill>
                      <a:srgbClr val="FFFFFF"/>
                    </a:solidFill>
                  </a:tcPr>
                </a:tc>
                <a:tc>
                  <a:txBody>
                    <a:bodyPr/>
                    <a:lstStyle/>
                    <a:p>
                      <a:pPr>
                        <a:buNone/>
                      </a:pPr>
                      <a:r>
                        <a:rPr lang="en-US" sz="700">
                          <a:effectLst/>
                        </a:rPr>
                        <a:t>The database must map the fund's ISIN/CUSIP directly to the underlying crypto-asset identifiers (e.g., mapping a Bitcoin ETF to BTC).</a:t>
                      </a:r>
                    </a:p>
                  </a:txBody>
                  <a:tcPr marL="108105" marR="108105" marT="72070" marB="7207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solidFill>
                      <a:srgbClr val="FFFFFF"/>
                    </a:solidFill>
                  </a:tcPr>
                </a:tc>
                <a:extLst>
                  <a:ext uri="{0D108BD9-81ED-4DB2-BD59-A6C34878D82A}">
                    <a16:rowId xmlns:a16="http://schemas.microsoft.com/office/drawing/2014/main" val="3626174423"/>
                  </a:ext>
                </a:extLst>
              </a:tr>
              <a:tr h="382948">
                <a:tc>
                  <a:txBody>
                    <a:bodyPr/>
                    <a:lstStyle/>
                    <a:p>
                      <a:pPr>
                        <a:buNone/>
                      </a:pPr>
                      <a:r>
                        <a:rPr lang="en-US" sz="700" b="1">
                          <a:effectLst/>
                        </a:rPr>
                        <a:t>Eligibility Tagging</a:t>
                      </a:r>
                      <a:endParaRPr lang="en-US" sz="700">
                        <a:effectLst/>
                      </a:endParaRPr>
                    </a:p>
                  </a:txBody>
                  <a:tcPr marL="108105" marR="108105" marT="72070" marB="7207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solidFill>
                      <a:srgbClr val="FFFFFF"/>
                    </a:solidFill>
                  </a:tcPr>
                </a:tc>
                <a:tc>
                  <a:txBody>
                    <a:bodyPr/>
                    <a:lstStyle/>
                    <a:p>
                      <a:pPr>
                        <a:buNone/>
                      </a:pPr>
                      <a:r>
                        <a:rPr lang="en-US" sz="700">
                          <a:effectLst/>
                        </a:rPr>
                        <a:t>The system must calculate the percentage of the fund holding eligible vs. ineligible crypto to enforce the 75% threshold rule dynamically.</a:t>
                      </a:r>
                    </a:p>
                  </a:txBody>
                  <a:tcPr marL="108105" marR="108105" marT="72070" marB="7207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solidFill>
                      <a:srgbClr val="FFFFFF"/>
                    </a:solidFill>
                  </a:tcPr>
                </a:tc>
                <a:extLst>
                  <a:ext uri="{0D108BD9-81ED-4DB2-BD59-A6C34878D82A}">
                    <a16:rowId xmlns:a16="http://schemas.microsoft.com/office/drawing/2014/main" val="2997147465"/>
                  </a:ext>
                </a:extLst>
              </a:tr>
              <a:tr h="490644">
                <a:tc>
                  <a:txBody>
                    <a:bodyPr/>
                    <a:lstStyle/>
                    <a:p>
                      <a:pPr>
                        <a:buNone/>
                      </a:pPr>
                      <a:r>
                        <a:rPr lang="en-US" sz="700" b="1">
                          <a:effectLst/>
                        </a:rPr>
                        <a:t>Consolidated Limit Monitoring</a:t>
                      </a:r>
                      <a:endParaRPr lang="en-US" sz="700">
                        <a:effectLst/>
                      </a:endParaRPr>
                    </a:p>
                  </a:txBody>
                  <a:tcPr marL="108105" marR="108105" marT="72070" marB="7207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solidFill>
                      <a:srgbClr val="FFFFFF"/>
                    </a:solidFill>
                  </a:tcPr>
                </a:tc>
                <a:tc>
                  <a:txBody>
                    <a:bodyPr/>
                    <a:lstStyle/>
                    <a:p>
                      <a:pPr>
                        <a:buNone/>
                      </a:pPr>
                      <a:r>
                        <a:rPr lang="en-US" sz="700" dirty="0">
                          <a:effectLst/>
                        </a:rPr>
                        <a:t>Middle office systems must aggregate the delta-adjusted exposure of the ETF with your direct holdings of the underlying crypto to track against the enterprise Group 2 limits.</a:t>
                      </a:r>
                    </a:p>
                  </a:txBody>
                  <a:tcPr marL="108105" marR="108105" marT="72070" marB="72070" anchor="ctr">
                    <a:lnL w="9525" cap="flat" cmpd="sng" algn="ctr">
                      <a:solidFill>
                        <a:srgbClr val="C4C7C5"/>
                      </a:solidFill>
                      <a:prstDash val="solid"/>
                      <a:round/>
                      <a:headEnd type="none" w="med" len="med"/>
                      <a:tailEnd type="none" w="med" len="med"/>
                    </a:lnL>
                    <a:lnR w="9525" cap="flat" cmpd="sng" algn="ctr">
                      <a:solidFill>
                        <a:srgbClr val="C4C7C5"/>
                      </a:solidFill>
                      <a:prstDash val="solid"/>
                      <a:round/>
                      <a:headEnd type="none" w="med" len="med"/>
                      <a:tailEnd type="none" w="med" len="med"/>
                    </a:lnR>
                    <a:lnT w="9525" cap="flat" cmpd="sng" algn="ctr">
                      <a:solidFill>
                        <a:srgbClr val="C4C7C5"/>
                      </a:solidFill>
                      <a:prstDash val="solid"/>
                      <a:round/>
                      <a:headEnd type="none" w="med" len="med"/>
                      <a:tailEnd type="none" w="med" len="med"/>
                    </a:lnT>
                    <a:lnB w="9525" cap="flat" cmpd="sng" algn="ctr">
                      <a:solidFill>
                        <a:srgbClr val="C4C7C5"/>
                      </a:solidFill>
                      <a:prstDash val="solid"/>
                      <a:round/>
                      <a:headEnd type="none" w="med" len="med"/>
                      <a:tailEnd type="none" w="med" len="med"/>
                    </a:lnB>
                    <a:solidFill>
                      <a:srgbClr val="FFFFFF"/>
                    </a:solidFill>
                  </a:tcPr>
                </a:tc>
                <a:extLst>
                  <a:ext uri="{0D108BD9-81ED-4DB2-BD59-A6C34878D82A}">
                    <a16:rowId xmlns:a16="http://schemas.microsoft.com/office/drawing/2014/main" val="3594012667"/>
                  </a:ext>
                </a:extLst>
              </a:tr>
            </a:tbl>
          </a:graphicData>
        </a:graphic>
      </p:graphicFrame>
      <p:sp>
        <p:nvSpPr>
          <p:cNvPr id="20" name="TextBox 19">
            <a:extLst>
              <a:ext uri="{FF2B5EF4-FFF2-40B4-BE49-F238E27FC236}">
                <a16:creationId xmlns:a16="http://schemas.microsoft.com/office/drawing/2014/main" id="{00F79DBF-8F71-CF35-79B0-841BAA6512C7}"/>
              </a:ext>
            </a:extLst>
          </p:cNvPr>
          <p:cNvSpPr txBox="1"/>
          <p:nvPr/>
        </p:nvSpPr>
        <p:spPr>
          <a:xfrm>
            <a:off x="4987958" y="987232"/>
            <a:ext cx="7101840" cy="1785104"/>
          </a:xfrm>
          <a:prstGeom prst="rect">
            <a:avLst/>
          </a:prstGeom>
          <a:noFill/>
        </p:spPr>
        <p:txBody>
          <a:bodyPr wrap="square">
            <a:spAutoFit/>
          </a:bodyPr>
          <a:lstStyle/>
          <a:p>
            <a:pPr algn="l">
              <a:buNone/>
            </a:pPr>
            <a:r>
              <a:rPr lang="en-US" sz="1100" b="1" i="0" dirty="0">
                <a:solidFill>
                  <a:srgbClr val="222222"/>
                </a:solidFill>
                <a:effectLst/>
                <a:latin typeface="Google Sans"/>
              </a:rPr>
              <a:t>Limit Monitoring and Supervisory Controls</a:t>
            </a:r>
          </a:p>
          <a:p>
            <a:pPr algn="l">
              <a:buNone/>
            </a:pPr>
            <a:r>
              <a:rPr lang="en-US" sz="1100" b="0" i="0" dirty="0">
                <a:solidFill>
                  <a:srgbClr val="222222"/>
                </a:solidFill>
                <a:effectLst/>
                <a:latin typeface="Google Sans Text"/>
              </a:rPr>
              <a:t>OSFI imposes strict exposure caps on Group 2 crypto-assets that require real-time or near-real-time aggregation across the enterprise.</a:t>
            </a:r>
          </a:p>
          <a:p>
            <a:pPr algn="l">
              <a:buNone/>
            </a:pPr>
            <a:endParaRPr lang="en-US" sz="1100" b="0" i="0" dirty="0">
              <a:solidFill>
                <a:srgbClr val="222222"/>
              </a:solidFill>
              <a:effectLst/>
              <a:latin typeface="Google Sans Text"/>
            </a:endParaRPr>
          </a:p>
          <a:p>
            <a:pPr algn="l"/>
            <a:r>
              <a:rPr lang="en-US" sz="1100" b="1" i="0" dirty="0">
                <a:solidFill>
                  <a:srgbClr val="222222"/>
                </a:solidFill>
                <a:effectLst/>
                <a:latin typeface="Google Sans Text"/>
              </a:rPr>
              <a:t>Hard Thresholds:</a:t>
            </a:r>
            <a:r>
              <a:rPr lang="en-US" sz="1100" b="0" i="0" dirty="0">
                <a:solidFill>
                  <a:srgbClr val="222222"/>
                </a:solidFill>
                <a:effectLst/>
                <a:latin typeface="Google Sans Text"/>
              </a:rPr>
              <a:t> Systems must monitor when net short positions of Group 2 assets approach 1% of Net Tier 1 capital, and prevent total gross exposures from breaching the 5% threshold.</a:t>
            </a:r>
          </a:p>
          <a:p>
            <a:pPr algn="l"/>
            <a:endParaRPr lang="en-US" sz="1100" b="0" i="0" dirty="0">
              <a:solidFill>
                <a:srgbClr val="222222"/>
              </a:solidFill>
              <a:effectLst/>
              <a:latin typeface="Google Sans Text"/>
            </a:endParaRPr>
          </a:p>
          <a:p>
            <a:pPr algn="l"/>
            <a:r>
              <a:rPr lang="en-US" sz="1100" b="1" i="0" dirty="0">
                <a:solidFill>
                  <a:srgbClr val="222222"/>
                </a:solidFill>
                <a:effectLst/>
                <a:latin typeface="Google Sans Text"/>
              </a:rPr>
              <a:t>Supervisory Frameworks:</a:t>
            </a:r>
            <a:r>
              <a:rPr lang="en-US" sz="1100" b="0" i="0" dirty="0">
                <a:solidFill>
                  <a:srgbClr val="222222"/>
                </a:solidFill>
                <a:effectLst/>
                <a:latin typeface="Google Sans Text"/>
              </a:rPr>
              <a:t> Operational compliance applications, such as Apex Oversight, will need updated tracking modules. Because OSFI dictates that breaches of the Group 2 limit should rapidly be rectified, your supervisory tools must automatically trigger escalation workflows to management and compliance the moment a desk approaches these ceilings.</a:t>
            </a:r>
          </a:p>
        </p:txBody>
      </p:sp>
      <p:sp>
        <p:nvSpPr>
          <p:cNvPr id="22" name="TextBox 21">
            <a:extLst>
              <a:ext uri="{FF2B5EF4-FFF2-40B4-BE49-F238E27FC236}">
                <a16:creationId xmlns:a16="http://schemas.microsoft.com/office/drawing/2014/main" id="{711B8DE3-3D33-B0B0-EBA9-2CD19B888C6B}"/>
              </a:ext>
            </a:extLst>
          </p:cNvPr>
          <p:cNvSpPr txBox="1"/>
          <p:nvPr/>
        </p:nvSpPr>
        <p:spPr>
          <a:xfrm>
            <a:off x="4987957" y="2910483"/>
            <a:ext cx="7101839" cy="2631490"/>
          </a:xfrm>
          <a:prstGeom prst="rect">
            <a:avLst/>
          </a:prstGeom>
          <a:noFill/>
        </p:spPr>
        <p:txBody>
          <a:bodyPr wrap="square">
            <a:spAutoFit/>
          </a:bodyPr>
          <a:lstStyle/>
          <a:p>
            <a:pPr algn="l"/>
            <a:r>
              <a:rPr lang="en-US" sz="1100" b="1" i="0" dirty="0">
                <a:solidFill>
                  <a:srgbClr val="222222"/>
                </a:solidFill>
                <a:effectLst/>
                <a:latin typeface="Google Sans Text"/>
              </a:rPr>
              <a:t>Valuation Spreads:</a:t>
            </a:r>
            <a:r>
              <a:rPr lang="en-US" sz="1100" b="0" i="0" dirty="0">
                <a:solidFill>
                  <a:srgbClr val="222222"/>
                </a:solidFill>
                <a:effectLst/>
                <a:latin typeface="Google Sans Text"/>
              </a:rPr>
              <a:t> Systems must independently price both the tokenized asset and the </a:t>
            </a:r>
            <a:r>
              <a:rPr lang="en-US" sz="1100" b="0" i="0" dirty="0" err="1">
                <a:solidFill>
                  <a:srgbClr val="222222"/>
                </a:solidFill>
                <a:effectLst/>
                <a:latin typeface="Google Sans Text"/>
              </a:rPr>
              <a:t>Traditional_ISIN_Link</a:t>
            </a:r>
            <a:r>
              <a:rPr lang="en-US" sz="1100" b="0" i="0" dirty="0">
                <a:solidFill>
                  <a:srgbClr val="222222"/>
                </a:solidFill>
                <a:effectLst/>
                <a:latin typeface="Google Sans Text"/>
              </a:rPr>
              <a:t>. If the system detects a persistent valuation spread between the two (indicating the market perceives higher risk in the token wrapper), it must flag the asset for potential downgrade to Group 2.</a:t>
            </a:r>
          </a:p>
          <a:p>
            <a:pPr algn="l">
              <a:buFont typeface="Arial" panose="020B0604020202020204" pitchFamily="34" charset="0"/>
              <a:buChar char="•"/>
            </a:pPr>
            <a:endParaRPr lang="en-US" sz="1100" b="0" i="0" dirty="0">
              <a:solidFill>
                <a:srgbClr val="222222"/>
              </a:solidFill>
              <a:effectLst/>
              <a:latin typeface="Google Sans Text"/>
            </a:endParaRPr>
          </a:p>
          <a:p>
            <a:pPr algn="l"/>
            <a:r>
              <a:rPr lang="en-US" sz="1100" b="1" i="0" dirty="0">
                <a:solidFill>
                  <a:srgbClr val="222222"/>
                </a:solidFill>
                <a:effectLst/>
                <a:latin typeface="Google Sans Text"/>
              </a:rPr>
              <a:t>Network Risk Tracking:</a:t>
            </a:r>
            <a:r>
              <a:rPr lang="en-US" sz="1100" b="0" i="0" dirty="0">
                <a:solidFill>
                  <a:srgbClr val="222222"/>
                </a:solidFill>
                <a:effectLst/>
                <a:latin typeface="Google Sans Text"/>
              </a:rPr>
              <a:t> A traditional bond doesn't have "network risk." A tokenized bond does. </a:t>
            </a:r>
            <a:r>
              <a:rPr lang="en-US" sz="1100" dirty="0">
                <a:solidFill>
                  <a:srgbClr val="222222"/>
                </a:solidFill>
                <a:latin typeface="Google Sans Text"/>
              </a:rPr>
              <a:t>Risk </a:t>
            </a:r>
            <a:r>
              <a:rPr lang="en-US" sz="1100" b="0" i="0" dirty="0">
                <a:solidFill>
                  <a:srgbClr val="222222"/>
                </a:solidFill>
                <a:effectLst/>
                <a:latin typeface="Google Sans Text"/>
              </a:rPr>
              <a:t>systems must map the token to its specific distributed ledger technology (DLT) and track outage events.</a:t>
            </a:r>
          </a:p>
          <a:p>
            <a:pPr algn="l"/>
            <a:endParaRPr lang="en-US" sz="1100" dirty="0">
              <a:solidFill>
                <a:srgbClr val="222222"/>
              </a:solidFill>
              <a:latin typeface="Google Sans Text"/>
            </a:endParaRPr>
          </a:p>
          <a:p>
            <a:r>
              <a:rPr lang="en-US" sz="1100" b="1" dirty="0"/>
              <a:t>Peg Deviation Monitoring:</a:t>
            </a:r>
            <a:r>
              <a:rPr lang="en-US" sz="1100" dirty="0"/>
              <a:t> Trading systems must consume real-time market data to monitor the token against its peg currency. You will need to build alert thresholds (e.g., a drop of &gt;10 basis points) that instantly notify risk managers, as severe de-pegging revokes 1b eligibility.</a:t>
            </a:r>
          </a:p>
          <a:p>
            <a:endParaRPr lang="en-US" sz="1100" dirty="0"/>
          </a:p>
          <a:p>
            <a:r>
              <a:rPr lang="en-US" sz="1100" b="1" dirty="0"/>
              <a:t>Reserve Ingestion:</a:t>
            </a:r>
            <a:r>
              <a:rPr lang="en-US" sz="1100" dirty="0"/>
              <a:t> You cannot rely on static data. The middle office must build integrations with external auditors or custodians to ingest daily or weekly reserve attestations. If the reserve composition shifts into riskier assets (e.g., commercial paper instead of short-term government debt), the system must automatically recalculate the asset's risk-weighted density.</a:t>
            </a:r>
          </a:p>
        </p:txBody>
      </p:sp>
    </p:spTree>
    <p:extLst>
      <p:ext uri="{BB962C8B-B14F-4D97-AF65-F5344CB8AC3E}">
        <p14:creationId xmlns:p14="http://schemas.microsoft.com/office/powerpoint/2010/main" val="1272385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BBFBB-6708-8708-525F-B51B72A58C34}"/>
            </a:ext>
          </a:extLst>
        </p:cNvPr>
        <p:cNvGrpSpPr/>
        <p:nvPr/>
      </p:nvGrpSpPr>
      <p:grpSpPr>
        <a:xfrm>
          <a:off x="0" y="0"/>
          <a:ext cx="0" cy="0"/>
          <a:chOff x="0" y="0"/>
          <a:chExt cx="0" cy="0"/>
        </a:xfrm>
      </p:grpSpPr>
      <p:sp>
        <p:nvSpPr>
          <p:cNvPr id="33" name="Rectangle 32">
            <a:extLst>
              <a:ext uri="{FF2B5EF4-FFF2-40B4-BE49-F238E27FC236}">
                <a16:creationId xmlns:a16="http://schemas.microsoft.com/office/drawing/2014/main" id="{C2B48D4B-EC3C-3063-0363-F6C30E735B93}"/>
              </a:ext>
            </a:extLst>
          </p:cNvPr>
          <p:cNvSpPr/>
          <p:nvPr/>
        </p:nvSpPr>
        <p:spPr>
          <a:xfrm>
            <a:off x="10843260" y="243840"/>
            <a:ext cx="670560" cy="4915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1BD8ED56-BD00-5F12-2A6F-99A18F4F2CBE}"/>
              </a:ext>
            </a:extLst>
          </p:cNvPr>
          <p:cNvSpPr>
            <a:spLocks noGrp="1"/>
          </p:cNvSpPr>
          <p:nvPr>
            <p:ph type="body" sz="quarter" idx="12"/>
          </p:nvPr>
        </p:nvSpPr>
        <p:spPr>
          <a:xfrm>
            <a:off x="3966784" y="20936"/>
            <a:ext cx="4190107" cy="457200"/>
          </a:xfrm>
        </p:spPr>
        <p:txBody>
          <a:bodyPr/>
          <a:lstStyle/>
          <a:p>
            <a:r>
              <a:rPr lang="en-US" dirty="0"/>
              <a:t>COMPREHENSIVE APPROACH 2</a:t>
            </a:r>
          </a:p>
        </p:txBody>
      </p:sp>
      <p:sp>
        <p:nvSpPr>
          <p:cNvPr id="11" name="Rectangle 10">
            <a:extLst>
              <a:ext uri="{FF2B5EF4-FFF2-40B4-BE49-F238E27FC236}">
                <a16:creationId xmlns:a16="http://schemas.microsoft.com/office/drawing/2014/main" id="{5DDBE437-99AD-2A47-3F47-B126A37B077A}"/>
              </a:ext>
            </a:extLst>
          </p:cNvPr>
          <p:cNvSpPr/>
          <p:nvPr/>
        </p:nvSpPr>
        <p:spPr>
          <a:xfrm>
            <a:off x="0" y="6339684"/>
            <a:ext cx="12188825" cy="518315"/>
          </a:xfrm>
          <a:prstGeom prst="rect">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1BCAE1B-1159-3E88-7541-102D79F4FF43}"/>
              </a:ext>
            </a:extLst>
          </p:cNvPr>
          <p:cNvSpPr/>
          <p:nvPr/>
        </p:nvSpPr>
        <p:spPr>
          <a:xfrm>
            <a:off x="0" y="6039118"/>
            <a:ext cx="12188825" cy="301619"/>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E16A0EB-B720-CE15-9BF3-0F5EC5BE051F}"/>
              </a:ext>
            </a:extLst>
          </p:cNvPr>
          <p:cNvSpPr/>
          <p:nvPr/>
        </p:nvSpPr>
        <p:spPr>
          <a:xfrm>
            <a:off x="0" y="606391"/>
            <a:ext cx="12188825" cy="170095"/>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4" name="Picture 33">
            <a:extLst>
              <a:ext uri="{FF2B5EF4-FFF2-40B4-BE49-F238E27FC236}">
                <a16:creationId xmlns:a16="http://schemas.microsoft.com/office/drawing/2014/main" id="{897EE8EE-0C99-48FF-D21F-FD93EBEAFD4E}"/>
              </a:ext>
            </a:extLst>
          </p:cNvPr>
          <p:cNvPicPr>
            <a:picLocks noChangeAspect="1"/>
          </p:cNvPicPr>
          <p:nvPr/>
        </p:nvPicPr>
        <p:blipFill>
          <a:blip r:embed="rId2"/>
          <a:stretch>
            <a:fillRect/>
          </a:stretch>
        </p:blipFill>
        <p:spPr>
          <a:xfrm>
            <a:off x="11802083" y="6437567"/>
            <a:ext cx="337522" cy="337522"/>
          </a:xfrm>
          <a:prstGeom prst="rect">
            <a:avLst/>
          </a:prstGeom>
        </p:spPr>
      </p:pic>
      <p:sp>
        <p:nvSpPr>
          <p:cNvPr id="4" name="TextBox 3">
            <a:extLst>
              <a:ext uri="{FF2B5EF4-FFF2-40B4-BE49-F238E27FC236}">
                <a16:creationId xmlns:a16="http://schemas.microsoft.com/office/drawing/2014/main" id="{4D5C4B42-2515-6554-01D0-4B549374C47B}"/>
              </a:ext>
            </a:extLst>
          </p:cNvPr>
          <p:cNvSpPr txBox="1"/>
          <p:nvPr/>
        </p:nvSpPr>
        <p:spPr>
          <a:xfrm>
            <a:off x="217981" y="904741"/>
            <a:ext cx="5554980" cy="4154984"/>
          </a:xfrm>
          <a:prstGeom prst="rect">
            <a:avLst/>
          </a:prstGeom>
          <a:noFill/>
        </p:spPr>
        <p:txBody>
          <a:bodyPr wrap="square">
            <a:spAutoFit/>
          </a:bodyPr>
          <a:lstStyle/>
          <a:p>
            <a:pPr algn="l">
              <a:buNone/>
            </a:pPr>
            <a:r>
              <a:rPr lang="en-US" sz="1100" b="1" i="0" dirty="0">
                <a:solidFill>
                  <a:srgbClr val="222222"/>
                </a:solidFill>
                <a:effectLst/>
                <a:latin typeface="Google Sans"/>
              </a:rPr>
              <a:t>1. Regulated Venue &amp; Product Availability</a:t>
            </a:r>
          </a:p>
          <a:p>
            <a:pPr algn="l">
              <a:buNone/>
            </a:pPr>
            <a:r>
              <a:rPr lang="en-US" sz="1100" b="0" i="0" dirty="0">
                <a:solidFill>
                  <a:srgbClr val="222222"/>
                </a:solidFill>
                <a:effectLst/>
                <a:latin typeface="Google Sans Text"/>
              </a:rPr>
              <a:t>The underlying crypto-asset must be actively traded on regulated markets through specific approved structures. Specifically, the exposure must be one of the following:</a:t>
            </a:r>
          </a:p>
          <a:p>
            <a:pPr lvl="1">
              <a:buFont typeface="Arial" panose="020B0604020202020204" pitchFamily="34" charset="0"/>
              <a:buChar char="•"/>
            </a:pPr>
            <a:r>
              <a:rPr lang="en-US" sz="1100" b="0" i="0" dirty="0">
                <a:solidFill>
                  <a:srgbClr val="222222"/>
                </a:solidFill>
                <a:effectLst/>
                <a:latin typeface="Google Sans Text"/>
              </a:rPr>
              <a:t>A direct spot holding where a derivative or ETF/ETN referencing the asset trades on a regulated exchange.</a:t>
            </a:r>
          </a:p>
          <a:p>
            <a:pPr lvl="1">
              <a:buFont typeface="Arial" panose="020B0604020202020204" pitchFamily="34" charset="0"/>
              <a:buChar char="•"/>
            </a:pPr>
            <a:r>
              <a:rPr lang="en-US" sz="1100" b="0" i="0" dirty="0">
                <a:solidFill>
                  <a:srgbClr val="222222"/>
                </a:solidFill>
                <a:effectLst/>
                <a:latin typeface="Google Sans Text"/>
              </a:rPr>
              <a:t>A derivative or ETF/ETN referencing the crypto-asset that is explicitly approved by a jurisdictional market regulator or cleared through a qualifying central counterparty (QCCP).</a:t>
            </a:r>
          </a:p>
          <a:p>
            <a:pPr algn="l">
              <a:buNone/>
            </a:pPr>
            <a:r>
              <a:rPr lang="en-US" sz="1100" b="1" i="0" dirty="0">
                <a:solidFill>
                  <a:srgbClr val="222222"/>
                </a:solidFill>
                <a:effectLst/>
                <a:latin typeface="Google Sans Text"/>
              </a:rPr>
              <a:t>System impact:</a:t>
            </a:r>
            <a:r>
              <a:rPr lang="en-US" sz="1100" b="0" i="0" dirty="0">
                <a:solidFill>
                  <a:srgbClr val="222222"/>
                </a:solidFill>
                <a:effectLst/>
                <a:latin typeface="Google Sans Text"/>
              </a:rPr>
              <a:t> Your reference data must track which specific crypto-assets have regulator-approved derivatives or ETFs linked to them. (For example, Bitcoin and Ethereum pass this because of CME futures and SEC/CSA approved ETFs; a smaller altcoin without regulated futures would fail instantly).</a:t>
            </a:r>
          </a:p>
          <a:p>
            <a:pPr algn="l">
              <a:buNone/>
            </a:pPr>
            <a:endParaRPr lang="en-US" sz="1100" b="1" i="0" dirty="0">
              <a:solidFill>
                <a:srgbClr val="222222"/>
              </a:solidFill>
              <a:effectLst/>
              <a:latin typeface="Google Sans"/>
            </a:endParaRPr>
          </a:p>
          <a:p>
            <a:pPr algn="l">
              <a:buNone/>
            </a:pPr>
            <a:r>
              <a:rPr lang="en-US" sz="1100" b="1" i="0" dirty="0">
                <a:solidFill>
                  <a:srgbClr val="222222"/>
                </a:solidFill>
                <a:effectLst/>
                <a:latin typeface="Google Sans"/>
              </a:rPr>
              <a:t>2. Extreme Liquidity Thresholds</a:t>
            </a:r>
          </a:p>
          <a:p>
            <a:pPr lvl="1"/>
            <a:r>
              <a:rPr lang="en-US" sz="1100" b="0" i="0" dirty="0">
                <a:solidFill>
                  <a:srgbClr val="222222"/>
                </a:solidFill>
                <a:effectLst/>
                <a:latin typeface="Google Sans Text"/>
              </a:rPr>
              <a:t>OSFI requires mathematical proof that the underlying asset is highly liquid and can be exited rapidly. Your data pipelines must calculate the following metrics over the preceding 1-year period:</a:t>
            </a:r>
          </a:p>
          <a:p>
            <a:pPr lvl="1">
              <a:buFont typeface="Arial" panose="020B0604020202020204" pitchFamily="34" charset="0"/>
              <a:buChar char="•"/>
            </a:pPr>
            <a:r>
              <a:rPr lang="en-US" sz="1100" b="1" i="0" dirty="0">
                <a:solidFill>
                  <a:srgbClr val="222222"/>
                </a:solidFill>
                <a:effectLst/>
                <a:latin typeface="Google Sans Text"/>
              </a:rPr>
              <a:t>Market Capitalization:</a:t>
            </a:r>
            <a:r>
              <a:rPr lang="en-US" sz="1100" b="0" i="0" dirty="0">
                <a:solidFill>
                  <a:srgbClr val="222222"/>
                </a:solidFill>
                <a:effectLst/>
                <a:latin typeface="Google Sans Text"/>
              </a:rPr>
              <a:t> The average market capitalization of the crypto-asset must have been at least </a:t>
            </a:r>
            <a:r>
              <a:rPr lang="en-US" sz="1100" b="1" i="0" dirty="0">
                <a:solidFill>
                  <a:srgbClr val="222222"/>
                </a:solidFill>
                <a:effectLst/>
                <a:latin typeface="Google Sans Text"/>
              </a:rPr>
              <a:t>$10 billion USD</a:t>
            </a:r>
            <a:r>
              <a:rPr lang="en-US" sz="1100" b="0" i="0" dirty="0">
                <a:solidFill>
                  <a:srgbClr val="222222"/>
                </a:solidFill>
                <a:effectLst/>
                <a:latin typeface="Google Sans Text"/>
              </a:rPr>
              <a:t> over the previous year.</a:t>
            </a:r>
          </a:p>
          <a:p>
            <a:pPr lvl="1">
              <a:buFont typeface="Arial" panose="020B0604020202020204" pitchFamily="34" charset="0"/>
              <a:buChar char="•"/>
            </a:pPr>
            <a:r>
              <a:rPr lang="en-US" sz="1100" b="1" i="0" dirty="0">
                <a:solidFill>
                  <a:srgbClr val="222222"/>
                </a:solidFill>
                <a:effectLst/>
                <a:latin typeface="Google Sans Text"/>
              </a:rPr>
              <a:t>Trading Volume:</a:t>
            </a:r>
            <a:r>
              <a:rPr lang="en-US" sz="1100" b="0" i="0" dirty="0">
                <a:solidFill>
                  <a:srgbClr val="222222"/>
                </a:solidFill>
                <a:effectLst/>
                <a:latin typeface="Google Sans Text"/>
              </a:rPr>
              <a:t> The 10% trimmed mean of daily trading volume against major fiat currencies must be at least </a:t>
            </a:r>
            <a:r>
              <a:rPr lang="en-US" sz="1100" b="1" i="0" dirty="0">
                <a:solidFill>
                  <a:srgbClr val="222222"/>
                </a:solidFill>
                <a:effectLst/>
                <a:latin typeface="Google Sans Text"/>
              </a:rPr>
              <a:t>$50 million USD</a:t>
            </a:r>
            <a:r>
              <a:rPr lang="en-US" sz="1100" b="0" i="0" dirty="0">
                <a:solidFill>
                  <a:srgbClr val="222222"/>
                </a:solidFill>
                <a:effectLst/>
                <a:latin typeface="Google Sans Text"/>
              </a:rPr>
              <a:t> over the previous year.</a:t>
            </a:r>
          </a:p>
          <a:p>
            <a:pPr algn="l">
              <a:buNone/>
            </a:pPr>
            <a:r>
              <a:rPr lang="en-US" sz="1100" b="1" i="0" dirty="0">
                <a:solidFill>
                  <a:srgbClr val="222222"/>
                </a:solidFill>
                <a:effectLst/>
                <a:latin typeface="Google Sans Text"/>
              </a:rPr>
              <a:t>System impact:</a:t>
            </a:r>
            <a:r>
              <a:rPr lang="en-US" sz="1100" b="0" i="0" dirty="0">
                <a:solidFill>
                  <a:srgbClr val="222222"/>
                </a:solidFill>
                <a:effectLst/>
                <a:latin typeface="Google Sans Text"/>
              </a:rPr>
              <a:t> You cannot hardcode 2a eligibility. The middle office must continuously ingest 365-day rolling market cap and volume data. If an asset’s rolling average market cap drops to $9.9 billion, the system must trigger an automatic downgrade to Group 2b.</a:t>
            </a:r>
          </a:p>
        </p:txBody>
      </p:sp>
      <p:sp>
        <p:nvSpPr>
          <p:cNvPr id="6" name="TextBox 5">
            <a:extLst>
              <a:ext uri="{FF2B5EF4-FFF2-40B4-BE49-F238E27FC236}">
                <a16:creationId xmlns:a16="http://schemas.microsoft.com/office/drawing/2014/main" id="{50CB0699-E76A-99D4-BA8E-13530AE2618C}"/>
              </a:ext>
            </a:extLst>
          </p:cNvPr>
          <p:cNvSpPr txBox="1"/>
          <p:nvPr/>
        </p:nvSpPr>
        <p:spPr>
          <a:xfrm>
            <a:off x="5874844" y="922861"/>
            <a:ext cx="6096000" cy="2292935"/>
          </a:xfrm>
          <a:prstGeom prst="rect">
            <a:avLst/>
          </a:prstGeom>
          <a:noFill/>
        </p:spPr>
        <p:txBody>
          <a:bodyPr wrap="square">
            <a:spAutoFit/>
          </a:bodyPr>
          <a:lstStyle/>
          <a:p>
            <a:pPr algn="l">
              <a:buNone/>
            </a:pPr>
            <a:r>
              <a:rPr lang="en-US" sz="1100" b="1" i="0" dirty="0">
                <a:solidFill>
                  <a:srgbClr val="222222"/>
                </a:solidFill>
                <a:effectLst/>
                <a:latin typeface="Google Sans"/>
              </a:rPr>
              <a:t>3. Data Sufficiency</a:t>
            </a:r>
          </a:p>
          <a:p>
            <a:pPr algn="l">
              <a:buNone/>
            </a:pPr>
            <a:r>
              <a:rPr lang="en-US" sz="1100" b="0" i="0" dirty="0">
                <a:solidFill>
                  <a:srgbClr val="222222"/>
                </a:solidFill>
                <a:effectLst/>
                <a:latin typeface="Google Sans Text"/>
              </a:rPr>
              <a:t>The market data used to prove the liquidity thresholds above cannot be sparse or drawn from unreliable offshore exchanges.</a:t>
            </a:r>
          </a:p>
          <a:p>
            <a:pPr lvl="1">
              <a:buFont typeface="Arial" panose="020B0604020202020204" pitchFamily="34" charset="0"/>
              <a:buChar char="•"/>
            </a:pPr>
            <a:r>
              <a:rPr lang="en-US" sz="1100" b="0" i="0" dirty="0">
                <a:solidFill>
                  <a:srgbClr val="222222"/>
                </a:solidFill>
                <a:effectLst/>
                <a:latin typeface="Google Sans Text"/>
              </a:rPr>
              <a:t>There must be at least </a:t>
            </a:r>
            <a:r>
              <a:rPr lang="en-US" sz="1100" b="1" i="0" dirty="0">
                <a:solidFill>
                  <a:srgbClr val="222222"/>
                </a:solidFill>
                <a:effectLst/>
                <a:latin typeface="Google Sans Text"/>
              </a:rPr>
              <a:t>100 "real" price observations</a:t>
            </a:r>
            <a:r>
              <a:rPr lang="en-US" sz="1100" b="0" i="0" dirty="0">
                <a:solidFill>
                  <a:srgbClr val="222222"/>
                </a:solidFill>
                <a:effectLst/>
                <a:latin typeface="Google Sans Text"/>
              </a:rPr>
              <a:t> over the previous year. "Real" is defined under strict market risk criteria (MAR31.12), meaning actual executed trades on recognized platforms, not just quoted spreads or automated wash-trading volume.</a:t>
            </a:r>
          </a:p>
          <a:p>
            <a:pPr algn="l">
              <a:buNone/>
            </a:pPr>
            <a:r>
              <a:rPr lang="en-US" sz="1100" b="1" i="0" dirty="0">
                <a:solidFill>
                  <a:srgbClr val="222222"/>
                </a:solidFill>
                <a:effectLst/>
                <a:latin typeface="Google Sans Text"/>
              </a:rPr>
              <a:t>System impact:</a:t>
            </a:r>
            <a:r>
              <a:rPr lang="en-US" sz="1100" b="0" i="0" dirty="0">
                <a:solidFill>
                  <a:srgbClr val="222222"/>
                </a:solidFill>
                <a:effectLst/>
                <a:latin typeface="Google Sans Text"/>
              </a:rPr>
              <a:t> Your pricing feeds must filter out volume from unregulated or suspect exchanges. If the system cannot verify 100 days of </a:t>
            </a:r>
            <a:r>
              <a:rPr lang="en-US" sz="1100" b="0" i="1" dirty="0">
                <a:solidFill>
                  <a:srgbClr val="222222"/>
                </a:solidFill>
                <a:effectLst/>
                <a:latin typeface="Google Sans Text"/>
              </a:rPr>
              <a:t>verifiable</a:t>
            </a:r>
            <a:r>
              <a:rPr lang="en-US" sz="1100" b="0" i="0" dirty="0">
                <a:solidFill>
                  <a:srgbClr val="222222"/>
                </a:solidFill>
                <a:effectLst/>
                <a:latin typeface="Google Sans Text"/>
              </a:rPr>
              <a:t> fiat-to-crypto trading volume, the asset cannot qualify for 2a.</a:t>
            </a:r>
          </a:p>
          <a:p>
            <a:pPr algn="l">
              <a:buNone/>
            </a:pPr>
            <a:endParaRPr lang="en-US" sz="1100" b="1" i="0" dirty="0">
              <a:solidFill>
                <a:srgbClr val="222222"/>
              </a:solidFill>
              <a:effectLst/>
              <a:latin typeface="Google Sans Text"/>
            </a:endParaRPr>
          </a:p>
          <a:p>
            <a:pPr algn="l">
              <a:buNone/>
            </a:pPr>
            <a:r>
              <a:rPr lang="en-US" sz="1100" b="1" i="0" dirty="0">
                <a:solidFill>
                  <a:srgbClr val="222222"/>
                </a:solidFill>
                <a:effectLst/>
                <a:latin typeface="Google Sans Text"/>
              </a:rPr>
              <a:t>The ETF Rule of Thumb:</a:t>
            </a:r>
            <a:r>
              <a:rPr lang="en-US" sz="1100" b="0" i="0" dirty="0">
                <a:solidFill>
                  <a:srgbClr val="222222"/>
                </a:solidFill>
                <a:effectLst/>
                <a:latin typeface="Google Sans Text"/>
              </a:rPr>
              <a:t> If an ETF holds Bitcoin (which passes the $10B market cap and $50M volume tests), it can be classed as 2a. If a Web3 fund holds a basket of smaller governance tokens that fail the $10B threshold, the entire fund defaults to 2b unless the eligible assets (like BTC/ETH) make up at least 75% of the fund's total weight.</a:t>
            </a:r>
          </a:p>
        </p:txBody>
      </p:sp>
      <p:sp>
        <p:nvSpPr>
          <p:cNvPr id="8" name="TextBox 7">
            <a:extLst>
              <a:ext uri="{FF2B5EF4-FFF2-40B4-BE49-F238E27FC236}">
                <a16:creationId xmlns:a16="http://schemas.microsoft.com/office/drawing/2014/main" id="{98C40F2A-071A-EB7A-55F3-0BE3DE9979D2}"/>
              </a:ext>
            </a:extLst>
          </p:cNvPr>
          <p:cNvSpPr txBox="1"/>
          <p:nvPr/>
        </p:nvSpPr>
        <p:spPr>
          <a:xfrm>
            <a:off x="5935804" y="3310829"/>
            <a:ext cx="6096000" cy="2631490"/>
          </a:xfrm>
          <a:prstGeom prst="rect">
            <a:avLst/>
          </a:prstGeom>
          <a:noFill/>
          <a:ln>
            <a:solidFill>
              <a:srgbClr val="FF0000"/>
            </a:solidFill>
          </a:ln>
        </p:spPr>
        <p:txBody>
          <a:bodyPr wrap="square">
            <a:spAutoFit/>
          </a:bodyPr>
          <a:lstStyle/>
          <a:p>
            <a:pPr>
              <a:buNone/>
            </a:pPr>
            <a:r>
              <a:rPr lang="en-US" sz="1100" b="1" dirty="0">
                <a:effectLst/>
                <a:latin typeface="Google Sans"/>
              </a:rPr>
              <a:t>1. The Dedicated Crypto Schedule (Schedule 10.100)</a:t>
            </a:r>
          </a:p>
          <a:p>
            <a:pPr>
              <a:buNone/>
            </a:pPr>
            <a:r>
              <a:rPr lang="en-US" sz="1100" dirty="0">
                <a:effectLst/>
                <a:latin typeface="Google Sans Text"/>
              </a:rPr>
              <a:t>OSFI has introduced </a:t>
            </a:r>
            <a:r>
              <a:rPr lang="en-US" sz="1100" b="1" dirty="0">
                <a:effectLst/>
                <a:latin typeface="Google Sans Text"/>
              </a:rPr>
              <a:t>Schedule 10.100 – Summary of Crypto-asset Exposures</a:t>
            </a:r>
            <a:r>
              <a:rPr lang="en-US" sz="1100" dirty="0">
                <a:effectLst/>
                <a:latin typeface="Google Sans Text"/>
              </a:rPr>
              <a:t>. </a:t>
            </a:r>
          </a:p>
          <a:p>
            <a:pPr>
              <a:buNone/>
            </a:pPr>
            <a:r>
              <a:rPr lang="en-US" sz="1100" dirty="0">
                <a:latin typeface="Google Sans Text"/>
              </a:rPr>
              <a:t>The r</a:t>
            </a:r>
            <a:r>
              <a:rPr lang="en-US" sz="1100" dirty="0">
                <a:effectLst/>
                <a:latin typeface="Google Sans Text"/>
              </a:rPr>
              <a:t>eporting layer must aggregate all the direct and indirect exposures (including the look-through ETF data you mentioned) and populate this summary schedule. It acts as the primary supervisory dashboard for OSFI to view your enterprise-wide crypto footprint. </a:t>
            </a:r>
          </a:p>
          <a:p>
            <a:pPr>
              <a:buNone/>
            </a:pPr>
            <a:endParaRPr lang="en-US" sz="1100" dirty="0">
              <a:effectLst/>
              <a:latin typeface="Google Sans Text"/>
            </a:endParaRPr>
          </a:p>
          <a:p>
            <a:pPr>
              <a:buNone/>
            </a:pPr>
            <a:r>
              <a:rPr lang="en-US" sz="1100" b="1" dirty="0">
                <a:effectLst/>
                <a:latin typeface="Google Sans"/>
              </a:rPr>
              <a:t>2. Pervasive Integration Across Standard Schedules</a:t>
            </a:r>
          </a:p>
          <a:p>
            <a:pPr>
              <a:buNone/>
            </a:pPr>
            <a:r>
              <a:rPr lang="en-US" sz="1100" dirty="0">
                <a:effectLst/>
                <a:latin typeface="Google Sans Text"/>
              </a:rPr>
              <a:t>Crypto-asset data doesn't just live in the summary schedule; it bleeds into your standard capital and risk reporting:</a:t>
            </a:r>
          </a:p>
          <a:p>
            <a:pPr lvl="1">
              <a:buFont typeface="Arial" panose="020B0604020202020204" pitchFamily="34" charset="0"/>
              <a:buChar char="•"/>
            </a:pPr>
            <a:r>
              <a:rPr lang="en-US" sz="1100" b="1" dirty="0">
                <a:effectLst/>
                <a:latin typeface="Google Sans Text"/>
              </a:rPr>
              <a:t>Schedule 20.010 (Capital Deductions):</a:t>
            </a:r>
            <a:r>
              <a:rPr lang="en-US" sz="1100" dirty="0">
                <a:effectLst/>
                <a:latin typeface="Google Sans Text"/>
              </a:rPr>
              <a:t> Group 2b assets (the most punitive fallback bucket) essentially require dollar-for-dollar capital backing (a 1,250% risk weight). Your system must calculate this and feed the resulting CET1 deductions directly into this schedule. </a:t>
            </a:r>
          </a:p>
          <a:p>
            <a:pPr lvl="1">
              <a:buFont typeface="Arial" panose="020B0604020202020204" pitchFamily="34" charset="0"/>
              <a:buChar char="•"/>
            </a:pPr>
            <a:r>
              <a:rPr lang="en-US" sz="1100" b="1" dirty="0">
                <a:effectLst/>
                <a:latin typeface="Google Sans Text"/>
              </a:rPr>
              <a:t>Schedule 90.010 (Market Risk):</a:t>
            </a:r>
            <a:r>
              <a:rPr lang="en-US" sz="1100" dirty="0">
                <a:effectLst/>
                <a:latin typeface="Google Sans Text"/>
              </a:rPr>
              <a:t> Your middle office risk engines must calculate sensitivities for the eligible </a:t>
            </a:r>
            <a:r>
              <a:rPr lang="en-US" sz="1100" b="1" dirty="0">
                <a:effectLst/>
                <a:latin typeface="Google Sans Text"/>
              </a:rPr>
              <a:t>Group 2a</a:t>
            </a:r>
            <a:r>
              <a:rPr lang="en-US" sz="1100" dirty="0">
                <a:effectLst/>
                <a:latin typeface="Google Sans Text"/>
              </a:rPr>
              <a:t> assets. OSFI has explicitly added a "Crypto risk (Group 2a)" category under the Sensitivities-based method in this schedule.</a:t>
            </a:r>
          </a:p>
        </p:txBody>
      </p:sp>
    </p:spTree>
    <p:extLst>
      <p:ext uri="{BB962C8B-B14F-4D97-AF65-F5344CB8AC3E}">
        <p14:creationId xmlns:p14="http://schemas.microsoft.com/office/powerpoint/2010/main" val="275842583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p:cNvSpPr>
            <a:spLocks noGrp="1"/>
          </p:cNvSpPr>
          <p:nvPr>
            <p:ph type="body" sz="quarter" idx="11"/>
          </p:nvPr>
        </p:nvSpPr>
        <p:spPr>
          <a:xfrm>
            <a:off x="93345" y="98165"/>
            <a:ext cx="5397500" cy="419098"/>
          </a:xfrm>
        </p:spPr>
        <p:txBody>
          <a:bodyPr/>
          <a:lstStyle/>
          <a:p>
            <a:r>
              <a:rPr lang="en-US" dirty="0"/>
              <a:t>DIGITAL ASSET PLATFORM</a:t>
            </a:r>
          </a:p>
        </p:txBody>
      </p:sp>
      <p:sp>
        <p:nvSpPr>
          <p:cNvPr id="13" name="Text Placeholder 12"/>
          <p:cNvSpPr>
            <a:spLocks noGrp="1"/>
          </p:cNvSpPr>
          <p:nvPr>
            <p:ph type="body" sz="quarter" idx="12"/>
          </p:nvPr>
        </p:nvSpPr>
        <p:spPr>
          <a:xfrm>
            <a:off x="329565" y="551181"/>
            <a:ext cx="5397500" cy="457200"/>
          </a:xfrm>
        </p:spPr>
        <p:txBody>
          <a:bodyPr/>
          <a:lstStyle/>
          <a:p>
            <a:r>
              <a:rPr lang="en-US" dirty="0"/>
              <a:t>Node Operation</a:t>
            </a:r>
          </a:p>
        </p:txBody>
      </p:sp>
      <p:sp>
        <p:nvSpPr>
          <p:cNvPr id="2" name="Text Placeholder 1"/>
          <p:cNvSpPr>
            <a:spLocks noGrp="1"/>
          </p:cNvSpPr>
          <p:nvPr>
            <p:ph type="body" sz="quarter" idx="13"/>
          </p:nvPr>
        </p:nvSpPr>
        <p:spPr>
          <a:xfrm>
            <a:off x="329565" y="1091024"/>
            <a:ext cx="4875213" cy="1866900"/>
          </a:xfrm>
        </p:spPr>
        <p:txBody>
          <a:bodyPr/>
          <a:lstStyle/>
          <a:p>
            <a:pPr lvl="0"/>
            <a:r>
              <a:rPr lang="en-US" dirty="0"/>
              <a:t>Interactions with various blockchains require traffic to be routed through RPC nodes (broadcast transactions to the network). Certain networks like Canton – require a permissioned node to participate at all.</a:t>
            </a:r>
          </a:p>
          <a:p>
            <a:pPr lvl="0"/>
            <a:endParaRPr lang="en-US" dirty="0"/>
          </a:p>
        </p:txBody>
      </p:sp>
      <p:sp>
        <p:nvSpPr>
          <p:cNvPr id="3" name="Rectangle 2">
            <a:extLst>
              <a:ext uri="{FF2B5EF4-FFF2-40B4-BE49-F238E27FC236}">
                <a16:creationId xmlns:a16="http://schemas.microsoft.com/office/drawing/2014/main" id="{096898B3-5ECA-4D9A-5332-3C53AEA7D9AC}"/>
              </a:ext>
            </a:extLst>
          </p:cNvPr>
          <p:cNvSpPr/>
          <p:nvPr/>
        </p:nvSpPr>
        <p:spPr>
          <a:xfrm>
            <a:off x="0" y="6339684"/>
            <a:ext cx="12188825" cy="518315"/>
          </a:xfrm>
          <a:prstGeom prst="rect">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353C87B9-DB9A-1D63-08CD-17CBAADEC408}"/>
              </a:ext>
            </a:extLst>
          </p:cNvPr>
          <p:cNvSpPr/>
          <p:nvPr/>
        </p:nvSpPr>
        <p:spPr>
          <a:xfrm>
            <a:off x="0" y="6039118"/>
            <a:ext cx="12188825" cy="301619"/>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12">
            <a:extLst>
              <a:ext uri="{FF2B5EF4-FFF2-40B4-BE49-F238E27FC236}">
                <a16:creationId xmlns:a16="http://schemas.microsoft.com/office/drawing/2014/main" id="{DCB3A7B6-D26F-B1B6-C01D-33A9369B8463}"/>
              </a:ext>
            </a:extLst>
          </p:cNvPr>
          <p:cNvSpPr txBox="1">
            <a:spLocks/>
          </p:cNvSpPr>
          <p:nvPr/>
        </p:nvSpPr>
        <p:spPr>
          <a:xfrm>
            <a:off x="305537" y="2282825"/>
            <a:ext cx="5397500" cy="457200"/>
          </a:xfrm>
          <a:prstGeom prst="rect">
            <a:avLst/>
          </a:prstGeom>
          <a:noFill/>
        </p:spPr>
        <p:txBody>
          <a:bodyPr vert="horz" wrap="none" lIns="0" tIns="91440" rIns="0" bIns="0" anchor="t" anchorCtr="0">
            <a:noAutofit/>
          </a:bodyPr>
          <a:lstStyle>
            <a:lvl1pPr marL="0" indent="0" algn="l" defTabSz="914126" rtl="0" eaLnBrk="1" latinLnBrk="0" hangingPunct="1">
              <a:lnSpc>
                <a:spcPct val="90000"/>
              </a:lnSpc>
              <a:spcBef>
                <a:spcPts val="1000"/>
              </a:spcBef>
              <a:buFont typeface="Arial" panose="020B0604020202020204" pitchFamily="34" charset="0"/>
              <a:buNone/>
              <a:defRPr sz="3000" b="1" i="0" kern="1200" baseline="0">
                <a:solidFill>
                  <a:schemeClr val="tx1">
                    <a:lumMod val="75000"/>
                    <a:lumOff val="25000"/>
                  </a:schemeClr>
                </a:solidFill>
                <a:latin typeface="Raleway" charset="0"/>
                <a:ea typeface="Raleway" charset="0"/>
                <a:cs typeface="Raleway" charset="0"/>
              </a:defRPr>
            </a:lvl1pPr>
            <a:lvl2pPr marL="685594" indent="-228531" algn="l" defTabSz="914126" rtl="0" eaLnBrk="1" latinLnBrk="0" hangingPunct="1">
              <a:lnSpc>
                <a:spcPct val="90000"/>
              </a:lnSpc>
              <a:spcBef>
                <a:spcPts val="500"/>
              </a:spcBef>
              <a:buFont typeface="Arial" panose="020B0604020202020204" pitchFamily="34" charset="0"/>
              <a:buChar char="•"/>
              <a:defRPr sz="2399" kern="1200">
                <a:solidFill>
                  <a:schemeClr val="tx1"/>
                </a:solidFill>
                <a:latin typeface="+mn-lt"/>
                <a:ea typeface="+mn-ea"/>
                <a:cs typeface="+mn-cs"/>
              </a:defRPr>
            </a:lvl2pPr>
            <a:lvl3pPr marL="1142657" indent="-228531" algn="l" defTabSz="914126" rtl="0" eaLnBrk="1" latinLnBrk="0" hangingPunct="1">
              <a:lnSpc>
                <a:spcPct val="90000"/>
              </a:lnSpc>
              <a:spcBef>
                <a:spcPts val="500"/>
              </a:spcBef>
              <a:buFont typeface="Arial" panose="020B0604020202020204" pitchFamily="34" charset="0"/>
              <a:buChar char="•"/>
              <a:defRPr sz="1999" kern="1200">
                <a:solidFill>
                  <a:schemeClr val="tx1"/>
                </a:solidFill>
                <a:latin typeface="+mn-lt"/>
                <a:ea typeface="+mn-ea"/>
                <a:cs typeface="+mn-cs"/>
              </a:defRPr>
            </a:lvl3pPr>
            <a:lvl4pPr marL="1599720"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4pPr>
            <a:lvl5pPr marL="2056783"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dirty="0"/>
              <a:t>Omni Layer</a:t>
            </a:r>
          </a:p>
        </p:txBody>
      </p:sp>
      <p:sp>
        <p:nvSpPr>
          <p:cNvPr id="9" name="Text Placeholder 1">
            <a:extLst>
              <a:ext uri="{FF2B5EF4-FFF2-40B4-BE49-F238E27FC236}">
                <a16:creationId xmlns:a16="http://schemas.microsoft.com/office/drawing/2014/main" id="{E2E2F5CF-1D1A-DEE9-F502-3A8DF13511D8}"/>
              </a:ext>
            </a:extLst>
          </p:cNvPr>
          <p:cNvSpPr txBox="1">
            <a:spLocks/>
          </p:cNvSpPr>
          <p:nvPr/>
        </p:nvSpPr>
        <p:spPr>
          <a:xfrm>
            <a:off x="305537" y="2822668"/>
            <a:ext cx="4875213" cy="1866900"/>
          </a:xfrm>
          <a:prstGeom prst="rect">
            <a:avLst/>
          </a:prstGeom>
        </p:spPr>
        <p:txBody>
          <a:bodyPr lIns="0" tIns="0" rIns="0" bIns="0">
            <a:noAutofit/>
          </a:bodyPr>
          <a:lstStyle>
            <a:lvl1pPr marL="0" indent="0" algn="l" defTabSz="914126" rtl="0" eaLnBrk="1" latinLnBrk="0" hangingPunct="1">
              <a:lnSpc>
                <a:spcPct val="150000"/>
              </a:lnSpc>
              <a:spcBef>
                <a:spcPts val="1000"/>
              </a:spcBef>
              <a:buFont typeface="Arial" panose="020B0604020202020204" pitchFamily="34" charset="0"/>
              <a:buNone/>
              <a:defRPr sz="1200" kern="1200" baseline="0">
                <a:ln>
                  <a:noFill/>
                </a:ln>
                <a:solidFill>
                  <a:schemeClr val="tx1">
                    <a:lumMod val="75000"/>
                    <a:lumOff val="25000"/>
                  </a:schemeClr>
                </a:solidFill>
                <a:latin typeface="Raleway" charset="0"/>
                <a:ea typeface="Raleway" charset="0"/>
                <a:cs typeface="Raleway" charset="0"/>
              </a:defRPr>
            </a:lvl1pPr>
            <a:lvl2pPr marL="457063"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2pPr>
            <a:lvl3pPr marL="914126"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3pPr>
            <a:lvl4pPr marL="1371189"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4pPr>
            <a:lvl5pPr marL="1828252"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dirty="0"/>
              <a:t>All chain connectivity whether with custodians, stablecoin partners, cold storage (IS) require key management and a governance / policy layer (remains true for even an internalized blockchain). DFNS offers this as one of the best in class offerings (used by </a:t>
            </a:r>
            <a:r>
              <a:rPr lang="en-US" dirty="0" err="1"/>
              <a:t>Zodia</a:t>
            </a:r>
            <a:r>
              <a:rPr lang="en-US" dirty="0"/>
              <a:t> Custody and numerous other participants in the ecosystem: Circle).</a:t>
            </a:r>
          </a:p>
          <a:p>
            <a:r>
              <a:rPr lang="en-US" dirty="0"/>
              <a:t>All blockchain interactions should be centralized to one platform for RBC CM and have the flexibility (in case of issue) to go to the individual platforms (but not the requirement).</a:t>
            </a:r>
          </a:p>
        </p:txBody>
      </p:sp>
      <p:pic>
        <p:nvPicPr>
          <p:cNvPr id="17" name="Picture 16">
            <a:extLst>
              <a:ext uri="{FF2B5EF4-FFF2-40B4-BE49-F238E27FC236}">
                <a16:creationId xmlns:a16="http://schemas.microsoft.com/office/drawing/2014/main" id="{19877E14-F325-BEAA-BE79-FD2AC086365E}"/>
              </a:ext>
            </a:extLst>
          </p:cNvPr>
          <p:cNvPicPr>
            <a:picLocks noChangeAspect="1"/>
          </p:cNvPicPr>
          <p:nvPr/>
        </p:nvPicPr>
        <p:blipFill>
          <a:blip r:embed="rId2"/>
          <a:stretch>
            <a:fillRect/>
          </a:stretch>
        </p:blipFill>
        <p:spPr>
          <a:xfrm>
            <a:off x="11802083" y="6437567"/>
            <a:ext cx="337522" cy="337522"/>
          </a:xfrm>
          <a:prstGeom prst="rect">
            <a:avLst/>
          </a:prstGeom>
        </p:spPr>
      </p:pic>
      <p:sp>
        <p:nvSpPr>
          <p:cNvPr id="6" name="Rectangle 1">
            <a:extLst>
              <a:ext uri="{FF2B5EF4-FFF2-40B4-BE49-F238E27FC236}">
                <a16:creationId xmlns:a16="http://schemas.microsoft.com/office/drawing/2014/main" id="{380130AB-2B9E-35D4-E6D7-D1E5AE785203}"/>
              </a:ext>
            </a:extLst>
          </p:cNvPr>
          <p:cNvSpPr>
            <a:spLocks noChangeArrowheads="1"/>
          </p:cNvSpPr>
          <p:nvPr/>
        </p:nvSpPr>
        <p:spPr bwMode="auto">
          <a:xfrm>
            <a:off x="4148138" y="1825625"/>
            <a:ext cx="12188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4" name="Picture 13">
            <a:extLst>
              <a:ext uri="{FF2B5EF4-FFF2-40B4-BE49-F238E27FC236}">
                <a16:creationId xmlns:a16="http://schemas.microsoft.com/office/drawing/2014/main" id="{2B38DA81-5160-F474-28DC-3AB306909DDD}"/>
              </a:ext>
            </a:extLst>
          </p:cNvPr>
          <p:cNvPicPr>
            <a:picLocks noChangeAspect="1"/>
          </p:cNvPicPr>
          <p:nvPr/>
        </p:nvPicPr>
        <p:blipFill>
          <a:blip r:embed="rId3"/>
          <a:stretch>
            <a:fillRect/>
          </a:stretch>
        </p:blipFill>
        <p:spPr>
          <a:xfrm>
            <a:off x="5918201" y="749706"/>
            <a:ext cx="6061618" cy="3720686"/>
          </a:xfrm>
          <a:prstGeom prst="rect">
            <a:avLst/>
          </a:prstGeom>
        </p:spPr>
      </p:pic>
      <p:sp>
        <p:nvSpPr>
          <p:cNvPr id="15" name="Text Placeholder 1">
            <a:extLst>
              <a:ext uri="{FF2B5EF4-FFF2-40B4-BE49-F238E27FC236}">
                <a16:creationId xmlns:a16="http://schemas.microsoft.com/office/drawing/2014/main" id="{820F4824-DC7A-6A2E-87D1-5D7DA021A8CA}"/>
              </a:ext>
            </a:extLst>
          </p:cNvPr>
          <p:cNvSpPr txBox="1">
            <a:spLocks/>
          </p:cNvSpPr>
          <p:nvPr/>
        </p:nvSpPr>
        <p:spPr>
          <a:xfrm>
            <a:off x="8116037" y="4440809"/>
            <a:ext cx="4875213" cy="1866900"/>
          </a:xfrm>
          <a:prstGeom prst="rect">
            <a:avLst/>
          </a:prstGeom>
        </p:spPr>
        <p:txBody>
          <a:bodyPr lIns="0" tIns="0" rIns="0" bIns="0">
            <a:noAutofit/>
          </a:bodyPr>
          <a:lstStyle>
            <a:lvl1pPr marL="0" indent="0" algn="l" defTabSz="914126" rtl="0" eaLnBrk="1" latinLnBrk="0" hangingPunct="1">
              <a:lnSpc>
                <a:spcPct val="150000"/>
              </a:lnSpc>
              <a:spcBef>
                <a:spcPts val="1000"/>
              </a:spcBef>
              <a:buFont typeface="Arial" panose="020B0604020202020204" pitchFamily="34" charset="0"/>
              <a:buNone/>
              <a:defRPr sz="1200" kern="1200" baseline="0">
                <a:ln>
                  <a:noFill/>
                </a:ln>
                <a:solidFill>
                  <a:schemeClr val="tx1">
                    <a:lumMod val="75000"/>
                    <a:lumOff val="25000"/>
                  </a:schemeClr>
                </a:solidFill>
                <a:latin typeface="Raleway" charset="0"/>
                <a:ea typeface="Raleway" charset="0"/>
                <a:cs typeface="Raleway" charset="0"/>
              </a:defRPr>
            </a:lvl1pPr>
            <a:lvl2pPr marL="457063"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2pPr>
            <a:lvl3pPr marL="914126"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3pPr>
            <a:lvl4pPr marL="1371189"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4pPr>
            <a:lvl5pPr marL="1828252"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dirty="0"/>
              <a:t>*Indicative architecture</a:t>
            </a:r>
          </a:p>
        </p:txBody>
      </p:sp>
      <p:graphicFrame>
        <p:nvGraphicFramePr>
          <p:cNvPr id="16" name="Object 15">
            <a:extLst>
              <a:ext uri="{FF2B5EF4-FFF2-40B4-BE49-F238E27FC236}">
                <a16:creationId xmlns:a16="http://schemas.microsoft.com/office/drawing/2014/main" id="{FDE92245-455F-3969-F6D4-3D13653FF926}"/>
              </a:ext>
            </a:extLst>
          </p:cNvPr>
          <p:cNvGraphicFramePr>
            <a:graphicFrameLocks noChangeAspect="1"/>
          </p:cNvGraphicFramePr>
          <p:nvPr>
            <p:extLst>
              <p:ext uri="{D42A27DB-BD31-4B8C-83A1-F6EECF244321}">
                <p14:modId xmlns:p14="http://schemas.microsoft.com/office/powerpoint/2010/main" val="2504757013"/>
              </p:ext>
            </p:extLst>
          </p:nvPr>
        </p:nvGraphicFramePr>
        <p:xfrm>
          <a:off x="4203383" y="2186075"/>
          <a:ext cx="1619250" cy="514350"/>
        </p:xfrm>
        <a:graphic>
          <a:graphicData uri="http://schemas.openxmlformats.org/presentationml/2006/ole">
            <mc:AlternateContent xmlns:mc="http://schemas.openxmlformats.org/markup-compatibility/2006">
              <mc:Choice xmlns:v="urn:schemas-microsoft-com:vml" Requires="v">
                <p:oleObj name="Packager Shell Object" showAsIcon="1" r:id="rId4" imgW="1619196" imgH="514350" progId="Package">
                  <p:embed/>
                </p:oleObj>
              </mc:Choice>
              <mc:Fallback>
                <p:oleObj name="Packager Shell Object" showAsIcon="1" r:id="rId4" imgW="1619196" imgH="514350" progId="Package">
                  <p:embed/>
                  <p:pic>
                    <p:nvPicPr>
                      <p:cNvPr id="0" name=""/>
                      <p:cNvPicPr/>
                      <p:nvPr/>
                    </p:nvPicPr>
                    <p:blipFill>
                      <a:blip r:embed="rId5"/>
                      <a:stretch>
                        <a:fillRect/>
                      </a:stretch>
                    </p:blipFill>
                    <p:spPr>
                      <a:xfrm>
                        <a:off x="4203383" y="2186075"/>
                        <a:ext cx="1619250" cy="514350"/>
                      </a:xfrm>
                      <a:prstGeom prst="rect">
                        <a:avLst/>
                      </a:prstGeom>
                    </p:spPr>
                  </p:pic>
                </p:oleObj>
              </mc:Fallback>
            </mc:AlternateContent>
          </a:graphicData>
        </a:graphic>
      </p:graphicFrame>
      <p:sp>
        <p:nvSpPr>
          <p:cNvPr id="22" name="Rectangle 21">
            <a:extLst>
              <a:ext uri="{FF2B5EF4-FFF2-40B4-BE49-F238E27FC236}">
                <a16:creationId xmlns:a16="http://schemas.microsoft.com/office/drawing/2014/main" id="{2E5144ED-0935-18E2-2492-6F9A062C8678}"/>
              </a:ext>
            </a:extLst>
          </p:cNvPr>
          <p:cNvSpPr/>
          <p:nvPr/>
        </p:nvSpPr>
        <p:spPr>
          <a:xfrm>
            <a:off x="6160744" y="4861086"/>
            <a:ext cx="5641339" cy="828842"/>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1" name="Text Placeholder 1">
            <a:extLst>
              <a:ext uri="{FF2B5EF4-FFF2-40B4-BE49-F238E27FC236}">
                <a16:creationId xmlns:a16="http://schemas.microsoft.com/office/drawing/2014/main" id="{622D3107-A6B2-3458-D20E-2832F424ECD9}"/>
              </a:ext>
            </a:extLst>
          </p:cNvPr>
          <p:cNvSpPr txBox="1">
            <a:spLocks/>
          </p:cNvSpPr>
          <p:nvPr/>
        </p:nvSpPr>
        <p:spPr>
          <a:xfrm>
            <a:off x="6551904" y="4991100"/>
            <a:ext cx="5250179" cy="730803"/>
          </a:xfrm>
          <a:prstGeom prst="rect">
            <a:avLst/>
          </a:prstGeom>
        </p:spPr>
        <p:txBody>
          <a:bodyPr lIns="0" tIns="0" rIns="0" bIns="0">
            <a:noAutofit/>
          </a:bodyPr>
          <a:lstStyle>
            <a:lvl1pPr marL="0" indent="0" algn="l" defTabSz="914126" rtl="0" eaLnBrk="1" latinLnBrk="0" hangingPunct="1">
              <a:lnSpc>
                <a:spcPct val="150000"/>
              </a:lnSpc>
              <a:spcBef>
                <a:spcPts val="1000"/>
              </a:spcBef>
              <a:buFont typeface="Arial" panose="020B0604020202020204" pitchFamily="34" charset="0"/>
              <a:buNone/>
              <a:defRPr sz="1200" kern="1200" baseline="0">
                <a:ln>
                  <a:noFill/>
                </a:ln>
                <a:solidFill>
                  <a:schemeClr val="tx1">
                    <a:lumMod val="75000"/>
                    <a:lumOff val="25000"/>
                  </a:schemeClr>
                </a:solidFill>
                <a:latin typeface="Raleway" charset="0"/>
                <a:ea typeface="Raleway" charset="0"/>
                <a:cs typeface="Raleway" charset="0"/>
              </a:defRPr>
            </a:lvl1pPr>
            <a:lvl2pPr marL="457063"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2pPr>
            <a:lvl3pPr marL="914126"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3pPr>
            <a:lvl4pPr marL="1371189"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4pPr>
            <a:lvl5pPr marL="1828252" indent="0" algn="l" defTabSz="914126" rtl="0" eaLnBrk="1" latinLnBrk="0" hangingPunct="1">
              <a:lnSpc>
                <a:spcPct val="90000"/>
              </a:lnSpc>
              <a:spcBef>
                <a:spcPts val="500"/>
              </a:spcBef>
              <a:buFont typeface="Arial" panose="020B0604020202020204" pitchFamily="34" charset="0"/>
              <a:buNone/>
              <a:defRPr sz="1400" kern="1200">
                <a:solidFill>
                  <a:schemeClr val="tx1"/>
                </a:solidFill>
                <a:latin typeface="Raleway" charset="0"/>
                <a:ea typeface="Raleway" charset="0"/>
                <a:cs typeface="Raleway" charset="0"/>
              </a:defRPr>
            </a:lvl5pPr>
            <a:lvl6pPr marL="2513846"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908"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a:lstStyle>
          <a:p>
            <a:r>
              <a:rPr lang="en-US" dirty="0">
                <a:solidFill>
                  <a:schemeClr val="bg1"/>
                </a:solidFill>
              </a:rPr>
              <a:t>Given finality of public chains – and potentially the $ amounts moving through them. Operations and </a:t>
            </a:r>
            <a:r>
              <a:rPr lang="en-US" b="1" dirty="0">
                <a:solidFill>
                  <a:schemeClr val="bg1"/>
                </a:solidFill>
              </a:rPr>
              <a:t>RTB model </a:t>
            </a:r>
            <a:r>
              <a:rPr lang="en-US" dirty="0">
                <a:solidFill>
                  <a:schemeClr val="bg1"/>
                </a:solidFill>
              </a:rPr>
              <a:t>must be weighed heavily.</a:t>
            </a:r>
          </a:p>
        </p:txBody>
      </p:sp>
    </p:spTree>
    <p:extLst>
      <p:ext uri="{BB962C8B-B14F-4D97-AF65-F5344CB8AC3E}">
        <p14:creationId xmlns:p14="http://schemas.microsoft.com/office/powerpoint/2010/main" val="149984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B6EA23F-C00D-937C-A38D-83D3A6D091E3}"/>
              </a:ext>
            </a:extLst>
          </p:cNvPr>
          <p:cNvSpPr>
            <a:spLocks noGrp="1"/>
          </p:cNvSpPr>
          <p:nvPr>
            <p:ph type="body" sz="quarter" idx="11"/>
          </p:nvPr>
        </p:nvSpPr>
        <p:spPr/>
        <p:txBody>
          <a:bodyPr/>
          <a:lstStyle/>
          <a:p>
            <a:r>
              <a:rPr lang="en-US" dirty="0"/>
              <a:t>ONGOING WORK</a:t>
            </a:r>
          </a:p>
        </p:txBody>
      </p:sp>
      <p:sp>
        <p:nvSpPr>
          <p:cNvPr id="3" name="Text Placeholder 2">
            <a:extLst>
              <a:ext uri="{FF2B5EF4-FFF2-40B4-BE49-F238E27FC236}">
                <a16:creationId xmlns:a16="http://schemas.microsoft.com/office/drawing/2014/main" id="{3C4E2618-02E3-CCF9-EBE3-6A8831CB7250}"/>
              </a:ext>
            </a:extLst>
          </p:cNvPr>
          <p:cNvSpPr>
            <a:spLocks noGrp="1"/>
          </p:cNvSpPr>
          <p:nvPr>
            <p:ph type="body" sz="quarter" idx="12"/>
          </p:nvPr>
        </p:nvSpPr>
        <p:spPr>
          <a:xfrm>
            <a:off x="761205" y="228602"/>
            <a:ext cx="5028408" cy="457200"/>
          </a:xfrm>
        </p:spPr>
        <p:txBody>
          <a:bodyPr/>
          <a:lstStyle/>
          <a:p>
            <a:r>
              <a:rPr lang="en-US" dirty="0"/>
              <a:t>SUPPORTING INITIATIVES</a:t>
            </a:r>
          </a:p>
        </p:txBody>
      </p:sp>
      <p:sp>
        <p:nvSpPr>
          <p:cNvPr id="7" name="TextBox 6">
            <a:extLst>
              <a:ext uri="{FF2B5EF4-FFF2-40B4-BE49-F238E27FC236}">
                <a16:creationId xmlns:a16="http://schemas.microsoft.com/office/drawing/2014/main" id="{09579AB1-DEA9-9576-7639-39E664A1FFA1}"/>
              </a:ext>
            </a:extLst>
          </p:cNvPr>
          <p:cNvSpPr txBox="1"/>
          <p:nvPr/>
        </p:nvSpPr>
        <p:spPr>
          <a:xfrm>
            <a:off x="525780" y="1364520"/>
            <a:ext cx="5028408" cy="4801314"/>
          </a:xfrm>
          <a:prstGeom prst="rect">
            <a:avLst/>
          </a:prstGeom>
          <a:noFill/>
        </p:spPr>
        <p:txBody>
          <a:bodyPr wrap="square" rtlCol="0">
            <a:spAutoFit/>
          </a:bodyPr>
          <a:lstStyle/>
          <a:p>
            <a:r>
              <a:rPr lang="en-US" dirty="0"/>
              <a:t>Supporting </a:t>
            </a:r>
            <a:r>
              <a:rPr lang="en-US" dirty="0" err="1"/>
              <a:t>PoCs</a:t>
            </a:r>
            <a:r>
              <a:rPr lang="en-US" dirty="0"/>
              <a:t>:</a:t>
            </a:r>
          </a:p>
          <a:p>
            <a:pPr marL="285750" indent="-285750">
              <a:buFont typeface="Arial" panose="020B0604020202020204" pitchFamily="34" charset="0"/>
              <a:buChar char="•"/>
            </a:pPr>
            <a:r>
              <a:rPr lang="en-US" dirty="0"/>
              <a:t>Smart Contracts</a:t>
            </a:r>
          </a:p>
          <a:p>
            <a:pPr marL="742950" lvl="1" indent="-285750">
              <a:buFont typeface="Arial" panose="020B0604020202020204" pitchFamily="34" charset="0"/>
              <a:buChar char="•"/>
            </a:pPr>
            <a:r>
              <a:rPr lang="en-US" dirty="0"/>
              <a:t>Deployed and tested (audited – have made 2 rounds of suggestions)</a:t>
            </a:r>
          </a:p>
          <a:p>
            <a:pPr marL="742950" lvl="1" indent="-285750">
              <a:buFont typeface="Arial" panose="020B0604020202020204" pitchFamily="34" charset="0"/>
              <a:buChar char="•"/>
            </a:pPr>
            <a:r>
              <a:rPr lang="en-US" dirty="0"/>
              <a:t>Validating operational flows</a:t>
            </a:r>
          </a:p>
          <a:p>
            <a:pPr marL="285750" indent="-285750">
              <a:buFont typeface="Arial" panose="020B0604020202020204" pitchFamily="34" charset="0"/>
              <a:buChar char="•"/>
            </a:pPr>
            <a:r>
              <a:rPr lang="en-US" dirty="0"/>
              <a:t>Subject Matter Expert</a:t>
            </a:r>
          </a:p>
          <a:p>
            <a:pPr marL="742950" lvl="1" indent="-285750">
              <a:buFont typeface="Arial" panose="020B0604020202020204" pitchFamily="34" charset="0"/>
              <a:buChar char="•"/>
            </a:pPr>
            <a:r>
              <a:rPr lang="en-US" dirty="0"/>
              <a:t>Act as SME in front of Legal, Compliance and Risk.</a:t>
            </a:r>
          </a:p>
          <a:p>
            <a:pPr marL="742950" lvl="1" indent="-285750">
              <a:buFont typeface="Arial" panose="020B0604020202020204" pitchFamily="34" charset="0"/>
              <a:buChar char="•"/>
            </a:pPr>
            <a:r>
              <a:rPr lang="en-US" dirty="0"/>
              <a:t>Validate / conceptualize flows</a:t>
            </a:r>
          </a:p>
          <a:p>
            <a:pPr marL="742950" lvl="1" indent="-285750">
              <a:buFont typeface="Arial" panose="020B0604020202020204" pitchFamily="34" charset="0"/>
              <a:buChar char="•"/>
            </a:pPr>
            <a:r>
              <a:rPr lang="en-US" dirty="0"/>
              <a:t>Suggest operating model for COO group</a:t>
            </a:r>
          </a:p>
          <a:p>
            <a:pPr marL="285750" indent="-285750">
              <a:buFont typeface="Arial" panose="020B0604020202020204" pitchFamily="34" charset="0"/>
              <a:buChar char="•"/>
            </a:pPr>
            <a:r>
              <a:rPr lang="en-US" dirty="0"/>
              <a:t>Technical Liaison</a:t>
            </a:r>
          </a:p>
          <a:p>
            <a:pPr marL="742950" lvl="1" indent="-285750">
              <a:buFont typeface="Arial" panose="020B0604020202020204" pitchFamily="34" charset="0"/>
              <a:buChar char="•"/>
            </a:pPr>
            <a:r>
              <a:rPr lang="en-US" dirty="0"/>
              <a:t>Setup test environment for Circle Sandbox</a:t>
            </a:r>
          </a:p>
          <a:p>
            <a:pPr marL="742950" lvl="1" indent="-285750">
              <a:buFont typeface="Arial" panose="020B0604020202020204" pitchFamily="34" charset="0"/>
              <a:buChar char="•"/>
            </a:pPr>
            <a:r>
              <a:rPr lang="en-US" dirty="0"/>
              <a:t>Setup test environment for Anchorage</a:t>
            </a:r>
          </a:p>
          <a:p>
            <a:pPr marL="742950" lvl="1" indent="-285750">
              <a:buFont typeface="Arial" panose="020B0604020202020204" pitchFamily="34" charset="0"/>
              <a:buChar char="•"/>
            </a:pPr>
            <a:r>
              <a:rPr lang="en-US" dirty="0"/>
              <a:t>Working w/ App team to make Anchorage available via RBC App Store</a:t>
            </a:r>
          </a:p>
          <a:p>
            <a:pPr marL="742950" lvl="1" indent="-285750">
              <a:buFont typeface="Arial" panose="020B0604020202020204" pitchFamily="34" charset="0"/>
              <a:buChar char="•"/>
            </a:pPr>
            <a:r>
              <a:rPr lang="en-US" dirty="0"/>
              <a:t>Support Athena process</a:t>
            </a:r>
          </a:p>
          <a:p>
            <a:pPr marL="285750" indent="-285750">
              <a:buFont typeface="Arial" panose="020B0604020202020204" pitchFamily="34" charset="0"/>
              <a:buChar char="•"/>
            </a:pPr>
            <a:endParaRPr lang="en-US" dirty="0"/>
          </a:p>
        </p:txBody>
      </p:sp>
      <p:sp>
        <p:nvSpPr>
          <p:cNvPr id="8" name="TextBox 7">
            <a:extLst>
              <a:ext uri="{FF2B5EF4-FFF2-40B4-BE49-F238E27FC236}">
                <a16:creationId xmlns:a16="http://schemas.microsoft.com/office/drawing/2014/main" id="{0C750506-E889-0631-5E31-8CAB8EB75AF0}"/>
              </a:ext>
            </a:extLst>
          </p:cNvPr>
          <p:cNvSpPr txBox="1"/>
          <p:nvPr/>
        </p:nvSpPr>
        <p:spPr>
          <a:xfrm>
            <a:off x="6309360" y="1364520"/>
            <a:ext cx="5028408" cy="2862322"/>
          </a:xfrm>
          <a:prstGeom prst="rect">
            <a:avLst/>
          </a:prstGeom>
          <a:noFill/>
        </p:spPr>
        <p:txBody>
          <a:bodyPr wrap="square" rtlCol="0">
            <a:spAutoFit/>
          </a:bodyPr>
          <a:lstStyle/>
          <a:p>
            <a:r>
              <a:rPr lang="en-US" dirty="0"/>
              <a:t>Platform / Industry:</a:t>
            </a:r>
          </a:p>
          <a:p>
            <a:pPr marL="285750" indent="-285750">
              <a:buFont typeface="Arial" panose="020B0604020202020204" pitchFamily="34" charset="0"/>
              <a:buChar char="•"/>
            </a:pPr>
            <a:r>
              <a:rPr lang="en-US" dirty="0"/>
              <a:t>Setup App Code</a:t>
            </a:r>
          </a:p>
          <a:p>
            <a:pPr marL="285750" indent="-285750">
              <a:buFont typeface="Arial" panose="020B0604020202020204" pitchFamily="34" charset="0"/>
              <a:buChar char="•"/>
            </a:pPr>
            <a:r>
              <a:rPr lang="en-US" dirty="0"/>
              <a:t>Canton Node</a:t>
            </a:r>
          </a:p>
          <a:p>
            <a:pPr marL="742950" lvl="1" indent="-285750">
              <a:buFont typeface="Arial" panose="020B0604020202020204" pitchFamily="34" charset="0"/>
              <a:buChar char="•"/>
            </a:pPr>
            <a:r>
              <a:rPr lang="en-US" dirty="0"/>
              <a:t>Exploring multiple deployment paths</a:t>
            </a:r>
          </a:p>
          <a:p>
            <a:pPr marL="742950" lvl="1" indent="-285750">
              <a:buFont typeface="Arial" panose="020B0604020202020204" pitchFamily="34" charset="0"/>
              <a:buChar char="•"/>
            </a:pPr>
            <a:r>
              <a:rPr lang="en-US" dirty="0"/>
              <a:t>Walkthrough w/ Cloud Engineering</a:t>
            </a:r>
          </a:p>
          <a:p>
            <a:pPr marL="742950" lvl="1" indent="-285750">
              <a:buFont typeface="Arial" panose="020B0604020202020204" pitchFamily="34" charset="0"/>
              <a:buChar char="•"/>
            </a:pPr>
            <a:r>
              <a:rPr lang="en-US" dirty="0"/>
              <a:t>Review w/ Enterprise Architecture</a:t>
            </a:r>
          </a:p>
          <a:p>
            <a:pPr marL="285750" indent="-285750">
              <a:buFont typeface="Arial" panose="020B0604020202020204" pitchFamily="34" charset="0"/>
              <a:buChar char="•"/>
            </a:pPr>
            <a:r>
              <a:rPr lang="en-US" dirty="0"/>
              <a:t>Deployed Private Ethereum</a:t>
            </a:r>
          </a:p>
          <a:p>
            <a:pPr marL="285750" indent="-285750">
              <a:buFont typeface="Arial" panose="020B0604020202020204" pitchFamily="34" charset="0"/>
              <a:buChar char="•"/>
            </a:pPr>
            <a:r>
              <a:rPr lang="en-US" dirty="0"/>
              <a:t>Created multiple </a:t>
            </a:r>
            <a:r>
              <a:rPr lang="en-US" dirty="0" err="1"/>
              <a:t>PoCs</a:t>
            </a:r>
            <a:r>
              <a:rPr lang="en-US" dirty="0"/>
              <a:t> on chain</a:t>
            </a:r>
          </a:p>
          <a:p>
            <a:pPr marL="742950" lvl="1" indent="-285750">
              <a:buFont typeface="Arial" panose="020B0604020202020204" pitchFamily="34" charset="0"/>
              <a:buChar char="•"/>
            </a:pPr>
            <a:r>
              <a:rPr lang="en-US" dirty="0"/>
              <a:t>NFTs</a:t>
            </a:r>
          </a:p>
          <a:p>
            <a:pPr marL="742950" lvl="1" indent="-285750">
              <a:buFont typeface="Arial" panose="020B0604020202020204" pitchFamily="34" charset="0"/>
              <a:buChar char="•"/>
            </a:pPr>
            <a:r>
              <a:rPr lang="en-US" dirty="0"/>
              <a:t>Internal Money Movements</a:t>
            </a:r>
          </a:p>
        </p:txBody>
      </p:sp>
      <p:sp>
        <p:nvSpPr>
          <p:cNvPr id="9" name="Rectangle 8">
            <a:extLst>
              <a:ext uri="{FF2B5EF4-FFF2-40B4-BE49-F238E27FC236}">
                <a16:creationId xmlns:a16="http://schemas.microsoft.com/office/drawing/2014/main" id="{3DE4F687-D0CC-E38D-C263-D86D9DB42CED}"/>
              </a:ext>
            </a:extLst>
          </p:cNvPr>
          <p:cNvSpPr/>
          <p:nvPr/>
        </p:nvSpPr>
        <p:spPr>
          <a:xfrm>
            <a:off x="0" y="6339684"/>
            <a:ext cx="12188825" cy="518315"/>
          </a:xfrm>
          <a:prstGeom prst="rect">
            <a:avLst/>
          </a:prstGeom>
          <a:solidFill>
            <a:srgbClr val="40404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E15058-F046-7967-04C5-7C902625E0C4}"/>
              </a:ext>
            </a:extLst>
          </p:cNvPr>
          <p:cNvSpPr/>
          <p:nvPr/>
        </p:nvSpPr>
        <p:spPr>
          <a:xfrm>
            <a:off x="0" y="6039118"/>
            <a:ext cx="12188825" cy="301619"/>
          </a:xfrm>
          <a:prstGeom prst="rect">
            <a:avLst/>
          </a:prstGeom>
          <a:solidFill>
            <a:srgbClr val="7F7F7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55134A57-0D0F-2617-54C7-0EF35D21ECE2}"/>
              </a:ext>
            </a:extLst>
          </p:cNvPr>
          <p:cNvPicPr>
            <a:picLocks noChangeAspect="1"/>
          </p:cNvPicPr>
          <p:nvPr/>
        </p:nvPicPr>
        <p:blipFill>
          <a:blip r:embed="rId2"/>
          <a:stretch>
            <a:fillRect/>
          </a:stretch>
        </p:blipFill>
        <p:spPr>
          <a:xfrm>
            <a:off x="11802083" y="6437567"/>
            <a:ext cx="337522" cy="337522"/>
          </a:xfrm>
          <a:prstGeom prst="rect">
            <a:avLst/>
          </a:prstGeom>
        </p:spPr>
      </p:pic>
    </p:spTree>
    <p:extLst>
      <p:ext uri="{BB962C8B-B14F-4D97-AF65-F5344CB8AC3E}">
        <p14:creationId xmlns:p14="http://schemas.microsoft.com/office/powerpoint/2010/main" val="2480747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rbcroyalbank">
      <a:dk1>
        <a:sysClr val="windowText" lastClr="000000"/>
      </a:dk1>
      <a:lt1>
        <a:sysClr val="window" lastClr="FFFFFF"/>
      </a:lt1>
      <a:dk2>
        <a:srgbClr val="212745"/>
      </a:dk2>
      <a:lt2>
        <a:srgbClr val="B4DCFA"/>
      </a:lt2>
      <a:accent1>
        <a:srgbClr val="0059B3"/>
      </a:accent1>
      <a:accent2>
        <a:srgbClr val="FFDF01"/>
      </a:accent2>
      <a:accent3>
        <a:srgbClr val="08BBEE"/>
      </a:accent3>
      <a:accent4>
        <a:srgbClr val="002D5B"/>
      </a:accent4>
      <a:accent5>
        <a:srgbClr val="FF8021"/>
      </a:accent5>
      <a:accent6>
        <a:srgbClr val="F14124"/>
      </a:accent6>
      <a:hlink>
        <a:srgbClr val="56C7AA"/>
      </a:hlink>
      <a:folHlink>
        <a:srgbClr val="59A8D1"/>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rbcroyalbank">
      <a:dk1>
        <a:sysClr val="windowText" lastClr="000000"/>
      </a:dk1>
      <a:lt1>
        <a:sysClr val="window" lastClr="FFFFFF"/>
      </a:lt1>
      <a:dk2>
        <a:srgbClr val="212745"/>
      </a:dk2>
      <a:lt2>
        <a:srgbClr val="B4DCFA"/>
      </a:lt2>
      <a:accent1>
        <a:srgbClr val="0059B3"/>
      </a:accent1>
      <a:accent2>
        <a:srgbClr val="FFDF01"/>
      </a:accent2>
      <a:accent3>
        <a:srgbClr val="08BBEE"/>
      </a:accent3>
      <a:accent4>
        <a:srgbClr val="002D5B"/>
      </a:accent4>
      <a:accent5>
        <a:srgbClr val="FF8021"/>
      </a:accent5>
      <a:accent6>
        <a:srgbClr val="F14124"/>
      </a:accent6>
      <a:hlink>
        <a:srgbClr val="56C7AA"/>
      </a:hlink>
      <a:folHlink>
        <a:srgbClr val="59A8D1"/>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11832</TotalTime>
  <Words>1944</Words>
  <Application>Microsoft Office PowerPoint</Application>
  <PresentationFormat>Custom</PresentationFormat>
  <Paragraphs>160</Paragraphs>
  <Slides>9</Slides>
  <Notes>1</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9</vt:i4>
      </vt:variant>
    </vt:vector>
  </HeadingPairs>
  <TitlesOfParts>
    <vt:vector size="23" baseType="lpstr">
      <vt:lpstr>Arial</vt:lpstr>
      <vt:lpstr>Calibri</vt:lpstr>
      <vt:lpstr>Google Sans</vt:lpstr>
      <vt:lpstr>Google Sans Text</vt:lpstr>
      <vt:lpstr>Lato</vt:lpstr>
      <vt:lpstr>Lato Light</vt:lpstr>
      <vt:lpstr>Lemon/Milk</vt:lpstr>
      <vt:lpstr>Raleway</vt:lpstr>
      <vt:lpstr>Raleway SemiBold</vt:lpstr>
      <vt:lpstr>Roboto Bold</vt:lpstr>
      <vt:lpstr>Segoe UI</vt:lpstr>
      <vt:lpstr>Office Theme</vt:lpstr>
      <vt:lpstr>1_Office Theme</vt:lpstr>
      <vt:lpstr>Package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Isaac Rivera</dc:creator>
  <cp:lastModifiedBy>JP Creedon</cp:lastModifiedBy>
  <cp:revision>353</cp:revision>
  <dcterms:created xsi:type="dcterms:W3CDTF">2017-03-02T20:21:40Z</dcterms:created>
  <dcterms:modified xsi:type="dcterms:W3CDTF">2026-08-03T02:25:39Z</dcterms:modified>
</cp:coreProperties>
</file>