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  <p:sldMasterId id="2147483755" r:id="rId2"/>
  </p:sldMasterIdLst>
  <p:notesMasterIdLst>
    <p:notesMasterId r:id="rId12"/>
  </p:notesMasterIdLst>
  <p:handoutMasterIdLst>
    <p:handoutMasterId r:id="rId13"/>
  </p:handoutMasterIdLst>
  <p:sldIdLst>
    <p:sldId id="446" r:id="rId3"/>
    <p:sldId id="451" r:id="rId4"/>
    <p:sldId id="452" r:id="rId5"/>
    <p:sldId id="280" r:id="rId6"/>
    <p:sldId id="319" r:id="rId7"/>
    <p:sldId id="309" r:id="rId8"/>
    <p:sldId id="347" r:id="rId9"/>
    <p:sldId id="346" r:id="rId10"/>
    <p:sldId id="454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A5CC341-ACCF-364D-A204-E7A205404AAC}">
          <p14:sldIdLst>
            <p14:sldId id="446"/>
            <p14:sldId id="451"/>
            <p14:sldId id="452"/>
            <p14:sldId id="280"/>
            <p14:sldId id="319"/>
            <p14:sldId id="309"/>
            <p14:sldId id="347"/>
            <p14:sldId id="346"/>
            <p14:sldId id="4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F7F7F"/>
    <a:srgbClr val="404040"/>
    <a:srgbClr val="FCFCFC"/>
    <a:srgbClr val="08BBEE"/>
    <a:srgbClr val="FFDF01"/>
    <a:srgbClr val="002D5B"/>
    <a:srgbClr val="0059B3"/>
    <a:srgbClr val="006AC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2226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930" y="120"/>
      </p:cViewPr>
      <p:guideLst>
        <p:guide orient="horz" pos="2137"/>
        <p:guide pos="3839"/>
      </p:guideLst>
    </p:cSldViewPr>
  </p:slideViewPr>
  <p:outlineViewPr>
    <p:cViewPr>
      <p:scale>
        <a:sx n="33" d="100"/>
        <a:sy n="33" d="100"/>
      </p:scale>
      <p:origin x="0" y="-1575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107" d="100"/>
          <a:sy n="107" d="100"/>
        </p:scale>
        <p:origin x="536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4A4BB-AE2E-754B-BB10-9FCF23C76B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9D527-B2F8-6044-AC71-684087D6F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0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84E60-267E-4A48-BBD9-FC067C3C41FA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1A2D1-3CE5-3E49-B561-D98940B9A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236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732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74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24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71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33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761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7613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</p:spTree>
    <p:extLst>
      <p:ext uri="{BB962C8B-B14F-4D97-AF65-F5344CB8AC3E}">
        <p14:creationId xmlns:p14="http://schemas.microsoft.com/office/powerpoint/2010/main" val="193404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ext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/>
          <p:cNvSpPr/>
          <p:nvPr userDrawn="1"/>
        </p:nvSpPr>
        <p:spPr>
          <a:xfrm>
            <a:off x="6265863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570663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583379" y="1104900"/>
            <a:ext cx="5067284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583379" y="2933700"/>
            <a:ext cx="5067284" cy="3238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2357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4"/>
          <p:cNvSpPr/>
          <p:nvPr userDrawn="1"/>
        </p:nvSpPr>
        <p:spPr>
          <a:xfrm>
            <a:off x="6265863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570663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583379" y="1104900"/>
            <a:ext cx="5067284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85665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4606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ext box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69950" y="1911350"/>
            <a:ext cx="10461625" cy="3505200"/>
          </a:xfrm>
          <a:prstGeom prst="rect">
            <a:avLst/>
          </a:prstGeom>
        </p:spPr>
        <p:txBody>
          <a:bodyPr numCol="2" spcCol="457200"/>
          <a:lstStyle>
            <a:lvl1pPr marL="0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111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69950" y="4122057"/>
            <a:ext cx="10461625" cy="1625598"/>
          </a:xfrm>
          <a:prstGeom prst="rect">
            <a:avLst/>
          </a:prstGeom>
        </p:spPr>
        <p:txBody>
          <a:bodyPr numCol="1" spcCol="457200"/>
          <a:lstStyle>
            <a:lvl1pPr marL="0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 hasCustomPrompt="1"/>
          </p:nvPr>
        </p:nvSpPr>
        <p:spPr>
          <a:xfrm>
            <a:off x="5292724" y="2051275"/>
            <a:ext cx="1616076" cy="1616076"/>
          </a:xfrm>
          <a:custGeom>
            <a:avLst/>
            <a:gdLst>
              <a:gd name="connsiteX0" fmla="*/ 808038 w 1616076"/>
              <a:gd name="connsiteY0" fmla="*/ 0 h 1616076"/>
              <a:gd name="connsiteX1" fmla="*/ 1616076 w 1616076"/>
              <a:gd name="connsiteY1" fmla="*/ 808038 h 1616076"/>
              <a:gd name="connsiteX2" fmla="*/ 808038 w 1616076"/>
              <a:gd name="connsiteY2" fmla="*/ 1616076 h 1616076"/>
              <a:gd name="connsiteX3" fmla="*/ 0 w 1616076"/>
              <a:gd name="connsiteY3" fmla="*/ 808038 h 1616076"/>
              <a:gd name="connsiteX4" fmla="*/ 808038 w 1616076"/>
              <a:gd name="connsiteY4" fmla="*/ 0 h 1616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076" h="1616076">
                <a:moveTo>
                  <a:pt x="808038" y="0"/>
                </a:moveTo>
                <a:cubicBezTo>
                  <a:pt x="1254305" y="0"/>
                  <a:pt x="1616076" y="361771"/>
                  <a:pt x="1616076" y="808038"/>
                </a:cubicBezTo>
                <a:cubicBezTo>
                  <a:pt x="1616076" y="1254305"/>
                  <a:pt x="1254305" y="1616076"/>
                  <a:pt x="808038" y="1616076"/>
                </a:cubicBezTo>
                <a:cubicBezTo>
                  <a:pt x="361771" y="1616076"/>
                  <a:pt x="0" y="1254305"/>
                  <a:pt x="0" y="808038"/>
                </a:cubicBezTo>
                <a:cubicBezTo>
                  <a:pt x="0" y="361771"/>
                  <a:pt x="361771" y="0"/>
                  <a:pt x="80803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78026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text box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69950" y="1911350"/>
            <a:ext cx="10461625" cy="3505200"/>
          </a:xfrm>
          <a:prstGeom prst="rect">
            <a:avLst/>
          </a:prstGeom>
        </p:spPr>
        <p:txBody>
          <a:bodyPr numCol="3" spcCol="457200"/>
          <a:lstStyle>
            <a:lvl1pPr marL="0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61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ext box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140035" y="1911349"/>
            <a:ext cx="6191539" cy="3865995"/>
          </a:xfrm>
          <a:prstGeom prst="rect">
            <a:avLst/>
          </a:prstGeom>
        </p:spPr>
        <p:txBody>
          <a:bodyPr numCol="2" spcCol="457200"/>
          <a:lstStyle>
            <a:lvl1pPr marL="0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just">
              <a:lnSpc>
                <a:spcPct val="15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869833" y="1911350"/>
            <a:ext cx="3896131" cy="38659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5274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2510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3101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4" name="Marcador de texto 7">
            <a:extLst>
              <a:ext uri="{FF2B5EF4-FFF2-40B4-BE49-F238E27FC236}">
                <a16:creationId xmlns:a16="http://schemas.microsoft.com/office/drawing/2014/main" id="{68941941-D1E6-4AEA-AA0E-29B4DC1FCC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4744" y="2294828"/>
            <a:ext cx="4779198" cy="45067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0" tIns="91440" rIns="0" bIns="0" anchor="ctr" anchorCtr="0">
            <a:noAutofit/>
          </a:bodyPr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E7D9D70-CCE3-48E8-B4E4-3369F166C3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4369" y="2934667"/>
            <a:ext cx="4801833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Font typeface="Segoe UI" panose="020B0502040204020203" pitchFamily="34" charset="0"/>
              <a:buChar char="●"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  <a:p>
            <a:pPr lvl="0"/>
            <a:endParaRPr lang="en-U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A39EEB7-9F1F-44CB-AF01-9E69443557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9323" y="2294828"/>
            <a:ext cx="4779198" cy="450671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0" tIns="91440" rIns="0" bIns="0" anchor="ctr" anchorCtr="0">
            <a:noAutofit/>
          </a:bodyPr>
          <a:lstStyle>
            <a:lvl1pPr marL="0" indent="0" algn="ctr">
              <a:buNone/>
              <a:defRPr sz="1600" b="1" i="0">
                <a:solidFill>
                  <a:schemeClr val="accent4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2588238-7F94-4741-984C-7835C4307F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08948" y="2934667"/>
            <a:ext cx="4801833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Font typeface="Segoe UI" panose="020B0502040204020203" pitchFamily="34" charset="0"/>
              <a:buChar char="●"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5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4" name="Marcador de imagen 5">
            <a:extLst>
              <a:ext uri="{FF2B5EF4-FFF2-40B4-BE49-F238E27FC236}">
                <a16:creationId xmlns:a16="http://schemas.microsoft.com/office/drawing/2014/main" id="{3814FE29-ADA4-42CB-ABB9-E8AF22B93C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79023" y="2325511"/>
            <a:ext cx="1682046" cy="1682046"/>
          </a:xfrm>
          <a:custGeom>
            <a:avLst/>
            <a:gdLst>
              <a:gd name="connsiteX0" fmla="*/ 841023 w 1682046"/>
              <a:gd name="connsiteY0" fmla="*/ 0 h 1682046"/>
              <a:gd name="connsiteX1" fmla="*/ 1682046 w 1682046"/>
              <a:gd name="connsiteY1" fmla="*/ 841023 h 1682046"/>
              <a:gd name="connsiteX2" fmla="*/ 841023 w 1682046"/>
              <a:gd name="connsiteY2" fmla="*/ 1682046 h 1682046"/>
              <a:gd name="connsiteX3" fmla="*/ 0 w 1682046"/>
              <a:gd name="connsiteY3" fmla="*/ 841023 h 1682046"/>
              <a:gd name="connsiteX4" fmla="*/ 841023 w 1682046"/>
              <a:gd name="connsiteY4" fmla="*/ 0 h 168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2046" h="1682046">
                <a:moveTo>
                  <a:pt x="841023" y="0"/>
                </a:moveTo>
                <a:cubicBezTo>
                  <a:pt x="1305507" y="0"/>
                  <a:pt x="1682046" y="376539"/>
                  <a:pt x="1682046" y="841023"/>
                </a:cubicBezTo>
                <a:cubicBezTo>
                  <a:pt x="1682046" y="1305507"/>
                  <a:pt x="1305507" y="1682046"/>
                  <a:pt x="841023" y="1682046"/>
                </a:cubicBezTo>
                <a:cubicBezTo>
                  <a:pt x="376539" y="1682046"/>
                  <a:pt x="0" y="1305507"/>
                  <a:pt x="0" y="841023"/>
                </a:cubicBezTo>
                <a:cubicBezTo>
                  <a:pt x="0" y="376539"/>
                  <a:pt x="376539" y="0"/>
                  <a:pt x="8410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sz="1200"/>
            </a:lvl1pPr>
          </a:lstStyle>
          <a:p>
            <a:endParaRPr lang="es-ES_tradnl"/>
          </a:p>
        </p:txBody>
      </p:sp>
      <p:sp>
        <p:nvSpPr>
          <p:cNvPr id="5" name="Marcador de imagen 7">
            <a:extLst>
              <a:ext uri="{FF2B5EF4-FFF2-40B4-BE49-F238E27FC236}">
                <a16:creationId xmlns:a16="http://schemas.microsoft.com/office/drawing/2014/main" id="{3E0F8C51-C97E-4B59-A9FC-405FC69AEAE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38793" y="2325511"/>
            <a:ext cx="1682046" cy="1682046"/>
          </a:xfrm>
          <a:custGeom>
            <a:avLst/>
            <a:gdLst>
              <a:gd name="connsiteX0" fmla="*/ 841023 w 1682046"/>
              <a:gd name="connsiteY0" fmla="*/ 0 h 1682046"/>
              <a:gd name="connsiteX1" fmla="*/ 1682046 w 1682046"/>
              <a:gd name="connsiteY1" fmla="*/ 841023 h 1682046"/>
              <a:gd name="connsiteX2" fmla="*/ 841023 w 1682046"/>
              <a:gd name="connsiteY2" fmla="*/ 1682046 h 1682046"/>
              <a:gd name="connsiteX3" fmla="*/ 0 w 1682046"/>
              <a:gd name="connsiteY3" fmla="*/ 841023 h 1682046"/>
              <a:gd name="connsiteX4" fmla="*/ 841023 w 1682046"/>
              <a:gd name="connsiteY4" fmla="*/ 0 h 168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2046" h="1682046">
                <a:moveTo>
                  <a:pt x="841023" y="0"/>
                </a:moveTo>
                <a:cubicBezTo>
                  <a:pt x="1305507" y="0"/>
                  <a:pt x="1682046" y="376539"/>
                  <a:pt x="1682046" y="841023"/>
                </a:cubicBezTo>
                <a:cubicBezTo>
                  <a:pt x="1682046" y="1305507"/>
                  <a:pt x="1305507" y="1682046"/>
                  <a:pt x="841023" y="1682046"/>
                </a:cubicBezTo>
                <a:cubicBezTo>
                  <a:pt x="376539" y="1682046"/>
                  <a:pt x="0" y="1305507"/>
                  <a:pt x="0" y="841023"/>
                </a:cubicBezTo>
                <a:cubicBezTo>
                  <a:pt x="0" y="376539"/>
                  <a:pt x="376539" y="0"/>
                  <a:pt x="8410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sz="1200"/>
            </a:lvl1pPr>
          </a:lstStyle>
          <a:p>
            <a:endParaRPr lang="es-ES_tradnl"/>
          </a:p>
        </p:txBody>
      </p:sp>
      <p:sp>
        <p:nvSpPr>
          <p:cNvPr id="6" name="Marcador de imagen 11">
            <a:extLst>
              <a:ext uri="{FF2B5EF4-FFF2-40B4-BE49-F238E27FC236}">
                <a16:creationId xmlns:a16="http://schemas.microsoft.com/office/drawing/2014/main" id="{9C16B00A-CAFF-4DFC-A05B-08126DA4AC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13868" y="2325511"/>
            <a:ext cx="1682046" cy="1682046"/>
          </a:xfrm>
          <a:custGeom>
            <a:avLst/>
            <a:gdLst>
              <a:gd name="connsiteX0" fmla="*/ 841023 w 1682046"/>
              <a:gd name="connsiteY0" fmla="*/ 0 h 1682046"/>
              <a:gd name="connsiteX1" fmla="*/ 1682046 w 1682046"/>
              <a:gd name="connsiteY1" fmla="*/ 841023 h 1682046"/>
              <a:gd name="connsiteX2" fmla="*/ 841023 w 1682046"/>
              <a:gd name="connsiteY2" fmla="*/ 1682046 h 1682046"/>
              <a:gd name="connsiteX3" fmla="*/ 0 w 1682046"/>
              <a:gd name="connsiteY3" fmla="*/ 841023 h 1682046"/>
              <a:gd name="connsiteX4" fmla="*/ 841023 w 1682046"/>
              <a:gd name="connsiteY4" fmla="*/ 0 h 168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2046" h="1682046">
                <a:moveTo>
                  <a:pt x="841023" y="0"/>
                </a:moveTo>
                <a:cubicBezTo>
                  <a:pt x="1305507" y="0"/>
                  <a:pt x="1682046" y="376539"/>
                  <a:pt x="1682046" y="841023"/>
                </a:cubicBezTo>
                <a:cubicBezTo>
                  <a:pt x="1682046" y="1305507"/>
                  <a:pt x="1305507" y="1682046"/>
                  <a:pt x="841023" y="1682046"/>
                </a:cubicBezTo>
                <a:cubicBezTo>
                  <a:pt x="376539" y="1682046"/>
                  <a:pt x="0" y="1305507"/>
                  <a:pt x="0" y="841023"/>
                </a:cubicBezTo>
                <a:cubicBezTo>
                  <a:pt x="0" y="376539"/>
                  <a:pt x="376539" y="0"/>
                  <a:pt x="8410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sz="1200"/>
            </a:lvl1pPr>
          </a:lstStyle>
          <a:p>
            <a:endParaRPr lang="es-ES_tradnl"/>
          </a:p>
        </p:txBody>
      </p:sp>
      <p:sp>
        <p:nvSpPr>
          <p:cNvPr id="7" name="Marcador de imagen 12">
            <a:extLst>
              <a:ext uri="{FF2B5EF4-FFF2-40B4-BE49-F238E27FC236}">
                <a16:creationId xmlns:a16="http://schemas.microsoft.com/office/drawing/2014/main" id="{FAA42B9A-184E-48DB-982F-85FE7E643FA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1292" y="2325511"/>
            <a:ext cx="1682046" cy="1682046"/>
          </a:xfrm>
          <a:custGeom>
            <a:avLst/>
            <a:gdLst>
              <a:gd name="connsiteX0" fmla="*/ 841023 w 1682046"/>
              <a:gd name="connsiteY0" fmla="*/ 0 h 1682046"/>
              <a:gd name="connsiteX1" fmla="*/ 1682046 w 1682046"/>
              <a:gd name="connsiteY1" fmla="*/ 841023 h 1682046"/>
              <a:gd name="connsiteX2" fmla="*/ 841023 w 1682046"/>
              <a:gd name="connsiteY2" fmla="*/ 1682046 h 1682046"/>
              <a:gd name="connsiteX3" fmla="*/ 0 w 1682046"/>
              <a:gd name="connsiteY3" fmla="*/ 841023 h 1682046"/>
              <a:gd name="connsiteX4" fmla="*/ 841023 w 1682046"/>
              <a:gd name="connsiteY4" fmla="*/ 0 h 168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2046" h="1682046">
                <a:moveTo>
                  <a:pt x="841023" y="0"/>
                </a:moveTo>
                <a:cubicBezTo>
                  <a:pt x="1305507" y="0"/>
                  <a:pt x="1682046" y="376539"/>
                  <a:pt x="1682046" y="841023"/>
                </a:cubicBezTo>
                <a:cubicBezTo>
                  <a:pt x="1682046" y="1305507"/>
                  <a:pt x="1305507" y="1682046"/>
                  <a:pt x="841023" y="1682046"/>
                </a:cubicBezTo>
                <a:cubicBezTo>
                  <a:pt x="376539" y="1682046"/>
                  <a:pt x="0" y="1305507"/>
                  <a:pt x="0" y="841023"/>
                </a:cubicBezTo>
                <a:cubicBezTo>
                  <a:pt x="0" y="376539"/>
                  <a:pt x="376539" y="0"/>
                  <a:pt x="8410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sz="1200"/>
            </a:lvl1pPr>
          </a:lstStyle>
          <a:p>
            <a:endParaRPr lang="es-ES_tradnl"/>
          </a:p>
        </p:txBody>
      </p:sp>
      <p:sp>
        <p:nvSpPr>
          <p:cNvPr id="8" name="Rectángulo redondeado 33">
            <a:extLst>
              <a:ext uri="{FF2B5EF4-FFF2-40B4-BE49-F238E27FC236}">
                <a16:creationId xmlns:a16="http://schemas.microsoft.com/office/drawing/2014/main" id="{5132D6E5-DA05-4ED1-8F67-8F52FADBA423}"/>
              </a:ext>
            </a:extLst>
          </p:cNvPr>
          <p:cNvSpPr/>
          <p:nvPr userDrawn="1"/>
        </p:nvSpPr>
        <p:spPr>
          <a:xfrm flipV="1">
            <a:off x="1760687" y="4475840"/>
            <a:ext cx="1173619" cy="360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accent2"/>
              </a:solidFill>
              <a:latin typeface="Raleway" panose="020B0503030101060003" pitchFamily="34" charset="0"/>
            </a:endParaRPr>
          </a:p>
        </p:txBody>
      </p:sp>
      <p:sp>
        <p:nvSpPr>
          <p:cNvPr id="9" name="Rectángulo redondeado 36">
            <a:extLst>
              <a:ext uri="{FF2B5EF4-FFF2-40B4-BE49-F238E27FC236}">
                <a16:creationId xmlns:a16="http://schemas.microsoft.com/office/drawing/2014/main" id="{3E64BABF-CEEB-4D81-9236-901D0999F1A5}"/>
              </a:ext>
            </a:extLst>
          </p:cNvPr>
          <p:cNvSpPr/>
          <p:nvPr userDrawn="1"/>
        </p:nvSpPr>
        <p:spPr>
          <a:xfrm flipV="1">
            <a:off x="4264002" y="4475840"/>
            <a:ext cx="1173619" cy="3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accent2"/>
              </a:solidFill>
              <a:latin typeface="Raleway" panose="020B0503030101060003" pitchFamily="34" charset="0"/>
            </a:endParaRPr>
          </a:p>
        </p:txBody>
      </p:sp>
      <p:sp>
        <p:nvSpPr>
          <p:cNvPr id="10" name="Rectángulo redondeado 39">
            <a:extLst>
              <a:ext uri="{FF2B5EF4-FFF2-40B4-BE49-F238E27FC236}">
                <a16:creationId xmlns:a16="http://schemas.microsoft.com/office/drawing/2014/main" id="{07D29D50-38EC-432B-994E-AE6DC892B58A}"/>
              </a:ext>
            </a:extLst>
          </p:cNvPr>
          <p:cNvSpPr/>
          <p:nvPr userDrawn="1"/>
        </p:nvSpPr>
        <p:spPr>
          <a:xfrm flipV="1">
            <a:off x="6773761" y="4475840"/>
            <a:ext cx="1173619" cy="3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accent2"/>
              </a:solidFill>
              <a:latin typeface="Raleway" panose="020B0503030101060003" pitchFamily="34" charset="0"/>
            </a:endParaRPr>
          </a:p>
        </p:txBody>
      </p:sp>
      <p:sp>
        <p:nvSpPr>
          <p:cNvPr id="11" name="Rectángulo redondeado 42">
            <a:extLst>
              <a:ext uri="{FF2B5EF4-FFF2-40B4-BE49-F238E27FC236}">
                <a16:creationId xmlns:a16="http://schemas.microsoft.com/office/drawing/2014/main" id="{55791FEA-752A-4EC2-83B0-E0F3408EE55D}"/>
              </a:ext>
            </a:extLst>
          </p:cNvPr>
          <p:cNvSpPr/>
          <p:nvPr userDrawn="1"/>
        </p:nvSpPr>
        <p:spPr>
          <a:xfrm flipV="1">
            <a:off x="9291185" y="4475840"/>
            <a:ext cx="1173619" cy="36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accent2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Rectángulo 22">
            <a:extLst>
              <a:ext uri="{FF2B5EF4-FFF2-40B4-BE49-F238E27FC236}">
                <a16:creationId xmlns:a16="http://schemas.microsoft.com/office/drawing/2014/main" id="{8165D4C5-3B92-4ACA-AEB7-1657A76018A3}"/>
              </a:ext>
            </a:extLst>
          </p:cNvPr>
          <p:cNvSpPr/>
          <p:nvPr userDrawn="1"/>
        </p:nvSpPr>
        <p:spPr>
          <a:xfrm>
            <a:off x="1206519" y="2010941"/>
            <a:ext cx="2220680" cy="3897086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accent2"/>
              </a:solidFill>
            </a:endParaRPr>
          </a:p>
        </p:txBody>
      </p:sp>
      <p:sp>
        <p:nvSpPr>
          <p:cNvPr id="13" name="Rectángulo 23">
            <a:extLst>
              <a:ext uri="{FF2B5EF4-FFF2-40B4-BE49-F238E27FC236}">
                <a16:creationId xmlns:a16="http://schemas.microsoft.com/office/drawing/2014/main" id="{172C6B6F-A745-4E91-9D28-632DB707B7AE}"/>
              </a:ext>
            </a:extLst>
          </p:cNvPr>
          <p:cNvSpPr/>
          <p:nvPr userDrawn="1"/>
        </p:nvSpPr>
        <p:spPr>
          <a:xfrm>
            <a:off x="3730146" y="2010941"/>
            <a:ext cx="2220680" cy="3897086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accent2"/>
              </a:solidFill>
            </a:endParaRPr>
          </a:p>
        </p:txBody>
      </p:sp>
      <p:sp>
        <p:nvSpPr>
          <p:cNvPr id="14" name="Rectángulo 24">
            <a:extLst>
              <a:ext uri="{FF2B5EF4-FFF2-40B4-BE49-F238E27FC236}">
                <a16:creationId xmlns:a16="http://schemas.microsoft.com/office/drawing/2014/main" id="{BABD3D61-C952-49BC-9DB5-CDA2F1946283}"/>
              </a:ext>
            </a:extLst>
          </p:cNvPr>
          <p:cNvSpPr/>
          <p:nvPr userDrawn="1"/>
        </p:nvSpPr>
        <p:spPr>
          <a:xfrm>
            <a:off x="6222779" y="2010941"/>
            <a:ext cx="2220680" cy="3897086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accent2"/>
              </a:solidFill>
            </a:endParaRPr>
          </a:p>
        </p:txBody>
      </p:sp>
      <p:sp>
        <p:nvSpPr>
          <p:cNvPr id="15" name="Rectángulo 25">
            <a:extLst>
              <a:ext uri="{FF2B5EF4-FFF2-40B4-BE49-F238E27FC236}">
                <a16:creationId xmlns:a16="http://schemas.microsoft.com/office/drawing/2014/main" id="{5201CEA4-B6C8-43C0-8593-96D4FA6C2507}"/>
              </a:ext>
            </a:extLst>
          </p:cNvPr>
          <p:cNvSpPr/>
          <p:nvPr userDrawn="1"/>
        </p:nvSpPr>
        <p:spPr>
          <a:xfrm>
            <a:off x="8732587" y="2010941"/>
            <a:ext cx="2220680" cy="3897086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accent2"/>
              </a:solidFill>
            </a:endParaRPr>
          </a:p>
        </p:txBody>
      </p:sp>
      <p:sp>
        <p:nvSpPr>
          <p:cNvPr id="34" name="Marcador de texto 7">
            <a:extLst>
              <a:ext uri="{FF2B5EF4-FFF2-40B4-BE49-F238E27FC236}">
                <a16:creationId xmlns:a16="http://schemas.microsoft.com/office/drawing/2014/main" id="{72CD6FF2-0169-4D3A-AEE7-87859FC118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01" y="4148564"/>
            <a:ext cx="2209698" cy="363275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35" name="Marcador de texto 7">
            <a:extLst>
              <a:ext uri="{FF2B5EF4-FFF2-40B4-BE49-F238E27FC236}">
                <a16:creationId xmlns:a16="http://schemas.microsoft.com/office/drawing/2014/main" id="{7C09E1F1-C230-477A-BA2E-582E3C72234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6951" y="4149344"/>
            <a:ext cx="2209698" cy="363275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36" name="Marcador de texto 7">
            <a:extLst>
              <a:ext uri="{FF2B5EF4-FFF2-40B4-BE49-F238E27FC236}">
                <a16:creationId xmlns:a16="http://schemas.microsoft.com/office/drawing/2014/main" id="{C1F0A281-4308-41A8-A6C8-E46AF60AD9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5777" y="4166286"/>
            <a:ext cx="2209698" cy="363275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37" name="Marcador de texto 7">
            <a:extLst>
              <a:ext uri="{FF2B5EF4-FFF2-40B4-BE49-F238E27FC236}">
                <a16:creationId xmlns:a16="http://schemas.microsoft.com/office/drawing/2014/main" id="{2229B561-578A-4A66-8C80-702CC80722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47407" y="4166287"/>
            <a:ext cx="2209698" cy="363275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0823B7F1-993B-4290-B460-B595C28CD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0013" y="4547969"/>
            <a:ext cx="1830387" cy="8842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F8B1A58-3B12-4C8C-9C8C-EF0607A6B63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25292" y="4547968"/>
            <a:ext cx="1830387" cy="8842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A5D9B1C-4C28-45C2-A480-562C6488C22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45376" y="4559942"/>
            <a:ext cx="1830387" cy="8842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4FC7D2C-378C-4A42-B259-1F3EA2AED08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37062" y="4552517"/>
            <a:ext cx="1830387" cy="8842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140970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2C3B5-A340-4E25-9F93-C1682DA53A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000" y="2012770"/>
            <a:ext cx="3048000" cy="16546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A607CDAB-D237-43ED-8087-89EEF4FC7D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804" y="3886199"/>
            <a:ext cx="3352009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16CA7DEF-B2FA-4E61-B73E-AB86411681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8804" y="4124594"/>
            <a:ext cx="335200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5DA7CA6-A23F-4BF4-B6E7-EB809BF70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8804" y="4575264"/>
            <a:ext cx="3352009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EE1BE6E-56C0-4AD1-894B-2DC60B52CA8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0413" y="2019300"/>
            <a:ext cx="3048000" cy="16546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6102D03F-8788-4DD4-9B0C-976F3F366C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17217" y="3892729"/>
            <a:ext cx="3352009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15BACE38-1064-41DF-B193-106FAB004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7217" y="4131124"/>
            <a:ext cx="335200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06B1759-68E3-4E85-9373-744781E2A9B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17217" y="4581794"/>
            <a:ext cx="3352009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C94D4F7-02BC-42F7-83B2-E1355F45B14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380413" y="2012770"/>
            <a:ext cx="3048000" cy="16546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4" name="Marcador de texto 7">
            <a:extLst>
              <a:ext uri="{FF2B5EF4-FFF2-40B4-BE49-F238E27FC236}">
                <a16:creationId xmlns:a16="http://schemas.microsoft.com/office/drawing/2014/main" id="{589DE00C-8343-43B5-8A4A-F1636ADA47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7217" y="3886199"/>
            <a:ext cx="3352009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5" name="Marcador de texto 7">
            <a:extLst>
              <a:ext uri="{FF2B5EF4-FFF2-40B4-BE49-F238E27FC236}">
                <a16:creationId xmlns:a16="http://schemas.microsoft.com/office/drawing/2014/main" id="{6294F190-7DB5-49D1-BAE4-7484C895E6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7217" y="4124594"/>
            <a:ext cx="335200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A1C0752-8A22-444E-960F-9EB82A81D2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7217" y="4575264"/>
            <a:ext cx="3352009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39104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accent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A607CDAB-D237-43ED-8087-89EEF4FC7D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1104" y="4063624"/>
            <a:ext cx="2286000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16CA7DEF-B2FA-4E61-B73E-AB86411681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1104" y="4302019"/>
            <a:ext cx="2286000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TITLE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5DA7CA6-A23F-4BF4-B6E7-EB809BF70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1104" y="4752689"/>
            <a:ext cx="2286000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19" name="Marcador de texto 7">
            <a:extLst>
              <a:ext uri="{FF2B5EF4-FFF2-40B4-BE49-F238E27FC236}">
                <a16:creationId xmlns:a16="http://schemas.microsoft.com/office/drawing/2014/main" id="{9310E7BD-A69F-4761-9A09-15541FBC16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49744" y="2196724"/>
            <a:ext cx="2286000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0" name="Marcador de texto 7">
            <a:extLst>
              <a:ext uri="{FF2B5EF4-FFF2-40B4-BE49-F238E27FC236}">
                <a16:creationId xmlns:a16="http://schemas.microsoft.com/office/drawing/2014/main" id="{96BC8BEC-7552-4026-A45D-5A0CCD751E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49744" y="2435119"/>
            <a:ext cx="2286000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TITLE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DF2A319-F7EB-46EF-B0BD-38A697DCB8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49744" y="2885789"/>
            <a:ext cx="2286000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22" name="Marcador de texto 7">
            <a:extLst>
              <a:ext uri="{FF2B5EF4-FFF2-40B4-BE49-F238E27FC236}">
                <a16:creationId xmlns:a16="http://schemas.microsoft.com/office/drawing/2014/main" id="{3D28851D-8F3A-4ADB-ACCF-B9534D95F3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28384" y="4063624"/>
            <a:ext cx="2286000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3" name="Marcador de texto 7">
            <a:extLst>
              <a:ext uri="{FF2B5EF4-FFF2-40B4-BE49-F238E27FC236}">
                <a16:creationId xmlns:a16="http://schemas.microsoft.com/office/drawing/2014/main" id="{54DF8FC9-2587-4EED-9944-BC6DBB4D06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28384" y="4302019"/>
            <a:ext cx="2286000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TITLE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CA79EDA-74A4-4DE8-B5FD-B573B47CC1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28384" y="4752689"/>
            <a:ext cx="2286000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25" name="Marcador de texto 7">
            <a:extLst>
              <a:ext uri="{FF2B5EF4-FFF2-40B4-BE49-F238E27FC236}">
                <a16:creationId xmlns:a16="http://schemas.microsoft.com/office/drawing/2014/main" id="{EE3E5219-268D-44F2-9711-58835FDC5E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7024" y="2196726"/>
            <a:ext cx="2286000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6" name="Marcador de texto 7">
            <a:extLst>
              <a:ext uri="{FF2B5EF4-FFF2-40B4-BE49-F238E27FC236}">
                <a16:creationId xmlns:a16="http://schemas.microsoft.com/office/drawing/2014/main" id="{31068913-788B-40E8-A4C6-BAEAA49EAC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07024" y="2435121"/>
            <a:ext cx="2286000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TITLE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9018666-6D76-475B-B055-633451628C0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07024" y="2885791"/>
            <a:ext cx="2286000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39256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/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</a:t>
            </a:r>
            <a:r>
              <a:rPr lang="es-ES_tradnl" dirty="0"/>
              <a:t> </a:t>
            </a:r>
            <a:r>
              <a:rPr lang="es-ES_tradnl"/>
              <a:t>BIG TITLE HERE</a:t>
            </a:r>
            <a:endParaRPr lang="es-ES_tradnl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0B57BE17-5BDA-44A9-B770-2814C9F0BD0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16919" y="3467062"/>
            <a:ext cx="2569722" cy="1299383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5F83655D-6458-4668-98E8-48B4A7F1B3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2082" y="3487119"/>
            <a:ext cx="2569722" cy="1299383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0210C380-F96A-4CF6-838F-151234C83A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37288" y="3450770"/>
            <a:ext cx="2569722" cy="1299383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566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</p:spTree>
    <p:extLst>
      <p:ext uri="{BB962C8B-B14F-4D97-AF65-F5344CB8AC3E}">
        <p14:creationId xmlns:p14="http://schemas.microsoft.com/office/powerpoint/2010/main" val="104471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/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1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</p:spTree>
    <p:extLst>
      <p:ext uri="{BB962C8B-B14F-4D97-AF65-F5344CB8AC3E}">
        <p14:creationId xmlns:p14="http://schemas.microsoft.com/office/powerpoint/2010/main" val="46993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570663" y="685802"/>
            <a:ext cx="5237162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570663" y="1104900"/>
            <a:ext cx="523716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6265864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</p:spTree>
    <p:extLst>
      <p:ext uri="{BB962C8B-B14F-4D97-AF65-F5344CB8AC3E}">
        <p14:creationId xmlns:p14="http://schemas.microsoft.com/office/powerpoint/2010/main" val="127365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+ 3 images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62000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2590402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4429736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</p:spTree>
    <p:extLst>
      <p:ext uri="{BB962C8B-B14F-4D97-AF65-F5344CB8AC3E}">
        <p14:creationId xmlns:p14="http://schemas.microsoft.com/office/powerpoint/2010/main" val="111143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+ 1 big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6410325" y="685800"/>
            <a:ext cx="5397500" cy="548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  <p:sp>
        <p:nvSpPr>
          <p:cNvPr id="12" name="Marcador de texto 7"/>
          <p:cNvSpPr>
            <a:spLocks noGrp="1"/>
          </p:cNvSpPr>
          <p:nvPr>
            <p:ph type="body" sz="quarter" idx="18" hasCustomPrompt="1"/>
          </p:nvPr>
        </p:nvSpPr>
        <p:spPr>
          <a:xfrm>
            <a:off x="761205" y="2008833"/>
            <a:ext cx="5028409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761205" y="2466032"/>
            <a:ext cx="502840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916703"/>
            <a:ext cx="5028409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102212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slid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2" name="Marcador de texto 7"/>
          <p:cNvSpPr>
            <a:spLocks noGrp="1"/>
          </p:cNvSpPr>
          <p:nvPr>
            <p:ph type="body" sz="quarter" idx="18" hasCustomPrompt="1"/>
          </p:nvPr>
        </p:nvSpPr>
        <p:spPr>
          <a:xfrm>
            <a:off x="761205" y="2008833"/>
            <a:ext cx="5028409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761205" y="2466032"/>
            <a:ext cx="502840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916703"/>
            <a:ext cx="5028409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22487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slid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570663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570663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6265864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2" name="Marcador de texto 7"/>
          <p:cNvSpPr>
            <a:spLocks noGrp="1"/>
          </p:cNvSpPr>
          <p:nvPr>
            <p:ph type="body" sz="quarter" idx="18" hasCustomPrompt="1"/>
          </p:nvPr>
        </p:nvSpPr>
        <p:spPr>
          <a:xfrm>
            <a:off x="6570663" y="2008833"/>
            <a:ext cx="5028409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6570663" y="2466032"/>
            <a:ext cx="502840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570663" y="2916703"/>
            <a:ext cx="5028409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173224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slide +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570663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570663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6265864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2" name="Marcador de texto 7"/>
          <p:cNvSpPr>
            <a:spLocks noGrp="1"/>
          </p:cNvSpPr>
          <p:nvPr>
            <p:ph type="body" sz="quarter" idx="18" hasCustomPrompt="1"/>
          </p:nvPr>
        </p:nvSpPr>
        <p:spPr>
          <a:xfrm>
            <a:off x="6570663" y="2008833"/>
            <a:ext cx="5028409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6570663" y="2466032"/>
            <a:ext cx="502840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570663" y="2916703"/>
            <a:ext cx="5028409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457199" y="685800"/>
            <a:ext cx="5332413" cy="548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03989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+ 6 images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62000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2590402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4429736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6410325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8238727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0078061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</p:spTree>
    <p:extLst>
      <p:ext uri="{BB962C8B-B14F-4D97-AF65-F5344CB8AC3E}">
        <p14:creationId xmlns:p14="http://schemas.microsoft.com/office/powerpoint/2010/main" val="37835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er Opin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62000" y="2523663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2272764" y="2523663"/>
            <a:ext cx="3516849" cy="14420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457063" marR="0" lvl="1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10120312" y="3285046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410325" y="3285046"/>
            <a:ext cx="3516849" cy="144209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r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457063" marR="0" lvl="1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761205" y="4105715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Customer Name Here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761205" y="4416427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="1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410325" y="4867098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Customer Name Here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6410325" y="5177810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50000"/>
              </a:lnSpc>
              <a:buNone/>
              <a:defRPr sz="1200" b="1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234654" y="2363183"/>
            <a:ext cx="4058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>
                    <a:lumMod val="85000"/>
                  </a:schemeClr>
                </a:solidFill>
              </a:rPr>
              <a:t>“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5467742" y="3479598"/>
            <a:ext cx="4058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>
                <a:solidFill>
                  <a:schemeClr val="bg1">
                    <a:lumMod val="85000"/>
                  </a:schemeClr>
                </a:solidFill>
              </a:rPr>
              <a:t>”</a:t>
            </a:r>
            <a:endParaRPr lang="en-US" sz="5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TextBox 36"/>
          <p:cNvSpPr txBox="1"/>
          <p:nvPr userDrawn="1"/>
        </p:nvSpPr>
        <p:spPr>
          <a:xfrm>
            <a:off x="6373001" y="3168676"/>
            <a:ext cx="4058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>
                <a:solidFill>
                  <a:schemeClr val="bg1">
                    <a:lumMod val="85000"/>
                  </a:schemeClr>
                </a:solidFill>
              </a:rPr>
              <a:t>“</a:t>
            </a:r>
            <a:endParaRPr lang="en-US" sz="5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TextBox 37"/>
          <p:cNvSpPr txBox="1"/>
          <p:nvPr userDrawn="1"/>
        </p:nvSpPr>
        <p:spPr>
          <a:xfrm>
            <a:off x="9438263" y="4254074"/>
            <a:ext cx="4058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>
                <a:solidFill>
                  <a:schemeClr val="bg1">
                    <a:lumMod val="85000"/>
                  </a:schemeClr>
                </a:solidFill>
              </a:rPr>
              <a:t>”</a:t>
            </a:r>
            <a:endParaRPr lang="en-US" sz="50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26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Opin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62000" y="1981198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2272764" y="1981198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20" hasCustomPrompt="1"/>
          </p:nvPr>
        </p:nvSpPr>
        <p:spPr>
          <a:xfrm>
            <a:off x="2272764" y="2213063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2272764" y="2663734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6410325" y="1981198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9" name="Marcador de texto 7"/>
          <p:cNvSpPr>
            <a:spLocks noGrp="1"/>
          </p:cNvSpPr>
          <p:nvPr>
            <p:ph type="body" sz="quarter" idx="23" hasCustomPrompt="1"/>
          </p:nvPr>
        </p:nvSpPr>
        <p:spPr>
          <a:xfrm>
            <a:off x="7921884" y="1981198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0" name="Marcador de texto 7"/>
          <p:cNvSpPr>
            <a:spLocks noGrp="1"/>
          </p:cNvSpPr>
          <p:nvPr>
            <p:ph type="body" sz="quarter" idx="24" hasCustomPrompt="1"/>
          </p:nvPr>
        </p:nvSpPr>
        <p:spPr>
          <a:xfrm>
            <a:off x="7921884" y="2213063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7921884" y="2663734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761205" y="3563250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Customer Name Here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761205" y="3873962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="1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410325" y="3563250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Customer Name Here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6410325" y="3873962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="1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27" name="Marcador de texto 7"/>
          <p:cNvSpPr>
            <a:spLocks noGrp="1"/>
          </p:cNvSpPr>
          <p:nvPr>
            <p:ph type="body" sz="quarter" idx="30" hasCustomPrompt="1"/>
          </p:nvPr>
        </p:nvSpPr>
        <p:spPr>
          <a:xfrm>
            <a:off x="761205" y="4479833"/>
            <a:ext cx="10677528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761205" y="4744487"/>
            <a:ext cx="10677528" cy="56655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837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isors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62000" y="1981198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2272764" y="1981198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20" hasCustomPrompt="1"/>
          </p:nvPr>
        </p:nvSpPr>
        <p:spPr>
          <a:xfrm>
            <a:off x="2272764" y="2213063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2272764" y="2663734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761205" y="3563250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Customer Name Here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761205" y="3873962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="1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27" name="Marcador de texto 7"/>
          <p:cNvSpPr>
            <a:spLocks noGrp="1"/>
          </p:cNvSpPr>
          <p:nvPr>
            <p:ph type="body" sz="quarter" idx="30" hasCustomPrompt="1"/>
          </p:nvPr>
        </p:nvSpPr>
        <p:spPr>
          <a:xfrm>
            <a:off x="761205" y="4479833"/>
            <a:ext cx="5028408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761205" y="4744486"/>
            <a:ext cx="5028408" cy="86165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</a:p>
        </p:txBody>
      </p:sp>
    </p:spTree>
    <p:extLst>
      <p:ext uri="{BB962C8B-B14F-4D97-AF65-F5344CB8AC3E}">
        <p14:creationId xmlns:p14="http://schemas.microsoft.com/office/powerpoint/2010/main" val="124851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i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62000" y="1981198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2272764" y="1981198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20" hasCustomPrompt="1"/>
          </p:nvPr>
        </p:nvSpPr>
        <p:spPr>
          <a:xfrm>
            <a:off x="2272764" y="2213063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2272764" y="2663734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761205" y="3563250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Customer Name Here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761205" y="3873962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="1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27" name="Marcador de texto 7"/>
          <p:cNvSpPr>
            <a:spLocks noGrp="1"/>
          </p:cNvSpPr>
          <p:nvPr>
            <p:ph type="body" sz="quarter" idx="30" hasCustomPrompt="1"/>
          </p:nvPr>
        </p:nvSpPr>
        <p:spPr>
          <a:xfrm>
            <a:off x="761205" y="4479833"/>
            <a:ext cx="5028408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761205" y="4744486"/>
            <a:ext cx="5028408" cy="86165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33" hasCustomPrompt="1"/>
          </p:nvPr>
        </p:nvSpPr>
        <p:spPr>
          <a:xfrm>
            <a:off x="6410325" y="1981198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28" name="Marcador de texto 7"/>
          <p:cNvSpPr>
            <a:spLocks noGrp="1"/>
          </p:cNvSpPr>
          <p:nvPr>
            <p:ph type="body" sz="quarter" idx="34" hasCustomPrompt="1"/>
          </p:nvPr>
        </p:nvSpPr>
        <p:spPr>
          <a:xfrm>
            <a:off x="7921089" y="1981198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0" name="Marcador de texto 7"/>
          <p:cNvSpPr>
            <a:spLocks noGrp="1"/>
          </p:cNvSpPr>
          <p:nvPr>
            <p:ph type="body" sz="quarter" idx="35" hasCustomPrompt="1"/>
          </p:nvPr>
        </p:nvSpPr>
        <p:spPr>
          <a:xfrm>
            <a:off x="7921089" y="2213063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7921089" y="2663734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6409530" y="3563250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Customer Name Here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6409530" y="3873962"/>
            <a:ext cx="5028408" cy="3107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="1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4" name="Marcador de texto 7"/>
          <p:cNvSpPr>
            <a:spLocks noGrp="1"/>
          </p:cNvSpPr>
          <p:nvPr>
            <p:ph type="body" sz="quarter" idx="39" hasCustomPrompt="1"/>
          </p:nvPr>
        </p:nvSpPr>
        <p:spPr>
          <a:xfrm>
            <a:off x="6409530" y="4479833"/>
            <a:ext cx="5028408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6409530" y="4744486"/>
            <a:ext cx="5028408" cy="86165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</a:p>
        </p:txBody>
      </p:sp>
    </p:spTree>
    <p:extLst>
      <p:ext uri="{BB962C8B-B14F-4D97-AF65-F5344CB8AC3E}">
        <p14:creationId xmlns:p14="http://schemas.microsoft.com/office/powerpoint/2010/main" val="55480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s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62000" y="2179996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2272764" y="2179996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20" hasCustomPrompt="1"/>
          </p:nvPr>
        </p:nvSpPr>
        <p:spPr>
          <a:xfrm>
            <a:off x="2272764" y="2411861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2272764" y="2862532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762000" y="4234806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23" hasCustomPrompt="1"/>
          </p:nvPr>
        </p:nvSpPr>
        <p:spPr>
          <a:xfrm>
            <a:off x="2272764" y="4234806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8" name="Marcador de texto 7"/>
          <p:cNvSpPr>
            <a:spLocks noGrp="1"/>
          </p:cNvSpPr>
          <p:nvPr>
            <p:ph type="body" sz="quarter" idx="24" hasCustomPrompt="1"/>
          </p:nvPr>
        </p:nvSpPr>
        <p:spPr>
          <a:xfrm>
            <a:off x="2272764" y="4466671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2272764" y="4917342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6" hasCustomPrompt="1"/>
          </p:nvPr>
        </p:nvSpPr>
        <p:spPr>
          <a:xfrm>
            <a:off x="6410325" y="2179996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21" name="Marcador de texto 7"/>
          <p:cNvSpPr>
            <a:spLocks noGrp="1"/>
          </p:cNvSpPr>
          <p:nvPr>
            <p:ph type="body" sz="quarter" idx="27" hasCustomPrompt="1"/>
          </p:nvPr>
        </p:nvSpPr>
        <p:spPr>
          <a:xfrm>
            <a:off x="7921089" y="2179996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4" name="Marcador de texto 7"/>
          <p:cNvSpPr>
            <a:spLocks noGrp="1"/>
          </p:cNvSpPr>
          <p:nvPr>
            <p:ph type="body" sz="quarter" idx="28" hasCustomPrompt="1"/>
          </p:nvPr>
        </p:nvSpPr>
        <p:spPr>
          <a:xfrm>
            <a:off x="7921089" y="2411861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7921089" y="2862532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30" hasCustomPrompt="1"/>
          </p:nvPr>
        </p:nvSpPr>
        <p:spPr>
          <a:xfrm>
            <a:off x="6410325" y="4234806"/>
            <a:ext cx="1370013" cy="14420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28" name="Marcador de texto 7"/>
          <p:cNvSpPr>
            <a:spLocks noGrp="1"/>
          </p:cNvSpPr>
          <p:nvPr>
            <p:ph type="body" sz="quarter" idx="31" hasCustomPrompt="1"/>
          </p:nvPr>
        </p:nvSpPr>
        <p:spPr>
          <a:xfrm>
            <a:off x="7921089" y="4234806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0" name="Marcador de texto 7"/>
          <p:cNvSpPr>
            <a:spLocks noGrp="1"/>
          </p:cNvSpPr>
          <p:nvPr>
            <p:ph type="body" sz="quarter" idx="32" hasCustomPrompt="1"/>
          </p:nvPr>
        </p:nvSpPr>
        <p:spPr>
          <a:xfrm>
            <a:off x="7921089" y="4466671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7921089" y="4917342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545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2272764" y="2179996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20" hasCustomPrompt="1"/>
          </p:nvPr>
        </p:nvSpPr>
        <p:spPr>
          <a:xfrm>
            <a:off x="2272764" y="2411861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2272764" y="2862532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23" hasCustomPrompt="1"/>
          </p:nvPr>
        </p:nvSpPr>
        <p:spPr>
          <a:xfrm>
            <a:off x="2272764" y="4234806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8" name="Marcador de texto 7"/>
          <p:cNvSpPr>
            <a:spLocks noGrp="1"/>
          </p:cNvSpPr>
          <p:nvPr>
            <p:ph type="body" sz="quarter" idx="24" hasCustomPrompt="1"/>
          </p:nvPr>
        </p:nvSpPr>
        <p:spPr>
          <a:xfrm>
            <a:off x="2272764" y="4466671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2272764" y="4917342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21" name="Marcador de texto 7"/>
          <p:cNvSpPr>
            <a:spLocks noGrp="1"/>
          </p:cNvSpPr>
          <p:nvPr>
            <p:ph type="body" sz="quarter" idx="27" hasCustomPrompt="1"/>
          </p:nvPr>
        </p:nvSpPr>
        <p:spPr>
          <a:xfrm>
            <a:off x="7921089" y="2179996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4" name="Marcador de texto 7"/>
          <p:cNvSpPr>
            <a:spLocks noGrp="1"/>
          </p:cNvSpPr>
          <p:nvPr>
            <p:ph type="body" sz="quarter" idx="28" hasCustomPrompt="1"/>
          </p:nvPr>
        </p:nvSpPr>
        <p:spPr>
          <a:xfrm>
            <a:off x="7921089" y="2411861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7921089" y="2862532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28" name="Marcador de texto 7"/>
          <p:cNvSpPr>
            <a:spLocks noGrp="1"/>
          </p:cNvSpPr>
          <p:nvPr>
            <p:ph type="body" sz="quarter" idx="31" hasCustomPrompt="1"/>
          </p:nvPr>
        </p:nvSpPr>
        <p:spPr>
          <a:xfrm>
            <a:off x="7921089" y="4234806"/>
            <a:ext cx="351684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0" name="Marcador de texto 7"/>
          <p:cNvSpPr>
            <a:spLocks noGrp="1"/>
          </p:cNvSpPr>
          <p:nvPr>
            <p:ph type="body" sz="quarter" idx="32" hasCustomPrompt="1"/>
          </p:nvPr>
        </p:nvSpPr>
        <p:spPr>
          <a:xfrm>
            <a:off x="7921089" y="4466671"/>
            <a:ext cx="3516849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7921089" y="4917342"/>
            <a:ext cx="351684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762000" y="2179996"/>
            <a:ext cx="1370013" cy="1442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 userDrawn="1"/>
        </p:nvSpPr>
        <p:spPr>
          <a:xfrm>
            <a:off x="6410325" y="2179996"/>
            <a:ext cx="1370013" cy="14420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762000" y="4234806"/>
            <a:ext cx="1370013" cy="14420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 userDrawn="1"/>
        </p:nvSpPr>
        <p:spPr>
          <a:xfrm>
            <a:off x="6410325" y="4234806"/>
            <a:ext cx="1370013" cy="14420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6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8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8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2358168" y="2177406"/>
            <a:ext cx="3431445" cy="13020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..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23" hasCustomPrompt="1"/>
          </p:nvPr>
        </p:nvSpPr>
        <p:spPr>
          <a:xfrm>
            <a:off x="761206" y="3267411"/>
            <a:ext cx="1370808" cy="212059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6" name="Marcador de texto 7"/>
          <p:cNvSpPr>
            <a:spLocks noGrp="1"/>
          </p:cNvSpPr>
          <p:nvPr>
            <p:ph type="body" sz="quarter" idx="34" hasCustomPrompt="1"/>
          </p:nvPr>
        </p:nvSpPr>
        <p:spPr>
          <a:xfrm>
            <a:off x="761206" y="2177406"/>
            <a:ext cx="1370808" cy="9430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0" tIns="0" rIns="0" bIns="0" anchor="ctr"/>
          <a:lstStyle>
            <a:lvl1pPr marL="0" indent="0" algn="ctr">
              <a:buNone/>
              <a:defRPr sz="45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/>
              <a:t>1234</a:t>
            </a:r>
            <a:endParaRPr lang="es-ES_tradnl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8015844" y="2177406"/>
            <a:ext cx="3431445" cy="13020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..</a:t>
            </a:r>
          </a:p>
        </p:txBody>
      </p:sp>
      <p:sp>
        <p:nvSpPr>
          <p:cNvPr id="32" name="Marcador de texto 7"/>
          <p:cNvSpPr>
            <a:spLocks noGrp="1"/>
          </p:cNvSpPr>
          <p:nvPr>
            <p:ph type="body" sz="quarter" idx="36" hasCustomPrompt="1"/>
          </p:nvPr>
        </p:nvSpPr>
        <p:spPr>
          <a:xfrm>
            <a:off x="6418882" y="3267411"/>
            <a:ext cx="1370808" cy="212059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000" b="1" i="0">
                <a:solidFill>
                  <a:schemeClr val="accent4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3" name="Marcador de texto 7"/>
          <p:cNvSpPr>
            <a:spLocks noGrp="1"/>
          </p:cNvSpPr>
          <p:nvPr>
            <p:ph type="body" sz="quarter" idx="37" hasCustomPrompt="1"/>
          </p:nvPr>
        </p:nvSpPr>
        <p:spPr>
          <a:xfrm>
            <a:off x="6418882" y="2177406"/>
            <a:ext cx="1370808" cy="9430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0" tIns="0" rIns="0" bIns="0" anchor="ctr"/>
          <a:lstStyle>
            <a:lvl1pPr marL="0" indent="0" algn="ctr">
              <a:buNone/>
              <a:defRPr sz="4500" b="1" i="0">
                <a:solidFill>
                  <a:schemeClr val="accent4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/>
              <a:t>1234</a:t>
            </a:r>
            <a:endParaRPr lang="es-ES_tradnl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2358168" y="3886200"/>
            <a:ext cx="3431445" cy="13020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..</a:t>
            </a:r>
          </a:p>
        </p:txBody>
      </p:sp>
      <p:sp>
        <p:nvSpPr>
          <p:cNvPr id="35" name="Marcador de texto 7"/>
          <p:cNvSpPr>
            <a:spLocks noGrp="1"/>
          </p:cNvSpPr>
          <p:nvPr>
            <p:ph type="body" sz="quarter" idx="39" hasCustomPrompt="1"/>
          </p:nvPr>
        </p:nvSpPr>
        <p:spPr>
          <a:xfrm>
            <a:off x="761206" y="4976205"/>
            <a:ext cx="1370808" cy="212059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000" b="1" i="0">
                <a:solidFill>
                  <a:schemeClr val="accent5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6" name="Marcador de texto 7"/>
          <p:cNvSpPr>
            <a:spLocks noGrp="1"/>
          </p:cNvSpPr>
          <p:nvPr>
            <p:ph type="body" sz="quarter" idx="40" hasCustomPrompt="1"/>
          </p:nvPr>
        </p:nvSpPr>
        <p:spPr>
          <a:xfrm>
            <a:off x="761206" y="3886200"/>
            <a:ext cx="1370808" cy="9430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0" tIns="0" rIns="0" bIns="0" anchor="ctr"/>
          <a:lstStyle>
            <a:lvl1pPr marL="0" indent="0" algn="ctr">
              <a:buNone/>
              <a:defRPr sz="4500" b="1" i="0">
                <a:solidFill>
                  <a:schemeClr val="accent5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1234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8015844" y="3886200"/>
            <a:ext cx="3431445" cy="13020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marL="0" marR="0" lvl="0" indent="0" algn="l" defTabSz="914126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purus.aecenas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..</a:t>
            </a:r>
          </a:p>
        </p:txBody>
      </p:sp>
      <p:sp>
        <p:nvSpPr>
          <p:cNvPr id="38" name="Marcador de texto 7"/>
          <p:cNvSpPr>
            <a:spLocks noGrp="1"/>
          </p:cNvSpPr>
          <p:nvPr>
            <p:ph type="body" sz="quarter" idx="42" hasCustomPrompt="1"/>
          </p:nvPr>
        </p:nvSpPr>
        <p:spPr>
          <a:xfrm>
            <a:off x="6418882" y="4976205"/>
            <a:ext cx="1370808" cy="212059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000" b="1" i="0">
                <a:solidFill>
                  <a:schemeClr val="accent2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9" name="Marcador de texto 7"/>
          <p:cNvSpPr>
            <a:spLocks noGrp="1"/>
          </p:cNvSpPr>
          <p:nvPr>
            <p:ph type="body" sz="quarter" idx="43" hasCustomPrompt="1"/>
          </p:nvPr>
        </p:nvSpPr>
        <p:spPr>
          <a:xfrm>
            <a:off x="6418882" y="3886200"/>
            <a:ext cx="1370808" cy="9430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0" tIns="0" rIns="0" bIns="0" anchor="ctr"/>
          <a:lstStyle>
            <a:lvl1pPr marL="0" indent="0" algn="ctr">
              <a:buNone/>
              <a:defRPr sz="4500" b="1" i="0">
                <a:solidFill>
                  <a:schemeClr val="accent2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185382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+ logos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570663" y="685802"/>
            <a:ext cx="5237162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570663" y="1104900"/>
            <a:ext cx="523716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6265864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6581094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8409496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0248830" y="4343400"/>
            <a:ext cx="1370013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Drag your  logo here</a:t>
            </a:r>
          </a:p>
        </p:txBody>
      </p:sp>
    </p:spTree>
    <p:extLst>
      <p:ext uri="{BB962C8B-B14F-4D97-AF65-F5344CB8AC3E}">
        <p14:creationId xmlns:p14="http://schemas.microsoft.com/office/powerpoint/2010/main" val="88095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2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7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7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019300"/>
            <a:ext cx="5028407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054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+ iphone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7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7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019300"/>
            <a:ext cx="5028407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pic>
        <p:nvPicPr>
          <p:cNvPr id="6" name="Picture 1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58" b="12051"/>
          <a:stretch/>
        </p:blipFill>
        <p:spPr>
          <a:xfrm>
            <a:off x="7614158" y="1067373"/>
            <a:ext cx="4581698" cy="5108008"/>
          </a:xfrm>
          <a:prstGeom prst="rect">
            <a:avLst/>
          </a:prstGeom>
        </p:spPr>
      </p:pic>
      <p:sp>
        <p:nvSpPr>
          <p:cNvPr id="10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8260336" y="1562100"/>
            <a:ext cx="1713540" cy="3056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41395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Unique title + android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7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7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019300"/>
            <a:ext cx="5028407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051" y="1067373"/>
            <a:ext cx="4608558" cy="5108008"/>
          </a:xfrm>
          <a:prstGeom prst="rect">
            <a:avLst/>
          </a:prstGeom>
        </p:spPr>
      </p:pic>
      <p:sp>
        <p:nvSpPr>
          <p:cNvPr id="14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8029815" y="1562100"/>
            <a:ext cx="1944061" cy="3401786"/>
          </a:xfrm>
          <a:custGeom>
            <a:avLst/>
            <a:gdLst>
              <a:gd name="connsiteX0" fmla="*/ 0 w 1944061"/>
              <a:gd name="connsiteY0" fmla="*/ 0 h 3401786"/>
              <a:gd name="connsiteX1" fmla="*/ 1944061 w 1944061"/>
              <a:gd name="connsiteY1" fmla="*/ 0 h 3401786"/>
              <a:gd name="connsiteX2" fmla="*/ 1944061 w 1944061"/>
              <a:gd name="connsiteY2" fmla="*/ 3401786 h 3401786"/>
              <a:gd name="connsiteX3" fmla="*/ 0 w 1944061"/>
              <a:gd name="connsiteY3" fmla="*/ 3401786 h 3401786"/>
              <a:gd name="connsiteX4" fmla="*/ 0 w 1944061"/>
              <a:gd name="connsiteY4" fmla="*/ 2493560 h 3401786"/>
              <a:gd name="connsiteX5" fmla="*/ 17768 w 1944061"/>
              <a:gd name="connsiteY5" fmla="*/ 2455763 h 3401786"/>
              <a:gd name="connsiteX6" fmla="*/ 35193 w 1944061"/>
              <a:gd name="connsiteY6" fmla="*/ 2356104 h 3401786"/>
              <a:gd name="connsiteX7" fmla="*/ 17768 w 1944061"/>
              <a:gd name="connsiteY7" fmla="*/ 2256445 h 3401786"/>
              <a:gd name="connsiteX8" fmla="*/ 0 w 1944061"/>
              <a:gd name="connsiteY8" fmla="*/ 2218649 h 340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4061" h="3401786">
                <a:moveTo>
                  <a:pt x="0" y="0"/>
                </a:moveTo>
                <a:lnTo>
                  <a:pt x="1944061" y="0"/>
                </a:lnTo>
                <a:lnTo>
                  <a:pt x="1944061" y="3401786"/>
                </a:lnTo>
                <a:lnTo>
                  <a:pt x="0" y="3401786"/>
                </a:lnTo>
                <a:lnTo>
                  <a:pt x="0" y="2493560"/>
                </a:lnTo>
                <a:lnTo>
                  <a:pt x="17768" y="2455763"/>
                </a:lnTo>
                <a:cubicBezTo>
                  <a:pt x="28988" y="2425132"/>
                  <a:pt x="35193" y="2391455"/>
                  <a:pt x="35193" y="2356104"/>
                </a:cubicBezTo>
                <a:cubicBezTo>
                  <a:pt x="35193" y="2320753"/>
                  <a:pt x="28988" y="2287076"/>
                  <a:pt x="17768" y="2256445"/>
                </a:cubicBezTo>
                <a:lnTo>
                  <a:pt x="0" y="221864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91813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2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410325" y="685802"/>
            <a:ext cx="5397500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410325" y="1104900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610552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0325" y="2019300"/>
            <a:ext cx="5397500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5606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+ image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410325" y="685802"/>
            <a:ext cx="5397500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410325" y="1104900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610552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0325" y="2019300"/>
            <a:ext cx="5397500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304800" y="685800"/>
            <a:ext cx="5484813" cy="548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64537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+ image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7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7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019300"/>
            <a:ext cx="5028407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6410325" y="685800"/>
            <a:ext cx="5397500" cy="548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30698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+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5028407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5028407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6204853" y="1494181"/>
            <a:ext cx="4637315" cy="38696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38179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lor text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93" y="1"/>
            <a:ext cx="609441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4572795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4572795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933700"/>
            <a:ext cx="4573517" cy="3238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6094412" y="1"/>
            <a:ext cx="60944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8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lor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93" y="1"/>
            <a:ext cx="60944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4572795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4572795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933700"/>
            <a:ext cx="4573517" cy="3238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6094412" y="800099"/>
            <a:ext cx="6094413" cy="605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497872" y="1757779"/>
            <a:ext cx="3288286" cy="33424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19456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wide color text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93" y="1"/>
            <a:ext cx="783987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4572795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accent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6444458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accent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933700"/>
            <a:ext cx="6444458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7840663" y="800099"/>
            <a:ext cx="4348161" cy="605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8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lor text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094413" y="1"/>
            <a:ext cx="60944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redondeado 4"/>
          <p:cNvSpPr/>
          <p:nvPr userDrawn="1"/>
        </p:nvSpPr>
        <p:spPr>
          <a:xfrm>
            <a:off x="6734167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>
              <a:solidFill>
                <a:schemeClr val="accent4"/>
              </a:solidFill>
            </a:endParaRPr>
          </a:p>
        </p:txBody>
      </p:sp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038968" y="685802"/>
            <a:ext cx="4290745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accent4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051683" y="1104900"/>
            <a:ext cx="4279892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051683" y="2933700"/>
            <a:ext cx="4279892" cy="3238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60944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5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lor text + image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094413" y="1"/>
            <a:ext cx="60944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redondeado 4"/>
          <p:cNvSpPr/>
          <p:nvPr userDrawn="1"/>
        </p:nvSpPr>
        <p:spPr>
          <a:xfrm>
            <a:off x="6734167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>
              <a:solidFill>
                <a:schemeClr val="accent4"/>
              </a:solidFill>
            </a:endParaRPr>
          </a:p>
        </p:txBody>
      </p:sp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038968" y="685802"/>
            <a:ext cx="4290745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accent4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051683" y="1104900"/>
            <a:ext cx="4279892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051683" y="2933700"/>
            <a:ext cx="4279892" cy="3238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60944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1403063" y="1757779"/>
            <a:ext cx="3288286" cy="33424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95066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wide color text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67200" y="1"/>
            <a:ext cx="792162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91443" y="685802"/>
            <a:ext cx="4572795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accent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191443" y="1104900"/>
            <a:ext cx="6444458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15" name="Rectángulo redondeado 4"/>
          <p:cNvSpPr/>
          <p:nvPr userDrawn="1"/>
        </p:nvSpPr>
        <p:spPr>
          <a:xfrm>
            <a:off x="4886644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191443" y="2933700"/>
            <a:ext cx="6444458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1"/>
            <a:ext cx="426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9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67200" y="1"/>
            <a:ext cx="7921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723879" y="1602611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723879" y="2868378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1"/>
            <a:ext cx="426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1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39502" y="2104630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39502" y="3495900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00087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428254" y="2104630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428254" y="3495900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91017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1420238" y="2104630"/>
            <a:ext cx="3336587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0238" y="3495900"/>
            <a:ext cx="3336587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</a:p>
        </p:txBody>
      </p:sp>
    </p:spTree>
    <p:extLst>
      <p:ext uri="{BB962C8B-B14F-4D97-AF65-F5344CB8AC3E}">
        <p14:creationId xmlns:p14="http://schemas.microsoft.com/office/powerpoint/2010/main" val="155353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441659" y="2104630"/>
            <a:ext cx="353114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441659" y="3495900"/>
            <a:ext cx="353114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7816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39502" y="2104630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39502" y="3495900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95502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256835" y="2104630"/>
            <a:ext cx="3657600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256835" y="3495900"/>
            <a:ext cx="3657600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11260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1101361" y="2808953"/>
            <a:ext cx="3657600" cy="33748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bg1">
                    <a:lumMod val="9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BIG </a:t>
            </a:r>
            <a:r>
              <a:rPr lang="es-ES_tradnl" dirty="0"/>
              <a:t>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101361" y="3623891"/>
            <a:ext cx="3657600" cy="19228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455832" y="1757779"/>
            <a:ext cx="3288286" cy="33424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05408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1101361" y="2808953"/>
            <a:ext cx="3657600" cy="33748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bg1">
                    <a:lumMod val="9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BIG </a:t>
            </a:r>
            <a:r>
              <a:rPr lang="es-ES_tradnl" dirty="0"/>
              <a:t>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101361" y="3623891"/>
            <a:ext cx="3657600" cy="19228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455832" y="1757779"/>
            <a:ext cx="3288286" cy="33424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37761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1101361" y="2808953"/>
            <a:ext cx="3657600" cy="33748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bg1">
                    <a:lumMod val="9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</a:t>
            </a:r>
            <a:r>
              <a:rPr lang="es-ES_tradnl"/>
              <a:t>YOUR BIG </a:t>
            </a:r>
            <a:r>
              <a:rPr lang="es-ES_tradnl" dirty="0"/>
              <a:t>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101361" y="3623891"/>
            <a:ext cx="3657600" cy="19228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455832" y="1757779"/>
            <a:ext cx="3288286" cy="33424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Drag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55525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1420238" y="2104630"/>
            <a:ext cx="3336587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0238" y="3495900"/>
            <a:ext cx="3336587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</a:p>
        </p:txBody>
      </p:sp>
    </p:spTree>
    <p:extLst>
      <p:ext uri="{BB962C8B-B14F-4D97-AF65-F5344CB8AC3E}">
        <p14:creationId xmlns:p14="http://schemas.microsoft.com/office/powerpoint/2010/main" val="153504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79619" cy="33886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428254" y="2104630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428254" y="3495900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25654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88825" cy="3388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39502" y="2104630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39502" y="3495900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04319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88825" cy="33886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428254" y="2104630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428254" y="3495900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17957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-1587" y="1"/>
            <a:ext cx="12190412" cy="33703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1150374" y="2104630"/>
            <a:ext cx="4774549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150374" y="3495900"/>
            <a:ext cx="4774549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95267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-1587" y="1"/>
            <a:ext cx="12190412" cy="33703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339766" y="2104630"/>
            <a:ext cx="4662533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39766" y="3495900"/>
            <a:ext cx="4662533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2439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-1587" y="3447142"/>
            <a:ext cx="12190412" cy="34108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316878" y="2104630"/>
            <a:ext cx="4662533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16878" y="3495900"/>
            <a:ext cx="4662533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418092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-1588" y="1"/>
            <a:ext cx="12190413" cy="33703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3773548" y="1401098"/>
            <a:ext cx="4662533" cy="19693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773548" y="3495900"/>
            <a:ext cx="4662533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181400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305300" y="1"/>
            <a:ext cx="791241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723879" y="1602611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723879" y="2868378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1"/>
            <a:ext cx="43053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1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67200" y="1"/>
            <a:ext cx="791241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723879" y="1602611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723879" y="2868378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1"/>
            <a:ext cx="426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7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67200" y="1"/>
            <a:ext cx="792162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723879" y="1602611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723879" y="2868378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1"/>
            <a:ext cx="426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7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67200" y="1"/>
            <a:ext cx="792162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723879" y="1602611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723879" y="2868378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1"/>
            <a:ext cx="426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1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67200" y="1"/>
            <a:ext cx="79124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723879" y="1602611"/>
            <a:ext cx="5185421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723879" y="2868378"/>
            <a:ext cx="5185421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1"/>
            <a:ext cx="426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7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midle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2019300"/>
            <a:ext cx="5028407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2476500"/>
            <a:ext cx="5028407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456406" y="2133598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3166110"/>
            <a:ext cx="5028407" cy="7200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</p:spTree>
    <p:extLst>
      <p:ext uri="{BB962C8B-B14F-4D97-AF65-F5344CB8AC3E}">
        <p14:creationId xmlns:p14="http://schemas.microsoft.com/office/powerpoint/2010/main" val="141057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ue title midle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729414" y="2019300"/>
            <a:ext cx="5078412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6729414" y="2476500"/>
            <a:ext cx="507841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Rectángulo redondeado 4"/>
          <p:cNvSpPr/>
          <p:nvPr userDrawn="1"/>
        </p:nvSpPr>
        <p:spPr>
          <a:xfrm>
            <a:off x="6443028" y="2133598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729414" y="3154680"/>
            <a:ext cx="5078412" cy="731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</p:spTree>
    <p:extLst>
      <p:ext uri="{BB962C8B-B14F-4D97-AF65-F5344CB8AC3E}">
        <p14:creationId xmlns:p14="http://schemas.microsoft.com/office/powerpoint/2010/main" val="34117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itle /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-77117" y="0"/>
            <a:ext cx="122659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6092825" y="0"/>
            <a:ext cx="6096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2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038968" y="685802"/>
            <a:ext cx="4290745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051683" y="1104900"/>
            <a:ext cx="4279892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051683" y="2933700"/>
            <a:ext cx="4279892" cy="3238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4666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itle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3809" y="1104900"/>
            <a:ext cx="12185016" cy="5753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3809" y="0"/>
            <a:ext cx="6096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7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761205" y="685802"/>
            <a:ext cx="4572795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761205" y="1104900"/>
            <a:ext cx="4572795" cy="18288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</a:t>
            </a:r>
          </a:p>
          <a:p>
            <a:pPr lvl="0"/>
            <a:r>
              <a:rPr lang="es-ES_tradnl" dirty="0"/>
              <a:t>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1205" y="2933700"/>
            <a:ext cx="4573517" cy="3238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8259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1104900"/>
            <a:ext cx="10417175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 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14400" y="1858880"/>
            <a:ext cx="4875213" cy="2781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1" y="4646710"/>
            <a:ext cx="4875213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2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914401" y="5103909"/>
            <a:ext cx="4875213" cy="318323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1" y="5474370"/>
            <a:ext cx="4875213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20" hasCustomPrompt="1"/>
          </p:nvPr>
        </p:nvSpPr>
        <p:spPr>
          <a:xfrm>
            <a:off x="6410325" y="1858880"/>
            <a:ext cx="4921250" cy="2781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28" name="Marcador de texto 7"/>
          <p:cNvSpPr>
            <a:spLocks noGrp="1"/>
          </p:cNvSpPr>
          <p:nvPr>
            <p:ph type="body" sz="quarter" idx="21" hasCustomPrompt="1"/>
          </p:nvPr>
        </p:nvSpPr>
        <p:spPr>
          <a:xfrm>
            <a:off x="6410326" y="4646710"/>
            <a:ext cx="4921250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2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9" name="Marcador de texto 7"/>
          <p:cNvSpPr>
            <a:spLocks noGrp="1"/>
          </p:cNvSpPr>
          <p:nvPr>
            <p:ph type="body" sz="quarter" idx="22" hasCustomPrompt="1"/>
          </p:nvPr>
        </p:nvSpPr>
        <p:spPr>
          <a:xfrm>
            <a:off x="6410326" y="5103909"/>
            <a:ext cx="4921250" cy="318323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410326" y="5474370"/>
            <a:ext cx="4921250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118189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143792" y="2019300"/>
            <a:ext cx="3123407" cy="2781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8" hasCustomPrompt="1"/>
          </p:nvPr>
        </p:nvSpPr>
        <p:spPr>
          <a:xfrm>
            <a:off x="1143793" y="4807130"/>
            <a:ext cx="3123407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1143793" y="5264329"/>
            <a:ext cx="3123407" cy="286239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143793" y="5570622"/>
            <a:ext cx="3123407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0" hasCustomPrompt="1"/>
          </p:nvPr>
        </p:nvSpPr>
        <p:spPr>
          <a:xfrm>
            <a:off x="4570413" y="2019300"/>
            <a:ext cx="3123407" cy="2781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7997034" y="2019300"/>
            <a:ext cx="3123407" cy="2781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21" name="Marcador de texto 7"/>
          <p:cNvSpPr>
            <a:spLocks noGrp="1"/>
          </p:cNvSpPr>
          <p:nvPr>
            <p:ph type="body" sz="quarter" idx="25" hasCustomPrompt="1"/>
          </p:nvPr>
        </p:nvSpPr>
        <p:spPr>
          <a:xfrm>
            <a:off x="4570413" y="4807130"/>
            <a:ext cx="3123407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2" name="Marcador de texto 7"/>
          <p:cNvSpPr>
            <a:spLocks noGrp="1"/>
          </p:cNvSpPr>
          <p:nvPr>
            <p:ph type="body" sz="quarter" idx="26" hasCustomPrompt="1"/>
          </p:nvPr>
        </p:nvSpPr>
        <p:spPr>
          <a:xfrm>
            <a:off x="4570413" y="5264329"/>
            <a:ext cx="3123407" cy="286239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0413" y="5570622"/>
            <a:ext cx="3123407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24" name="Marcador de texto 7"/>
          <p:cNvSpPr>
            <a:spLocks noGrp="1"/>
          </p:cNvSpPr>
          <p:nvPr>
            <p:ph type="body" sz="quarter" idx="28" hasCustomPrompt="1"/>
          </p:nvPr>
        </p:nvSpPr>
        <p:spPr>
          <a:xfrm>
            <a:off x="7997034" y="4807130"/>
            <a:ext cx="3123407" cy="45067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5" name="Marcador de texto 7"/>
          <p:cNvSpPr>
            <a:spLocks noGrp="1"/>
          </p:cNvSpPr>
          <p:nvPr>
            <p:ph type="body" sz="quarter" idx="29" hasCustomPrompt="1"/>
          </p:nvPr>
        </p:nvSpPr>
        <p:spPr>
          <a:xfrm>
            <a:off x="7997034" y="5264329"/>
            <a:ext cx="3123407" cy="286239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30" hasCustomPrompt="1"/>
          </p:nvPr>
        </p:nvSpPr>
        <p:spPr>
          <a:xfrm>
            <a:off x="7997034" y="5570622"/>
            <a:ext cx="3123407" cy="4572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73206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+Image left + sm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7" hasCustomPrompt="1"/>
          </p:nvPr>
        </p:nvSpPr>
        <p:spPr>
          <a:xfrm>
            <a:off x="685622" y="1200151"/>
            <a:ext cx="4570809" cy="4457700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lnTo>
                  <a:pt x="4572000" y="2286000"/>
                </a:lnTo>
                <a:lnTo>
                  <a:pt x="2286000" y="4572000"/>
                </a:lnTo>
                <a:lnTo>
                  <a:pt x="0" y="2286000"/>
                </a:lnTo>
                <a:close/>
              </a:path>
            </a:pathLst>
          </a:cu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99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your image here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B46BC1AC-C31B-44B4-B9BD-F2D2A7B633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325" y="685802"/>
            <a:ext cx="5397500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84624F29-67B3-43BA-93B0-ADA87C0A51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0325" y="1104900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8AF7FB88-C0C9-4A2B-A043-B66E2BE88DD7}"/>
              </a:ext>
            </a:extLst>
          </p:cNvPr>
          <p:cNvSpPr/>
          <p:nvPr userDrawn="1"/>
        </p:nvSpPr>
        <p:spPr>
          <a:xfrm>
            <a:off x="6105526" y="800100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E7886FD-E7E3-4261-8589-2B0ADBBAB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0325" y="2019300"/>
            <a:ext cx="5397500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6F4ABA-F0ED-46EF-8576-F6123F283C63}"/>
              </a:ext>
            </a:extLst>
          </p:cNvPr>
          <p:cNvSpPr/>
          <p:nvPr userDrawn="1"/>
        </p:nvSpPr>
        <p:spPr>
          <a:xfrm>
            <a:off x="0" y="6000750"/>
            <a:ext cx="6094412" cy="85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989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title with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imagen 24"/>
          <p:cNvSpPr>
            <a:spLocks noGrp="1"/>
          </p:cNvSpPr>
          <p:nvPr>
            <p:ph type="pic" sz="quarter" idx="19"/>
          </p:nvPr>
        </p:nvSpPr>
        <p:spPr>
          <a:xfrm>
            <a:off x="-10929" y="0"/>
            <a:ext cx="12199753" cy="6858000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endParaRPr lang="es-ES_tradnl"/>
          </a:p>
        </p:txBody>
      </p:sp>
      <p:sp>
        <p:nvSpPr>
          <p:cNvPr id="7" name="Marcador de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2948398" y="855221"/>
            <a:ext cx="6281688" cy="516374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999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emon/Milk" charset="0"/>
                <a:ea typeface="Lemon/Milk" charset="0"/>
                <a:cs typeface="Lemon/Milk" charset="0"/>
              </a:defRPr>
            </a:lvl1pPr>
            <a:lvl2pPr marL="457063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2pPr>
            <a:lvl3pPr marL="914126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3pPr>
            <a:lvl4pPr marL="1371189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4pPr>
            <a:lvl5pPr marL="1828251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5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9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2948398" y="560432"/>
            <a:ext cx="6281688" cy="29460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500" b="1" i="0" baseline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" charset="0"/>
                <a:ea typeface="Lato" charset="0"/>
                <a:cs typeface="Lato" charset="0"/>
              </a:defRPr>
            </a:lvl1pPr>
            <a:lvl2pPr marL="457063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2pPr>
            <a:lvl3pPr marL="914126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3pPr>
            <a:lvl4pPr marL="1371189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4pPr>
            <a:lvl5pPr marL="1828251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5pPr>
          </a:lstStyle>
          <a:p>
            <a:pPr lvl="0"/>
            <a:r>
              <a:rPr lang="es-ES_tradnl" dirty="0"/>
              <a:t>TITLE EXAMPLE HERE</a:t>
            </a:r>
          </a:p>
        </p:txBody>
      </p:sp>
    </p:spTree>
    <p:extLst>
      <p:ext uri="{BB962C8B-B14F-4D97-AF65-F5344CB8AC3E}">
        <p14:creationId xmlns:p14="http://schemas.microsoft.com/office/powerpoint/2010/main" val="294101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 Background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2"/>
          <p:cNvSpPr>
            <a:spLocks noGrp="1"/>
          </p:cNvSpPr>
          <p:nvPr>
            <p:ph type="body" sz="quarter" idx="20" hasCustomPrompt="1"/>
          </p:nvPr>
        </p:nvSpPr>
        <p:spPr>
          <a:xfrm>
            <a:off x="2969870" y="633928"/>
            <a:ext cx="6281485" cy="413979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999" b="0" i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  <a:lvl2pPr marL="457063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2pPr>
            <a:lvl3pPr marL="914126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3pPr>
            <a:lvl4pPr marL="1371189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4pPr>
            <a:lvl5pPr marL="1828251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5pPr>
          </a:lstStyle>
          <a:p>
            <a:pPr lvl="0"/>
            <a:r>
              <a:rPr lang="es-ES_tradnl" dirty="0"/>
              <a:t>TITLE </a:t>
            </a:r>
          </a:p>
        </p:txBody>
      </p:sp>
      <p:sp>
        <p:nvSpPr>
          <p:cNvPr id="9" name="Marcador de texto 2"/>
          <p:cNvSpPr>
            <a:spLocks noGrp="1"/>
          </p:cNvSpPr>
          <p:nvPr>
            <p:ph type="body" sz="quarter" idx="21" hasCustomPrompt="1"/>
          </p:nvPr>
        </p:nvSpPr>
        <p:spPr>
          <a:xfrm>
            <a:off x="2969870" y="816054"/>
            <a:ext cx="6281485" cy="82795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3999" b="0" i="0">
                <a:ln>
                  <a:noFill/>
                </a:ln>
                <a:solidFill>
                  <a:schemeClr val="tx1"/>
                </a:solidFill>
                <a:latin typeface="Roboto Bold" pitchFamily="2" charset="0"/>
                <a:ea typeface="Roboto Bold" pitchFamily="2" charset="0"/>
                <a:cs typeface="Lato Light" charset="0"/>
              </a:defRPr>
            </a:lvl1pPr>
            <a:lvl2pPr marL="457063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2pPr>
            <a:lvl3pPr marL="914126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3pPr>
            <a:lvl4pPr marL="1371189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4pPr>
            <a:lvl5pPr marL="1828251" indent="0" algn="l">
              <a:buNone/>
              <a:defRPr>
                <a:latin typeface="Lemon/Milk" charset="0"/>
                <a:ea typeface="Lemon/Milk" charset="0"/>
                <a:cs typeface="Lemon/Milk" charset="0"/>
              </a:defRPr>
            </a:lvl5pPr>
          </a:lstStyle>
          <a:p>
            <a:pPr lvl="0"/>
            <a:r>
              <a:rPr lang="es-ES_tradnl" dirty="0"/>
              <a:t>TITLE 2 </a:t>
            </a:r>
          </a:p>
        </p:txBody>
      </p:sp>
    </p:spTree>
    <p:extLst>
      <p:ext uri="{BB962C8B-B14F-4D97-AF65-F5344CB8AC3E}">
        <p14:creationId xmlns:p14="http://schemas.microsoft.com/office/powerpoint/2010/main" val="40307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34">
          <p15:clr>
            <a:srgbClr val="FBAE40"/>
          </p15:clr>
        </p15:guide>
        <p15:guide id="2" pos="7469">
          <p15:clr>
            <a:srgbClr val="FBAE40"/>
          </p15:clr>
        </p15:guide>
        <p15:guide id="3" orient="horz" pos="368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1366">
          <p15:clr>
            <a:srgbClr val="FBAE40"/>
          </p15:clr>
        </p15:guide>
        <p15:guide id="6" pos="7083">
          <p15:clr>
            <a:srgbClr val="FBAE40"/>
          </p15:clr>
        </p15:guide>
        <p15:guide id="7" pos="619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DAD3D1-00F5-4C1C-AC55-A243B067897E}"/>
              </a:ext>
            </a:extLst>
          </p:cNvPr>
          <p:cNvCxnSpPr/>
          <p:nvPr userDrawn="1"/>
        </p:nvCxnSpPr>
        <p:spPr>
          <a:xfrm>
            <a:off x="-1" y="3886130"/>
            <a:ext cx="121888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5"/>
          <p:cNvSpPr>
            <a:spLocks noGrp="1" noChangeAspect="1"/>
          </p:cNvSpPr>
          <p:nvPr>
            <p:ph type="pic" sz="quarter" idx="15"/>
          </p:nvPr>
        </p:nvSpPr>
        <p:spPr>
          <a:xfrm>
            <a:off x="5180014" y="2109783"/>
            <a:ext cx="1865312" cy="1340709"/>
          </a:xfrm>
          <a:prstGeom prst="rect">
            <a:avLst/>
          </a:prstGeom>
          <a:ln w="31750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095E6381-46C5-47FD-ABB7-7874D273D2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13BD61B6-A614-400F-A000-3DE1E1095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TITLE HERE</a:t>
            </a:r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115805C0-2490-4963-ABD1-1A6C268275EE}"/>
              </a:ext>
            </a:extLst>
          </p:cNvPr>
          <p:cNvSpPr>
            <a:spLocks/>
          </p:cNvSpPr>
          <p:nvPr userDrawn="1"/>
        </p:nvSpPr>
        <p:spPr bwMode="auto">
          <a:xfrm>
            <a:off x="6043212" y="3840227"/>
            <a:ext cx="100558" cy="100558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 w="38100">
            <a:solidFill>
              <a:schemeClr val="tx1">
                <a:lumMod val="40000"/>
                <a:lumOff val="60000"/>
                <a:alpha val="50000"/>
              </a:schemeClr>
            </a:solidFill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4B4906-FF65-400E-82EB-1B7BE90EC925}"/>
              </a:ext>
            </a:extLst>
          </p:cNvPr>
          <p:cNvSpPr>
            <a:spLocks/>
          </p:cNvSpPr>
          <p:nvPr userDrawn="1"/>
        </p:nvSpPr>
        <p:spPr bwMode="auto">
          <a:xfrm>
            <a:off x="9493334" y="3827048"/>
            <a:ext cx="100558" cy="100558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 w="38100">
            <a:solidFill>
              <a:schemeClr val="tx1">
                <a:lumMod val="40000"/>
                <a:lumOff val="60000"/>
                <a:alpha val="50000"/>
              </a:schemeClr>
            </a:solidFill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26" name="Marcador de texto 7">
            <a:extLst>
              <a:ext uri="{FF2B5EF4-FFF2-40B4-BE49-F238E27FC236}">
                <a16:creationId xmlns:a16="http://schemas.microsoft.com/office/drawing/2014/main" id="{AAA4C456-D507-409F-B3F6-3E2FA93325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5162" y="4110817"/>
            <a:ext cx="207665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7" name="Marcador de texto 7">
            <a:extLst>
              <a:ext uri="{FF2B5EF4-FFF2-40B4-BE49-F238E27FC236}">
                <a16:creationId xmlns:a16="http://schemas.microsoft.com/office/drawing/2014/main" id="{879056BA-D2E2-42CA-99DA-B5DA5E9626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55162" y="4342683"/>
            <a:ext cx="2076659" cy="262146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F45BC58-6D3F-47D6-881A-014FCB8746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55162" y="4633132"/>
            <a:ext cx="207665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.</a:t>
            </a:r>
          </a:p>
        </p:txBody>
      </p:sp>
      <p:sp>
        <p:nvSpPr>
          <p:cNvPr id="29" name="Marcador de texto 7">
            <a:extLst>
              <a:ext uri="{FF2B5EF4-FFF2-40B4-BE49-F238E27FC236}">
                <a16:creationId xmlns:a16="http://schemas.microsoft.com/office/drawing/2014/main" id="{92AB74B3-6EC2-4617-909E-F651D502F4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284" y="2179066"/>
            <a:ext cx="207665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0" name="Marcador de texto 7">
            <a:extLst>
              <a:ext uri="{FF2B5EF4-FFF2-40B4-BE49-F238E27FC236}">
                <a16:creationId xmlns:a16="http://schemas.microsoft.com/office/drawing/2014/main" id="{46AC2207-DCE0-41D9-8858-40675B1631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5284" y="2410932"/>
            <a:ext cx="2076659" cy="252258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B63B5FC-6396-4572-9261-5125A44103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5284" y="2684196"/>
            <a:ext cx="207665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.</a:t>
            </a: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01E3014E-39C8-4272-A99C-2E7ACEC357DE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8610957" y="4223484"/>
            <a:ext cx="1865312" cy="1340709"/>
          </a:xfrm>
          <a:prstGeom prst="rect">
            <a:avLst/>
          </a:prstGeom>
          <a:ln w="31750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0E4B5C0A-168C-4FE4-B37C-F236518CB431}"/>
              </a:ext>
            </a:extLst>
          </p:cNvPr>
          <p:cNvSpPr>
            <a:spLocks/>
          </p:cNvSpPr>
          <p:nvPr userDrawn="1"/>
        </p:nvSpPr>
        <p:spPr bwMode="auto">
          <a:xfrm>
            <a:off x="2628093" y="3837937"/>
            <a:ext cx="100558" cy="100558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 w="38100">
            <a:solidFill>
              <a:schemeClr val="tx1">
                <a:lumMod val="40000"/>
                <a:lumOff val="60000"/>
                <a:alpha val="50000"/>
              </a:schemeClr>
            </a:solidFill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24" name="Marcador de texto 7">
            <a:extLst>
              <a:ext uri="{FF2B5EF4-FFF2-40B4-BE49-F238E27FC236}">
                <a16:creationId xmlns:a16="http://schemas.microsoft.com/office/drawing/2014/main" id="{090D70C7-B8E4-47BC-B40F-2AD7723A4D3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043" y="2189955"/>
            <a:ext cx="207665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5" name="Marcador de texto 7">
            <a:extLst>
              <a:ext uri="{FF2B5EF4-FFF2-40B4-BE49-F238E27FC236}">
                <a16:creationId xmlns:a16="http://schemas.microsoft.com/office/drawing/2014/main" id="{0DE4CBB7-2AD6-41C0-A486-8D9D560550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40043" y="2421821"/>
            <a:ext cx="2076659" cy="252258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6BDC916-30AC-45C8-8D79-F40B490265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0043" y="2695085"/>
            <a:ext cx="207665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.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D064DF4F-6EEC-4F26-9E07-2C538D5087B4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1745716" y="4234373"/>
            <a:ext cx="1865312" cy="1340709"/>
          </a:xfrm>
          <a:prstGeom prst="rect">
            <a:avLst/>
          </a:prstGeom>
          <a:ln w="31750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839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095E6381-46C5-47FD-ABB7-7874D273D2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13BD61B6-A614-400F-A000-3DE1E1095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TITLE HERE</a:t>
            </a:r>
          </a:p>
        </p:txBody>
      </p:sp>
      <p:sp>
        <p:nvSpPr>
          <p:cNvPr id="23" name="Marcador de texto 7">
            <a:extLst>
              <a:ext uri="{FF2B5EF4-FFF2-40B4-BE49-F238E27FC236}">
                <a16:creationId xmlns:a16="http://schemas.microsoft.com/office/drawing/2014/main" id="{FBFD5E01-0A70-4E09-B3EF-E71641B78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41568" y="2183424"/>
            <a:ext cx="207665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4" name="Marcador de texto 7">
            <a:extLst>
              <a:ext uri="{FF2B5EF4-FFF2-40B4-BE49-F238E27FC236}">
                <a16:creationId xmlns:a16="http://schemas.microsoft.com/office/drawing/2014/main" id="{397FE6B0-4FC2-44E0-8341-A71C8B9B5C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41568" y="2415290"/>
            <a:ext cx="2076659" cy="252258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6AFC399-9DB4-4DFD-8295-4BA6C21FAD7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41568" y="2688554"/>
            <a:ext cx="207665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.</a:t>
            </a:r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2B52062D-2F5A-495B-B4A8-56ABBCBD3C7D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5147241" y="4227842"/>
            <a:ext cx="1865312" cy="1340709"/>
          </a:xfrm>
          <a:prstGeom prst="rect">
            <a:avLst/>
          </a:prstGeom>
          <a:ln w="31750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269CEA44-B0DD-4093-9D6B-1BB325069F56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757706" y="2034046"/>
            <a:ext cx="1865312" cy="1340709"/>
          </a:xfrm>
          <a:prstGeom prst="rect">
            <a:avLst/>
          </a:prstGeom>
          <a:ln w="31750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5" name="Marcador de texto 7">
            <a:extLst>
              <a:ext uri="{FF2B5EF4-FFF2-40B4-BE49-F238E27FC236}">
                <a16:creationId xmlns:a16="http://schemas.microsoft.com/office/drawing/2014/main" id="{73259099-11EF-42DD-B4B1-3C3E878558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32854" y="4035080"/>
            <a:ext cx="207665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36" name="Marcador de texto 7">
            <a:extLst>
              <a:ext uri="{FF2B5EF4-FFF2-40B4-BE49-F238E27FC236}">
                <a16:creationId xmlns:a16="http://schemas.microsoft.com/office/drawing/2014/main" id="{05BBDEE2-BDF6-4497-9A2B-70C7914818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32854" y="4266946"/>
            <a:ext cx="2076659" cy="262146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1712341-E881-4FB4-8B1F-89B2573572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32854" y="4557395"/>
            <a:ext cx="207665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.</a:t>
            </a:r>
          </a:p>
        </p:txBody>
      </p:sp>
      <p:sp>
        <p:nvSpPr>
          <p:cNvPr id="38" name="Picture Placeholder 5">
            <a:extLst>
              <a:ext uri="{FF2B5EF4-FFF2-40B4-BE49-F238E27FC236}">
                <a16:creationId xmlns:a16="http://schemas.microsoft.com/office/drawing/2014/main" id="{89B6D80B-CAD2-4CA6-8B31-6DD0A4DA9D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46970" y="2109783"/>
            <a:ext cx="2076659" cy="2077200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799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9" name="Marcador de texto 7">
            <a:extLst>
              <a:ext uri="{FF2B5EF4-FFF2-40B4-BE49-F238E27FC236}">
                <a16:creationId xmlns:a16="http://schemas.microsoft.com/office/drawing/2014/main" id="{1E70038B-961D-4D7B-B66A-B04C998325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46970" y="4349303"/>
            <a:ext cx="2076659" cy="22533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40" name="Marcador de texto 7">
            <a:extLst>
              <a:ext uri="{FF2B5EF4-FFF2-40B4-BE49-F238E27FC236}">
                <a16:creationId xmlns:a16="http://schemas.microsoft.com/office/drawing/2014/main" id="{2844ABC1-E8D9-43E0-87C1-A327A7A2FC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6970" y="4581169"/>
            <a:ext cx="2076659" cy="242342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6248DF4-04E2-447E-9BD1-CE88A733D1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6970" y="4861581"/>
            <a:ext cx="2076659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ad </a:t>
            </a:r>
            <a:r>
              <a:rPr lang="en-US" dirty="0" err="1"/>
              <a:t>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29B5B-13D8-4E79-9616-5A0C9C34B6D7}"/>
              </a:ext>
            </a:extLst>
          </p:cNvPr>
          <p:cNvGrpSpPr/>
          <p:nvPr userDrawn="1"/>
        </p:nvGrpSpPr>
        <p:grpSpPr>
          <a:xfrm>
            <a:off x="-116114" y="3739691"/>
            <a:ext cx="8200119" cy="285124"/>
            <a:chOff x="-116114" y="3739691"/>
            <a:chExt cx="8200119" cy="28512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2246943-892C-4EAB-B42B-053FDBE1E1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16114" y="3886200"/>
              <a:ext cx="8115527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7FA37FB-B9A0-46EF-903C-98DDE79FF1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29618" y="3831406"/>
              <a:ext cx="100558" cy="100558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 w="38100">
              <a:solidFill>
                <a:schemeClr val="tx1">
                  <a:lumMod val="40000"/>
                  <a:lumOff val="60000"/>
                  <a:alpha val="50000"/>
                </a:schemeClr>
              </a:solidFill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C35ADB51-3EFF-4BD1-8D0F-BAC61B77E8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0904" y="3764490"/>
              <a:ext cx="100558" cy="100558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 w="38100">
              <a:solidFill>
                <a:schemeClr val="tx1">
                  <a:lumMod val="40000"/>
                  <a:lumOff val="60000"/>
                  <a:alpha val="50000"/>
                </a:schemeClr>
              </a:solidFill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F51479D8-7519-4791-938C-46FB2687911D}"/>
                </a:ext>
              </a:extLst>
            </p:cNvPr>
            <p:cNvSpPr>
              <a:spLocks/>
            </p:cNvSpPr>
            <p:nvPr userDrawn="1"/>
          </p:nvSpPr>
          <p:spPr bwMode="auto">
            <a:xfrm rot="16200000">
              <a:off x="7818449" y="3759258"/>
              <a:ext cx="285124" cy="245989"/>
            </a:xfrm>
            <a:custGeom>
              <a:avLst/>
              <a:gdLst>
                <a:gd name="T0" fmla="*/ 0 w 663"/>
                <a:gd name="T1" fmla="*/ 572 h 572"/>
                <a:gd name="T2" fmla="*/ 331 w 663"/>
                <a:gd name="T3" fmla="*/ 0 h 572"/>
                <a:gd name="T4" fmla="*/ 663 w 663"/>
                <a:gd name="T5" fmla="*/ 572 h 572"/>
                <a:gd name="T6" fmla="*/ 0 w 663"/>
                <a:gd name="T7" fmla="*/ 572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3" h="572">
                  <a:moveTo>
                    <a:pt x="0" y="572"/>
                  </a:moveTo>
                  <a:lnTo>
                    <a:pt x="331" y="0"/>
                  </a:lnTo>
                  <a:lnTo>
                    <a:pt x="663" y="572"/>
                  </a:lnTo>
                  <a:lnTo>
                    <a:pt x="0" y="5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67761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2" name="Marcador de texto 7">
            <a:extLst>
              <a:ext uri="{FF2B5EF4-FFF2-40B4-BE49-F238E27FC236}">
                <a16:creationId xmlns:a16="http://schemas.microsoft.com/office/drawing/2014/main" id="{CA862390-D47B-42DF-999F-1DEBF4475C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5036" y="2019300"/>
            <a:ext cx="5078412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CC377886-F9D0-42DD-A43C-03BEEFD0A9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5036" y="2476500"/>
            <a:ext cx="507841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DC9D2ED-DE32-4032-84B4-E7F2176BC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5036" y="3154680"/>
            <a:ext cx="5078412" cy="731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</p:spTree>
    <p:extLst>
      <p:ext uri="{BB962C8B-B14F-4D97-AF65-F5344CB8AC3E}">
        <p14:creationId xmlns:p14="http://schemas.microsoft.com/office/powerpoint/2010/main" val="293811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2" name="Marcador de texto 7">
            <a:extLst>
              <a:ext uri="{FF2B5EF4-FFF2-40B4-BE49-F238E27FC236}">
                <a16:creationId xmlns:a16="http://schemas.microsoft.com/office/drawing/2014/main" id="{CA862390-D47B-42DF-999F-1DEBF4475C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33" y="2019300"/>
            <a:ext cx="5078412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CC377886-F9D0-42DD-A43C-03BEEFD0A9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33" y="2476500"/>
            <a:ext cx="507841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DC9D2ED-DE32-4032-84B4-E7F2176BC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33" y="3154680"/>
            <a:ext cx="5078412" cy="731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</p:spTree>
    <p:extLst>
      <p:ext uri="{BB962C8B-B14F-4D97-AF65-F5344CB8AC3E}">
        <p14:creationId xmlns:p14="http://schemas.microsoft.com/office/powerpoint/2010/main" val="202511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7">
            <a:extLst>
              <a:ext uri="{FF2B5EF4-FFF2-40B4-BE49-F238E27FC236}">
                <a16:creationId xmlns:a16="http://schemas.microsoft.com/office/drawing/2014/main" id="{CA862390-D47B-42DF-999F-1DEBF4475C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33" y="2019300"/>
            <a:ext cx="5078412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CC377886-F9D0-42DD-A43C-03BEEFD0A9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33" y="2476500"/>
            <a:ext cx="507841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DC9D2ED-DE32-4032-84B4-E7F2176BC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33" y="3154680"/>
            <a:ext cx="5078412" cy="731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4E42583-C116-4C79-8F2C-9B02BCAC507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4411" y="0"/>
            <a:ext cx="6094413" cy="6858000"/>
          </a:xfrm>
          <a:prstGeom prst="rtTriangle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B7DEFF9-EE77-4C9D-A8A4-3F111F13B50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16063" y="0"/>
            <a:ext cx="5772763" cy="6496050"/>
          </a:xfrm>
          <a:custGeom>
            <a:avLst/>
            <a:gdLst>
              <a:gd name="connsiteX0" fmla="*/ 0 w 5772763"/>
              <a:gd name="connsiteY0" fmla="*/ 0 h 6496050"/>
              <a:gd name="connsiteX1" fmla="*/ 5772763 w 5772763"/>
              <a:gd name="connsiteY1" fmla="*/ 0 h 6496050"/>
              <a:gd name="connsiteX2" fmla="*/ 5772763 w 5772763"/>
              <a:gd name="connsiteY2" fmla="*/ 6496050 h 649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72763" h="6496050">
                <a:moveTo>
                  <a:pt x="0" y="0"/>
                </a:moveTo>
                <a:lnTo>
                  <a:pt x="5772763" y="0"/>
                </a:lnTo>
                <a:lnTo>
                  <a:pt x="5772763" y="6496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172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4E42583-C116-4C79-8F2C-9B02BCAC507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7461" y="0"/>
            <a:ext cx="6094413" cy="6858000"/>
          </a:xfrm>
          <a:prstGeom prst="rtTriangle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B7DEFF9-EE77-4C9D-A8A4-3F111F13B50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9113" y="0"/>
            <a:ext cx="5772763" cy="6496050"/>
          </a:xfrm>
          <a:custGeom>
            <a:avLst/>
            <a:gdLst>
              <a:gd name="connsiteX0" fmla="*/ 0 w 5772763"/>
              <a:gd name="connsiteY0" fmla="*/ 0 h 6496050"/>
              <a:gd name="connsiteX1" fmla="*/ 5772763 w 5772763"/>
              <a:gd name="connsiteY1" fmla="*/ 0 h 6496050"/>
              <a:gd name="connsiteX2" fmla="*/ 5772763 w 5772763"/>
              <a:gd name="connsiteY2" fmla="*/ 6496050 h 649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72763" h="6496050">
                <a:moveTo>
                  <a:pt x="0" y="0"/>
                </a:moveTo>
                <a:lnTo>
                  <a:pt x="5772763" y="0"/>
                </a:lnTo>
                <a:lnTo>
                  <a:pt x="5772763" y="6496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E463E775-3997-49BA-BD0A-59CAA3AC1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5036" y="2019300"/>
            <a:ext cx="5078412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95E2252-7D63-4381-9BCA-079BCD0AD9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5036" y="2476500"/>
            <a:ext cx="507841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08BF719-15A4-424E-AE88-AA98B7608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5036" y="3154680"/>
            <a:ext cx="5078412" cy="731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</p:spTree>
    <p:extLst>
      <p:ext uri="{BB962C8B-B14F-4D97-AF65-F5344CB8AC3E}">
        <p14:creationId xmlns:p14="http://schemas.microsoft.com/office/powerpoint/2010/main" val="184090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269DF-AE36-4FDF-9C26-B2756891E2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513931" cy="6858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2BA522D-A2FC-4712-B1D1-83848CE556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66061" y="0"/>
            <a:ext cx="4322763" cy="3429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C36FBC16-1E9A-416D-BCF8-8A12E70BFD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13931" y="0"/>
            <a:ext cx="4386262" cy="3429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406E1E11-8B66-4E13-AF97-44BDA36B1D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00193" y="3429000"/>
            <a:ext cx="4322763" cy="3429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799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269DF-AE36-4FDF-9C26-B2756891E2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74894" y="0"/>
            <a:ext cx="3513931" cy="6858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2BA522D-A2FC-4712-B1D1-83848CE556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8674893" cy="3429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406E1E11-8B66-4E13-AF97-44BDA36B1D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5557" y="3429000"/>
            <a:ext cx="4322763" cy="3429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203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E463E775-3997-49BA-BD0A-59CAA3AC1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5036" y="2019300"/>
            <a:ext cx="5078412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95E2252-7D63-4381-9BCA-079BCD0AD9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5036" y="2476500"/>
            <a:ext cx="507841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08BF719-15A4-424E-AE88-AA98B7608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5036" y="3154680"/>
            <a:ext cx="5078412" cy="731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EF337D4-9F70-4B3D-9E97-E594E8C5582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6073779" cy="6858000"/>
          </a:xfrm>
          <a:custGeom>
            <a:avLst/>
            <a:gdLst>
              <a:gd name="connsiteX0" fmla="*/ 3197227 w 6073779"/>
              <a:gd name="connsiteY0" fmla="*/ 5029200 h 6858000"/>
              <a:gd name="connsiteX1" fmla="*/ 6073779 w 6073779"/>
              <a:gd name="connsiteY1" fmla="*/ 5029200 h 6858000"/>
              <a:gd name="connsiteX2" fmla="*/ 6073779 w 6073779"/>
              <a:gd name="connsiteY2" fmla="*/ 6858000 h 6858000"/>
              <a:gd name="connsiteX3" fmla="*/ 3197227 w 6073779"/>
              <a:gd name="connsiteY3" fmla="*/ 6858000 h 6858000"/>
              <a:gd name="connsiteX4" fmla="*/ 0 w 6073779"/>
              <a:gd name="connsiteY4" fmla="*/ 2628900 h 6858000"/>
              <a:gd name="connsiteX5" fmla="*/ 2876553 w 6073779"/>
              <a:gd name="connsiteY5" fmla="*/ 2628900 h 6858000"/>
              <a:gd name="connsiteX6" fmla="*/ 2876553 w 6073779"/>
              <a:gd name="connsiteY6" fmla="*/ 6858000 h 6858000"/>
              <a:gd name="connsiteX7" fmla="*/ 0 w 6073779"/>
              <a:gd name="connsiteY7" fmla="*/ 6858000 h 6858000"/>
              <a:gd name="connsiteX8" fmla="*/ 0 w 6073779"/>
              <a:gd name="connsiteY8" fmla="*/ 0 h 6858000"/>
              <a:gd name="connsiteX9" fmla="*/ 2894013 w 6073779"/>
              <a:gd name="connsiteY9" fmla="*/ 0 h 6858000"/>
              <a:gd name="connsiteX10" fmla="*/ 2894013 w 6073779"/>
              <a:gd name="connsiteY10" fmla="*/ 2343150 h 6858000"/>
              <a:gd name="connsiteX11" fmla="*/ 0 w 6073779"/>
              <a:gd name="connsiteY11" fmla="*/ 2343150 h 6858000"/>
              <a:gd name="connsiteX12" fmla="*/ 3197227 w 6073779"/>
              <a:gd name="connsiteY12" fmla="*/ 0 h 6858000"/>
              <a:gd name="connsiteX13" fmla="*/ 6073779 w 6073779"/>
              <a:gd name="connsiteY13" fmla="*/ 0 h 6858000"/>
              <a:gd name="connsiteX14" fmla="*/ 6073779 w 6073779"/>
              <a:gd name="connsiteY14" fmla="*/ 4800600 h 6858000"/>
              <a:gd name="connsiteX15" fmla="*/ 3197227 w 6073779"/>
              <a:gd name="connsiteY15" fmla="*/ 4800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073779" h="6858000">
                <a:moveTo>
                  <a:pt x="3197227" y="5029200"/>
                </a:moveTo>
                <a:lnTo>
                  <a:pt x="6073779" y="5029200"/>
                </a:lnTo>
                <a:lnTo>
                  <a:pt x="6073779" y="6858000"/>
                </a:lnTo>
                <a:lnTo>
                  <a:pt x="3197227" y="6858000"/>
                </a:lnTo>
                <a:close/>
                <a:moveTo>
                  <a:pt x="0" y="2628900"/>
                </a:moveTo>
                <a:lnTo>
                  <a:pt x="2876553" y="2628900"/>
                </a:lnTo>
                <a:lnTo>
                  <a:pt x="287655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2894013" y="0"/>
                </a:lnTo>
                <a:lnTo>
                  <a:pt x="2894013" y="2343150"/>
                </a:lnTo>
                <a:lnTo>
                  <a:pt x="0" y="2343150"/>
                </a:lnTo>
                <a:close/>
                <a:moveTo>
                  <a:pt x="3197227" y="0"/>
                </a:moveTo>
                <a:lnTo>
                  <a:pt x="6073779" y="0"/>
                </a:lnTo>
                <a:lnTo>
                  <a:pt x="6073779" y="4800600"/>
                </a:lnTo>
                <a:lnTo>
                  <a:pt x="3197227" y="48006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021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re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-1587" y="0"/>
            <a:ext cx="12190412" cy="6857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your images here</a:t>
            </a:r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715444" y="2104630"/>
            <a:ext cx="4662533" cy="1265767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</a:t>
            </a:r>
          </a:p>
          <a:p>
            <a:pPr lvl="0"/>
            <a:r>
              <a:rPr lang="es-ES_tradnl" dirty="0"/>
              <a:t>BIG TITLE HERE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444" y="3495900"/>
            <a:ext cx="4662533" cy="1409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semper. </a:t>
            </a:r>
          </a:p>
        </p:txBody>
      </p:sp>
    </p:spTree>
    <p:extLst>
      <p:ext uri="{BB962C8B-B14F-4D97-AF65-F5344CB8AC3E}">
        <p14:creationId xmlns:p14="http://schemas.microsoft.com/office/powerpoint/2010/main" val="323329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E463E775-3997-49BA-BD0A-59CAA3AC1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5036" y="2019300"/>
            <a:ext cx="5078412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95E2252-7D63-4381-9BCA-079BCD0AD9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5036" y="2476500"/>
            <a:ext cx="507841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08BF719-15A4-424E-AE88-AA98B7608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5036" y="3154680"/>
            <a:ext cx="5078412" cy="731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A0A159A-0D59-4822-88AC-2C4CD1B0D5F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4799" y="924947"/>
            <a:ext cx="5790407" cy="5029200"/>
          </a:xfrm>
          <a:custGeom>
            <a:avLst/>
            <a:gdLst>
              <a:gd name="connsiteX0" fmla="*/ 794 w 5790407"/>
              <a:gd name="connsiteY0" fmla="*/ 4457700 h 5029200"/>
              <a:gd name="connsiteX1" fmla="*/ 5790407 w 5790407"/>
              <a:gd name="connsiteY1" fmla="*/ 4457700 h 5029200"/>
              <a:gd name="connsiteX2" fmla="*/ 5790407 w 5790407"/>
              <a:gd name="connsiteY2" fmla="*/ 5029200 h 5029200"/>
              <a:gd name="connsiteX3" fmla="*/ 794 w 5790407"/>
              <a:gd name="connsiteY3" fmla="*/ 5029200 h 5029200"/>
              <a:gd name="connsiteX4" fmla="*/ 152401 w 5790407"/>
              <a:gd name="connsiteY4" fmla="*/ 3714750 h 5029200"/>
              <a:gd name="connsiteX5" fmla="*/ 5484811 w 5790407"/>
              <a:gd name="connsiteY5" fmla="*/ 3714750 h 5029200"/>
              <a:gd name="connsiteX6" fmla="*/ 5484811 w 5790407"/>
              <a:gd name="connsiteY6" fmla="*/ 4286250 h 5029200"/>
              <a:gd name="connsiteX7" fmla="*/ 152401 w 5790407"/>
              <a:gd name="connsiteY7" fmla="*/ 4286250 h 5029200"/>
              <a:gd name="connsiteX8" fmla="*/ 457202 w 5790407"/>
              <a:gd name="connsiteY8" fmla="*/ 2971800 h 5029200"/>
              <a:gd name="connsiteX9" fmla="*/ 5789613 w 5790407"/>
              <a:gd name="connsiteY9" fmla="*/ 2971800 h 5029200"/>
              <a:gd name="connsiteX10" fmla="*/ 5789613 w 5790407"/>
              <a:gd name="connsiteY10" fmla="*/ 3543300 h 5029200"/>
              <a:gd name="connsiteX11" fmla="*/ 457202 w 5790407"/>
              <a:gd name="connsiteY11" fmla="*/ 3543300 h 5029200"/>
              <a:gd name="connsiteX12" fmla="*/ 1 w 5790407"/>
              <a:gd name="connsiteY12" fmla="*/ 2228850 h 5029200"/>
              <a:gd name="connsiteX13" fmla="*/ 5180014 w 5790407"/>
              <a:gd name="connsiteY13" fmla="*/ 2228850 h 5029200"/>
              <a:gd name="connsiteX14" fmla="*/ 5180014 w 5790407"/>
              <a:gd name="connsiteY14" fmla="*/ 2800350 h 5029200"/>
              <a:gd name="connsiteX15" fmla="*/ 1 w 5790407"/>
              <a:gd name="connsiteY15" fmla="*/ 2800350 h 5029200"/>
              <a:gd name="connsiteX16" fmla="*/ 457202 w 5790407"/>
              <a:gd name="connsiteY16" fmla="*/ 1485900 h 5029200"/>
              <a:gd name="connsiteX17" fmla="*/ 5789614 w 5790407"/>
              <a:gd name="connsiteY17" fmla="*/ 1485900 h 5029200"/>
              <a:gd name="connsiteX18" fmla="*/ 5789614 w 5790407"/>
              <a:gd name="connsiteY18" fmla="*/ 2057400 h 5029200"/>
              <a:gd name="connsiteX19" fmla="*/ 457202 w 5790407"/>
              <a:gd name="connsiteY19" fmla="*/ 2057400 h 5029200"/>
              <a:gd name="connsiteX20" fmla="*/ 152401 w 5790407"/>
              <a:gd name="connsiteY20" fmla="*/ 742950 h 5029200"/>
              <a:gd name="connsiteX21" fmla="*/ 5484814 w 5790407"/>
              <a:gd name="connsiteY21" fmla="*/ 742950 h 5029200"/>
              <a:gd name="connsiteX22" fmla="*/ 5484814 w 5790407"/>
              <a:gd name="connsiteY22" fmla="*/ 1314450 h 5029200"/>
              <a:gd name="connsiteX23" fmla="*/ 152401 w 5790407"/>
              <a:gd name="connsiteY23" fmla="*/ 1314450 h 5029200"/>
              <a:gd name="connsiteX24" fmla="*/ 0 w 5790407"/>
              <a:gd name="connsiteY24" fmla="*/ 0 h 5029200"/>
              <a:gd name="connsiteX25" fmla="*/ 5789613 w 5790407"/>
              <a:gd name="connsiteY25" fmla="*/ 0 h 5029200"/>
              <a:gd name="connsiteX26" fmla="*/ 5789613 w 5790407"/>
              <a:gd name="connsiteY26" fmla="*/ 571500 h 5029200"/>
              <a:gd name="connsiteX27" fmla="*/ 0 w 5790407"/>
              <a:gd name="connsiteY27" fmla="*/ 5715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790407" h="5029200">
                <a:moveTo>
                  <a:pt x="794" y="4457700"/>
                </a:moveTo>
                <a:lnTo>
                  <a:pt x="5790407" y="4457700"/>
                </a:lnTo>
                <a:lnTo>
                  <a:pt x="5790407" y="5029200"/>
                </a:lnTo>
                <a:lnTo>
                  <a:pt x="794" y="5029200"/>
                </a:lnTo>
                <a:close/>
                <a:moveTo>
                  <a:pt x="152401" y="3714750"/>
                </a:moveTo>
                <a:lnTo>
                  <a:pt x="5484811" y="3714750"/>
                </a:lnTo>
                <a:lnTo>
                  <a:pt x="5484811" y="4286250"/>
                </a:lnTo>
                <a:lnTo>
                  <a:pt x="152401" y="4286250"/>
                </a:lnTo>
                <a:close/>
                <a:moveTo>
                  <a:pt x="457202" y="2971800"/>
                </a:moveTo>
                <a:lnTo>
                  <a:pt x="5789613" y="2971800"/>
                </a:lnTo>
                <a:lnTo>
                  <a:pt x="5789613" y="3543300"/>
                </a:lnTo>
                <a:lnTo>
                  <a:pt x="457202" y="3543300"/>
                </a:lnTo>
                <a:close/>
                <a:moveTo>
                  <a:pt x="1" y="2228850"/>
                </a:moveTo>
                <a:lnTo>
                  <a:pt x="5180014" y="2228850"/>
                </a:lnTo>
                <a:lnTo>
                  <a:pt x="5180014" y="2800350"/>
                </a:lnTo>
                <a:lnTo>
                  <a:pt x="1" y="2800350"/>
                </a:lnTo>
                <a:close/>
                <a:moveTo>
                  <a:pt x="457202" y="1485900"/>
                </a:moveTo>
                <a:lnTo>
                  <a:pt x="5789614" y="1485900"/>
                </a:lnTo>
                <a:lnTo>
                  <a:pt x="5789614" y="2057400"/>
                </a:lnTo>
                <a:lnTo>
                  <a:pt x="457202" y="2057400"/>
                </a:lnTo>
                <a:close/>
                <a:moveTo>
                  <a:pt x="152401" y="742950"/>
                </a:moveTo>
                <a:lnTo>
                  <a:pt x="5484814" y="742950"/>
                </a:lnTo>
                <a:lnTo>
                  <a:pt x="5484814" y="1314450"/>
                </a:lnTo>
                <a:lnTo>
                  <a:pt x="152401" y="1314450"/>
                </a:lnTo>
                <a:close/>
                <a:moveTo>
                  <a:pt x="0" y="0"/>
                </a:moveTo>
                <a:lnTo>
                  <a:pt x="5789613" y="0"/>
                </a:lnTo>
                <a:lnTo>
                  <a:pt x="5789613" y="571500"/>
                </a:lnTo>
                <a:lnTo>
                  <a:pt x="0" y="5715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476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7">
            <a:extLst>
              <a:ext uri="{FF2B5EF4-FFF2-40B4-BE49-F238E27FC236}">
                <a16:creationId xmlns:a16="http://schemas.microsoft.com/office/drawing/2014/main" id="{CA862390-D47B-42DF-999F-1DEBF4475C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33" y="2019300"/>
            <a:ext cx="5078412" cy="4572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CC377886-F9D0-42DD-A43C-03BEEFD0A9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33" y="2476500"/>
            <a:ext cx="507841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DC9D2ED-DE32-4032-84B4-E7F2176BC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33" y="3154680"/>
            <a:ext cx="5078412" cy="7315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non.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2C40A3C-4818-4325-8658-860AD837C7D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10326" y="918030"/>
            <a:ext cx="4555531" cy="5245045"/>
          </a:xfrm>
          <a:custGeom>
            <a:avLst/>
            <a:gdLst>
              <a:gd name="connsiteX0" fmla="*/ 2691905 w 4555531"/>
              <a:gd name="connsiteY0" fmla="*/ 414141 h 5245045"/>
              <a:gd name="connsiteX1" fmla="*/ 3209579 w 4555531"/>
              <a:gd name="connsiteY1" fmla="*/ 414141 h 5245045"/>
              <a:gd name="connsiteX2" fmla="*/ 3209579 w 4555531"/>
              <a:gd name="connsiteY2" fmla="*/ 5244327 h 5245045"/>
              <a:gd name="connsiteX3" fmla="*/ 2691905 w 4555531"/>
              <a:gd name="connsiteY3" fmla="*/ 5244327 h 5245045"/>
              <a:gd name="connsiteX4" fmla="*/ 1345952 w 4555531"/>
              <a:gd name="connsiteY4" fmla="*/ 414141 h 5245045"/>
              <a:gd name="connsiteX5" fmla="*/ 1863626 w 4555531"/>
              <a:gd name="connsiteY5" fmla="*/ 414141 h 5245045"/>
              <a:gd name="connsiteX6" fmla="*/ 1863626 w 4555531"/>
              <a:gd name="connsiteY6" fmla="*/ 5244326 h 5245045"/>
              <a:gd name="connsiteX7" fmla="*/ 1345952 w 4555531"/>
              <a:gd name="connsiteY7" fmla="*/ 5244326 h 5245045"/>
              <a:gd name="connsiteX8" fmla="*/ 3364881 w 4555531"/>
              <a:gd name="connsiteY8" fmla="*/ 138047 h 5245045"/>
              <a:gd name="connsiteX9" fmla="*/ 3882555 w 4555531"/>
              <a:gd name="connsiteY9" fmla="*/ 138047 h 5245045"/>
              <a:gd name="connsiteX10" fmla="*/ 3882555 w 4555531"/>
              <a:gd name="connsiteY10" fmla="*/ 4968234 h 5245045"/>
              <a:gd name="connsiteX11" fmla="*/ 3364881 w 4555531"/>
              <a:gd name="connsiteY11" fmla="*/ 4968234 h 5245045"/>
              <a:gd name="connsiteX12" fmla="*/ 672976 w 4555531"/>
              <a:gd name="connsiteY12" fmla="*/ 138047 h 5245045"/>
              <a:gd name="connsiteX13" fmla="*/ 1190650 w 4555531"/>
              <a:gd name="connsiteY13" fmla="*/ 138047 h 5245045"/>
              <a:gd name="connsiteX14" fmla="*/ 1190650 w 4555531"/>
              <a:gd name="connsiteY14" fmla="*/ 4968231 h 5245045"/>
              <a:gd name="connsiteX15" fmla="*/ 672976 w 4555531"/>
              <a:gd name="connsiteY15" fmla="*/ 4968231 h 5245045"/>
              <a:gd name="connsiteX16" fmla="*/ 0 w 4555531"/>
              <a:gd name="connsiteY16" fmla="*/ 719 h 5245045"/>
              <a:gd name="connsiteX17" fmla="*/ 517674 w 4555531"/>
              <a:gd name="connsiteY17" fmla="*/ 719 h 5245045"/>
              <a:gd name="connsiteX18" fmla="*/ 517674 w 4555531"/>
              <a:gd name="connsiteY18" fmla="*/ 5245045 h 5245045"/>
              <a:gd name="connsiteX19" fmla="*/ 0 w 4555531"/>
              <a:gd name="connsiteY19" fmla="*/ 5245045 h 5245045"/>
              <a:gd name="connsiteX20" fmla="*/ 2018929 w 4555531"/>
              <a:gd name="connsiteY20" fmla="*/ 1 h 5245045"/>
              <a:gd name="connsiteX21" fmla="*/ 2536603 w 4555531"/>
              <a:gd name="connsiteY21" fmla="*/ 1 h 5245045"/>
              <a:gd name="connsiteX22" fmla="*/ 2536603 w 4555531"/>
              <a:gd name="connsiteY22" fmla="*/ 4692141 h 5245045"/>
              <a:gd name="connsiteX23" fmla="*/ 2018929 w 4555531"/>
              <a:gd name="connsiteY23" fmla="*/ 4692141 h 5245045"/>
              <a:gd name="connsiteX24" fmla="*/ 4037857 w 4555531"/>
              <a:gd name="connsiteY24" fmla="*/ 0 h 5245045"/>
              <a:gd name="connsiteX25" fmla="*/ 4555531 w 4555531"/>
              <a:gd name="connsiteY25" fmla="*/ 0 h 5245045"/>
              <a:gd name="connsiteX26" fmla="*/ 4555531 w 4555531"/>
              <a:gd name="connsiteY26" fmla="*/ 5244326 h 5245045"/>
              <a:gd name="connsiteX27" fmla="*/ 4037857 w 4555531"/>
              <a:gd name="connsiteY27" fmla="*/ 5244326 h 524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555531" h="5245045">
                <a:moveTo>
                  <a:pt x="2691905" y="414141"/>
                </a:moveTo>
                <a:lnTo>
                  <a:pt x="3209579" y="414141"/>
                </a:lnTo>
                <a:lnTo>
                  <a:pt x="3209579" y="5244327"/>
                </a:lnTo>
                <a:lnTo>
                  <a:pt x="2691905" y="5244327"/>
                </a:lnTo>
                <a:close/>
                <a:moveTo>
                  <a:pt x="1345952" y="414141"/>
                </a:moveTo>
                <a:lnTo>
                  <a:pt x="1863626" y="414141"/>
                </a:lnTo>
                <a:lnTo>
                  <a:pt x="1863626" y="5244326"/>
                </a:lnTo>
                <a:lnTo>
                  <a:pt x="1345952" y="5244326"/>
                </a:lnTo>
                <a:close/>
                <a:moveTo>
                  <a:pt x="3364881" y="138047"/>
                </a:moveTo>
                <a:lnTo>
                  <a:pt x="3882555" y="138047"/>
                </a:lnTo>
                <a:lnTo>
                  <a:pt x="3882555" y="4968234"/>
                </a:lnTo>
                <a:lnTo>
                  <a:pt x="3364881" y="4968234"/>
                </a:lnTo>
                <a:close/>
                <a:moveTo>
                  <a:pt x="672976" y="138047"/>
                </a:moveTo>
                <a:lnTo>
                  <a:pt x="1190650" y="138047"/>
                </a:lnTo>
                <a:lnTo>
                  <a:pt x="1190650" y="4968231"/>
                </a:lnTo>
                <a:lnTo>
                  <a:pt x="672976" y="4968231"/>
                </a:lnTo>
                <a:close/>
                <a:moveTo>
                  <a:pt x="0" y="719"/>
                </a:moveTo>
                <a:lnTo>
                  <a:pt x="517674" y="719"/>
                </a:lnTo>
                <a:lnTo>
                  <a:pt x="517674" y="5245045"/>
                </a:lnTo>
                <a:lnTo>
                  <a:pt x="0" y="5245045"/>
                </a:lnTo>
                <a:close/>
                <a:moveTo>
                  <a:pt x="2018929" y="1"/>
                </a:moveTo>
                <a:lnTo>
                  <a:pt x="2536603" y="1"/>
                </a:lnTo>
                <a:lnTo>
                  <a:pt x="2536603" y="4692141"/>
                </a:lnTo>
                <a:lnTo>
                  <a:pt x="2018929" y="4692141"/>
                </a:lnTo>
                <a:close/>
                <a:moveTo>
                  <a:pt x="4037857" y="0"/>
                </a:moveTo>
                <a:lnTo>
                  <a:pt x="4555531" y="0"/>
                </a:lnTo>
                <a:lnTo>
                  <a:pt x="4555531" y="5244326"/>
                </a:lnTo>
                <a:lnTo>
                  <a:pt x="4037857" y="524432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54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48AFE-47A7-4240-A55E-C464F11D78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88825" cy="6858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261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48AFE-47A7-4240-A55E-C464F11D78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88825" cy="6858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8674860-7781-4469-B6D1-0846C96811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9608" y="800100"/>
            <a:ext cx="9914021" cy="49149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176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48AFE-47A7-4240-A55E-C464F11D78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88825" cy="68580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8674860-7781-4469-B6D1-0846C96811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97493" y="800100"/>
            <a:ext cx="9914021" cy="49149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105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imple title with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6"/>
          <p:cNvGrpSpPr/>
          <p:nvPr userDrawn="1"/>
        </p:nvGrpSpPr>
        <p:grpSpPr>
          <a:xfrm>
            <a:off x="5789613" y="2002172"/>
            <a:ext cx="8416385" cy="4829881"/>
            <a:chOff x="5486400" y="2946400"/>
            <a:chExt cx="25576932" cy="14673922"/>
          </a:xfrm>
        </p:grpSpPr>
        <p:sp>
          <p:nvSpPr>
            <p:cNvPr id="12" name="Shape 6"/>
            <p:cNvSpPr/>
            <p:nvPr/>
          </p:nvSpPr>
          <p:spPr>
            <a:xfrm>
              <a:off x="8026399" y="3136900"/>
              <a:ext cx="20505266" cy="13901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03" y="1320"/>
                  </a:moveTo>
                  <a:lnTo>
                    <a:pt x="20703" y="19605"/>
                  </a:lnTo>
                  <a:lnTo>
                    <a:pt x="895" y="19605"/>
                  </a:lnTo>
                  <a:lnTo>
                    <a:pt x="895" y="1320"/>
                  </a:lnTo>
                  <a:lnTo>
                    <a:pt x="20703" y="1320"/>
                  </a:lnTo>
                  <a:cubicBezTo>
                    <a:pt x="20703" y="1320"/>
                    <a:pt x="20703" y="1320"/>
                    <a:pt x="20703" y="1320"/>
                  </a:cubicBezTo>
                  <a:close/>
                  <a:moveTo>
                    <a:pt x="20983" y="0"/>
                  </a:moveTo>
                  <a:lnTo>
                    <a:pt x="617" y="0"/>
                  </a:lnTo>
                  <a:cubicBezTo>
                    <a:pt x="277" y="0"/>
                    <a:pt x="0" y="408"/>
                    <a:pt x="0" y="910"/>
                  </a:cubicBezTo>
                  <a:lnTo>
                    <a:pt x="0" y="21021"/>
                  </a:lnTo>
                  <a:lnTo>
                    <a:pt x="0" y="21156"/>
                  </a:lnTo>
                  <a:lnTo>
                    <a:pt x="0" y="21186"/>
                  </a:lnTo>
                  <a:cubicBezTo>
                    <a:pt x="0" y="21415"/>
                    <a:pt x="126" y="21600"/>
                    <a:pt x="281" y="21600"/>
                  </a:cubicBezTo>
                  <a:lnTo>
                    <a:pt x="21319" y="21600"/>
                  </a:lnTo>
                  <a:cubicBezTo>
                    <a:pt x="21474" y="21600"/>
                    <a:pt x="21600" y="21415"/>
                    <a:pt x="21600" y="21186"/>
                  </a:cubicBezTo>
                  <a:lnTo>
                    <a:pt x="21600" y="21156"/>
                  </a:lnTo>
                  <a:lnTo>
                    <a:pt x="21600" y="21021"/>
                  </a:lnTo>
                  <a:lnTo>
                    <a:pt x="21600" y="910"/>
                  </a:lnTo>
                  <a:cubicBezTo>
                    <a:pt x="21600" y="408"/>
                    <a:pt x="21323" y="0"/>
                    <a:pt x="20983" y="0"/>
                  </a:cubicBezTo>
                  <a:close/>
                </a:path>
              </a:pathLst>
            </a:custGeom>
            <a:gradFill>
              <a:gsLst>
                <a:gs pos="0">
                  <a:srgbClr val="E8E7E8"/>
                </a:gs>
                <a:gs pos="95000">
                  <a:srgbClr val="AFB2B4"/>
                </a:gs>
              </a:gsLst>
              <a:lin ang="2043523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13" name="Shape 7"/>
            <p:cNvSpPr/>
            <p:nvPr/>
          </p:nvSpPr>
          <p:spPr>
            <a:xfrm>
              <a:off x="28448000" y="16751300"/>
              <a:ext cx="170192" cy="322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10800" y="1151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A8A9AC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14" name="Shape 8"/>
            <p:cNvSpPr/>
            <p:nvPr/>
          </p:nvSpPr>
          <p:spPr>
            <a:xfrm>
              <a:off x="7937500" y="16751300"/>
              <a:ext cx="170194" cy="322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11832" y="12996"/>
                  </a:lnTo>
                  <a:cubicBezTo>
                    <a:pt x="11832" y="12996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A8A9AC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15" name="Shape 9"/>
            <p:cNvSpPr/>
            <p:nvPr/>
          </p:nvSpPr>
          <p:spPr>
            <a:xfrm>
              <a:off x="7835900" y="2946400"/>
              <a:ext cx="20878159" cy="146370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01" y="0"/>
                  </a:moveTo>
                  <a:lnTo>
                    <a:pt x="799" y="0"/>
                  </a:lnTo>
                  <a:cubicBezTo>
                    <a:pt x="358" y="0"/>
                    <a:pt x="0" y="510"/>
                    <a:pt x="0" y="1140"/>
                  </a:cubicBezTo>
                  <a:lnTo>
                    <a:pt x="0" y="20460"/>
                  </a:lnTo>
                  <a:cubicBezTo>
                    <a:pt x="0" y="21090"/>
                    <a:pt x="358" y="21600"/>
                    <a:pt x="799" y="21600"/>
                  </a:cubicBezTo>
                  <a:lnTo>
                    <a:pt x="20801" y="21600"/>
                  </a:lnTo>
                  <a:cubicBezTo>
                    <a:pt x="21242" y="21600"/>
                    <a:pt x="21600" y="21090"/>
                    <a:pt x="21600" y="20460"/>
                  </a:cubicBezTo>
                  <a:lnTo>
                    <a:pt x="21600" y="1140"/>
                  </a:lnTo>
                  <a:cubicBezTo>
                    <a:pt x="21600" y="510"/>
                    <a:pt x="21242" y="0"/>
                    <a:pt x="20801" y="0"/>
                  </a:cubicBezTo>
                  <a:cubicBezTo>
                    <a:pt x="20801" y="0"/>
                    <a:pt x="20801" y="0"/>
                    <a:pt x="20801" y="0"/>
                  </a:cubicBezTo>
                  <a:close/>
                  <a:moveTo>
                    <a:pt x="20801" y="138"/>
                  </a:moveTo>
                  <a:cubicBezTo>
                    <a:pt x="21188" y="138"/>
                    <a:pt x="21504" y="587"/>
                    <a:pt x="21504" y="1140"/>
                  </a:cubicBezTo>
                  <a:lnTo>
                    <a:pt x="21504" y="20460"/>
                  </a:lnTo>
                  <a:cubicBezTo>
                    <a:pt x="21504" y="21013"/>
                    <a:pt x="21188" y="21462"/>
                    <a:pt x="20801" y="21462"/>
                  </a:cubicBezTo>
                  <a:lnTo>
                    <a:pt x="799" y="21462"/>
                  </a:lnTo>
                  <a:cubicBezTo>
                    <a:pt x="412" y="21462"/>
                    <a:pt x="96" y="21013"/>
                    <a:pt x="96" y="20460"/>
                  </a:cubicBezTo>
                  <a:lnTo>
                    <a:pt x="96" y="1140"/>
                  </a:lnTo>
                  <a:cubicBezTo>
                    <a:pt x="96" y="587"/>
                    <a:pt x="412" y="138"/>
                    <a:pt x="799" y="138"/>
                  </a:cubicBezTo>
                  <a:lnTo>
                    <a:pt x="20801" y="138"/>
                  </a:lnTo>
                </a:path>
              </a:pathLst>
            </a:custGeom>
            <a:gradFill>
              <a:gsLst>
                <a:gs pos="100000">
                  <a:srgbClr val="C7C8CB"/>
                </a:gs>
                <a:gs pos="0">
                  <a:srgbClr val="E9EBF2"/>
                </a:gs>
              </a:gsLst>
              <a:lin ang="3283355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16" name="Shape 10"/>
            <p:cNvSpPr/>
            <p:nvPr/>
          </p:nvSpPr>
          <p:spPr>
            <a:xfrm>
              <a:off x="7899400" y="3009900"/>
              <a:ext cx="20744979" cy="14503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65" y="0"/>
                  </a:moveTo>
                  <a:lnTo>
                    <a:pt x="735" y="0"/>
                  </a:lnTo>
                  <a:cubicBezTo>
                    <a:pt x="330" y="0"/>
                    <a:pt x="0" y="472"/>
                    <a:pt x="0" y="1051"/>
                  </a:cubicBezTo>
                  <a:lnTo>
                    <a:pt x="0" y="20549"/>
                  </a:lnTo>
                  <a:cubicBezTo>
                    <a:pt x="0" y="21128"/>
                    <a:pt x="330" y="21600"/>
                    <a:pt x="735" y="21600"/>
                  </a:cubicBezTo>
                  <a:lnTo>
                    <a:pt x="20865" y="21600"/>
                  </a:lnTo>
                  <a:cubicBezTo>
                    <a:pt x="21270" y="21600"/>
                    <a:pt x="21600" y="21128"/>
                    <a:pt x="21600" y="20549"/>
                  </a:cubicBezTo>
                  <a:lnTo>
                    <a:pt x="21600" y="1051"/>
                  </a:lnTo>
                  <a:cubicBezTo>
                    <a:pt x="21600" y="472"/>
                    <a:pt x="21270" y="0"/>
                    <a:pt x="20865" y="0"/>
                  </a:cubicBezTo>
                  <a:cubicBezTo>
                    <a:pt x="20865" y="0"/>
                    <a:pt x="20865" y="0"/>
                    <a:pt x="20865" y="0"/>
                  </a:cubicBezTo>
                  <a:close/>
                  <a:moveTo>
                    <a:pt x="20865" y="40"/>
                  </a:moveTo>
                  <a:cubicBezTo>
                    <a:pt x="21255" y="40"/>
                    <a:pt x="21572" y="493"/>
                    <a:pt x="21572" y="1051"/>
                  </a:cubicBezTo>
                  <a:lnTo>
                    <a:pt x="21572" y="20549"/>
                  </a:lnTo>
                  <a:cubicBezTo>
                    <a:pt x="21572" y="21107"/>
                    <a:pt x="21255" y="21560"/>
                    <a:pt x="20865" y="21560"/>
                  </a:cubicBezTo>
                  <a:lnTo>
                    <a:pt x="735" y="21560"/>
                  </a:lnTo>
                  <a:cubicBezTo>
                    <a:pt x="345" y="21560"/>
                    <a:pt x="28" y="21107"/>
                    <a:pt x="28" y="20549"/>
                  </a:cubicBezTo>
                  <a:lnTo>
                    <a:pt x="28" y="1051"/>
                  </a:lnTo>
                  <a:cubicBezTo>
                    <a:pt x="28" y="493"/>
                    <a:pt x="345" y="40"/>
                    <a:pt x="735" y="40"/>
                  </a:cubicBezTo>
                  <a:lnTo>
                    <a:pt x="20865" y="40"/>
                  </a:lnTo>
                </a:path>
              </a:pathLst>
            </a:custGeom>
            <a:solidFill>
              <a:srgbClr val="FFFFFF">
                <a:alpha val="2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17" name="Shape 11"/>
            <p:cNvSpPr/>
            <p:nvPr/>
          </p:nvSpPr>
          <p:spPr>
            <a:xfrm>
              <a:off x="8026400" y="3136900"/>
              <a:ext cx="20505261" cy="13901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83" y="0"/>
                  </a:moveTo>
                  <a:lnTo>
                    <a:pt x="617" y="0"/>
                  </a:lnTo>
                  <a:cubicBezTo>
                    <a:pt x="277" y="0"/>
                    <a:pt x="0" y="408"/>
                    <a:pt x="0" y="910"/>
                  </a:cubicBezTo>
                  <a:lnTo>
                    <a:pt x="0" y="21021"/>
                  </a:lnTo>
                  <a:lnTo>
                    <a:pt x="0" y="21156"/>
                  </a:lnTo>
                  <a:lnTo>
                    <a:pt x="0" y="21186"/>
                  </a:lnTo>
                  <a:cubicBezTo>
                    <a:pt x="0" y="21415"/>
                    <a:pt x="126" y="21600"/>
                    <a:pt x="281" y="21600"/>
                  </a:cubicBezTo>
                  <a:lnTo>
                    <a:pt x="21319" y="21600"/>
                  </a:lnTo>
                  <a:cubicBezTo>
                    <a:pt x="21474" y="21600"/>
                    <a:pt x="21600" y="21415"/>
                    <a:pt x="21600" y="21186"/>
                  </a:cubicBezTo>
                  <a:lnTo>
                    <a:pt x="21600" y="21156"/>
                  </a:lnTo>
                  <a:lnTo>
                    <a:pt x="21600" y="21021"/>
                  </a:lnTo>
                  <a:lnTo>
                    <a:pt x="21600" y="910"/>
                  </a:lnTo>
                  <a:cubicBezTo>
                    <a:pt x="21600" y="408"/>
                    <a:pt x="21323" y="0"/>
                    <a:pt x="20983" y="0"/>
                  </a:cubicBezTo>
                  <a:cubicBezTo>
                    <a:pt x="20983" y="0"/>
                    <a:pt x="20983" y="0"/>
                    <a:pt x="20983" y="0"/>
                  </a:cubicBezTo>
                  <a:close/>
                  <a:moveTo>
                    <a:pt x="20983" y="41"/>
                  </a:moveTo>
                  <a:cubicBezTo>
                    <a:pt x="21308" y="41"/>
                    <a:pt x="21572" y="431"/>
                    <a:pt x="21572" y="910"/>
                  </a:cubicBezTo>
                  <a:lnTo>
                    <a:pt x="21572" y="21021"/>
                  </a:lnTo>
                  <a:lnTo>
                    <a:pt x="21572" y="21156"/>
                  </a:lnTo>
                  <a:lnTo>
                    <a:pt x="21572" y="21186"/>
                  </a:lnTo>
                  <a:cubicBezTo>
                    <a:pt x="21572" y="21392"/>
                    <a:pt x="21459" y="21559"/>
                    <a:pt x="21319" y="21559"/>
                  </a:cubicBezTo>
                  <a:lnTo>
                    <a:pt x="281" y="21559"/>
                  </a:lnTo>
                  <a:cubicBezTo>
                    <a:pt x="141" y="21559"/>
                    <a:pt x="28" y="21392"/>
                    <a:pt x="28" y="21186"/>
                  </a:cubicBezTo>
                  <a:lnTo>
                    <a:pt x="28" y="21156"/>
                  </a:lnTo>
                  <a:lnTo>
                    <a:pt x="28" y="21021"/>
                  </a:lnTo>
                  <a:lnTo>
                    <a:pt x="28" y="910"/>
                  </a:lnTo>
                  <a:cubicBezTo>
                    <a:pt x="28" y="431"/>
                    <a:pt x="292" y="41"/>
                    <a:pt x="617" y="41"/>
                  </a:cubicBezTo>
                  <a:lnTo>
                    <a:pt x="20983" y="41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0" name="Shape 12"/>
            <p:cNvSpPr/>
            <p:nvPr/>
          </p:nvSpPr>
          <p:spPr>
            <a:xfrm>
              <a:off x="7937500" y="3048000"/>
              <a:ext cx="20691710" cy="14087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91" y="0"/>
                  </a:moveTo>
                  <a:lnTo>
                    <a:pt x="709" y="0"/>
                  </a:lnTo>
                  <a:cubicBezTo>
                    <a:pt x="318" y="0"/>
                    <a:pt x="0" y="467"/>
                    <a:pt x="0" y="1041"/>
                  </a:cubicBezTo>
                  <a:lnTo>
                    <a:pt x="0" y="20885"/>
                  </a:lnTo>
                  <a:lnTo>
                    <a:pt x="0" y="21019"/>
                  </a:lnTo>
                  <a:lnTo>
                    <a:pt x="0" y="21049"/>
                  </a:lnTo>
                  <a:cubicBezTo>
                    <a:pt x="0" y="21353"/>
                    <a:pt x="168" y="21600"/>
                    <a:pt x="375" y="21600"/>
                  </a:cubicBezTo>
                  <a:lnTo>
                    <a:pt x="21225" y="21600"/>
                  </a:lnTo>
                  <a:cubicBezTo>
                    <a:pt x="21432" y="21600"/>
                    <a:pt x="21600" y="21353"/>
                    <a:pt x="21600" y="21049"/>
                  </a:cubicBezTo>
                  <a:lnTo>
                    <a:pt x="21600" y="21019"/>
                  </a:lnTo>
                  <a:lnTo>
                    <a:pt x="21600" y="20885"/>
                  </a:lnTo>
                  <a:lnTo>
                    <a:pt x="21600" y="1041"/>
                  </a:lnTo>
                  <a:cubicBezTo>
                    <a:pt x="21600" y="467"/>
                    <a:pt x="21282" y="0"/>
                    <a:pt x="20891" y="0"/>
                  </a:cubicBezTo>
                  <a:cubicBezTo>
                    <a:pt x="20891" y="0"/>
                    <a:pt x="20891" y="0"/>
                    <a:pt x="20891" y="0"/>
                  </a:cubicBezTo>
                  <a:close/>
                  <a:moveTo>
                    <a:pt x="20891" y="143"/>
                  </a:moveTo>
                  <a:cubicBezTo>
                    <a:pt x="21228" y="143"/>
                    <a:pt x="21503" y="546"/>
                    <a:pt x="21503" y="1041"/>
                  </a:cubicBezTo>
                  <a:lnTo>
                    <a:pt x="21503" y="20885"/>
                  </a:lnTo>
                  <a:lnTo>
                    <a:pt x="21503" y="21019"/>
                  </a:lnTo>
                  <a:lnTo>
                    <a:pt x="21503" y="21049"/>
                  </a:lnTo>
                  <a:cubicBezTo>
                    <a:pt x="21503" y="21274"/>
                    <a:pt x="21378" y="21457"/>
                    <a:pt x="21225" y="21457"/>
                  </a:cubicBezTo>
                  <a:lnTo>
                    <a:pt x="375" y="21457"/>
                  </a:lnTo>
                  <a:cubicBezTo>
                    <a:pt x="222" y="21457"/>
                    <a:pt x="97" y="21274"/>
                    <a:pt x="97" y="21049"/>
                  </a:cubicBezTo>
                  <a:lnTo>
                    <a:pt x="97" y="21019"/>
                  </a:lnTo>
                  <a:lnTo>
                    <a:pt x="97" y="20885"/>
                  </a:lnTo>
                  <a:lnTo>
                    <a:pt x="97" y="1041"/>
                  </a:lnTo>
                  <a:cubicBezTo>
                    <a:pt x="97" y="546"/>
                    <a:pt x="372" y="143"/>
                    <a:pt x="709" y="143"/>
                  </a:cubicBezTo>
                  <a:lnTo>
                    <a:pt x="20891" y="143"/>
                  </a:lnTo>
                </a:path>
              </a:pathLst>
            </a:custGeom>
            <a:gradFill>
              <a:gsLst>
                <a:gs pos="0">
                  <a:srgbClr val="47484B"/>
                </a:gs>
                <a:gs pos="100000">
                  <a:srgbClr val="47484B"/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1" name="Shape 13"/>
            <p:cNvSpPr/>
            <p:nvPr/>
          </p:nvSpPr>
          <p:spPr>
            <a:xfrm>
              <a:off x="27927300" y="3073400"/>
              <a:ext cx="675538" cy="675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0" y="0"/>
                  </a:moveTo>
                  <a:lnTo>
                    <a:pt x="0" y="0"/>
                  </a:lnTo>
                  <a:cubicBezTo>
                    <a:pt x="11911" y="0"/>
                    <a:pt x="21600" y="9690"/>
                    <a:pt x="21600" y="21600"/>
                  </a:cubicBezTo>
                  <a:lnTo>
                    <a:pt x="21600" y="20090"/>
                  </a:lnTo>
                  <a:cubicBezTo>
                    <a:pt x="21600" y="9013"/>
                    <a:pt x="12588" y="0"/>
                    <a:pt x="1510" y="0"/>
                  </a:cubicBezTo>
                  <a:close/>
                </a:path>
              </a:pathLst>
            </a:custGeom>
            <a:gradFill>
              <a:gsLst>
                <a:gs pos="0">
                  <a:srgbClr val="BFBFC0">
                    <a:alpha val="0"/>
                  </a:srgbClr>
                </a:gs>
                <a:gs pos="100000">
                  <a:srgbClr val="BFBFC0">
                    <a:alpha val="0"/>
                  </a:srgbClr>
                </a:gs>
              </a:gsLst>
              <a:lin ang="27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2" name="Shape 14"/>
            <p:cNvSpPr/>
            <p:nvPr/>
          </p:nvSpPr>
          <p:spPr>
            <a:xfrm>
              <a:off x="7962900" y="3073400"/>
              <a:ext cx="675539" cy="675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90" y="0"/>
                  </a:moveTo>
                  <a:lnTo>
                    <a:pt x="21600" y="0"/>
                  </a:lnTo>
                  <a:cubicBezTo>
                    <a:pt x="9689" y="0"/>
                    <a:pt x="0" y="9690"/>
                    <a:pt x="0" y="21600"/>
                  </a:cubicBezTo>
                  <a:lnTo>
                    <a:pt x="0" y="20090"/>
                  </a:lnTo>
                  <a:cubicBezTo>
                    <a:pt x="0" y="9013"/>
                    <a:pt x="9012" y="0"/>
                    <a:pt x="20090" y="0"/>
                  </a:cubicBezTo>
                  <a:close/>
                </a:path>
              </a:pathLst>
            </a:custGeom>
            <a:gradFill>
              <a:gsLst>
                <a:gs pos="0">
                  <a:srgbClr val="BFBFC0">
                    <a:alpha val="0"/>
                  </a:srgbClr>
                </a:gs>
                <a:gs pos="100000">
                  <a:srgbClr val="BFBFC0">
                    <a:alpha val="0"/>
                  </a:srgbClr>
                </a:gs>
              </a:gsLst>
              <a:lin ang="27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3" name="Shape 15"/>
            <p:cNvSpPr/>
            <p:nvPr/>
          </p:nvSpPr>
          <p:spPr>
            <a:xfrm>
              <a:off x="8864600" y="3975100"/>
              <a:ext cx="18826758" cy="117948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69" y="0"/>
                  </a:moveTo>
                  <a:lnTo>
                    <a:pt x="31" y="0"/>
                  </a:lnTo>
                  <a:cubicBezTo>
                    <a:pt x="14" y="0"/>
                    <a:pt x="0" y="22"/>
                    <a:pt x="0" y="49"/>
                  </a:cubicBezTo>
                  <a:lnTo>
                    <a:pt x="0" y="21551"/>
                  </a:lnTo>
                  <a:cubicBezTo>
                    <a:pt x="0" y="21578"/>
                    <a:pt x="14" y="21600"/>
                    <a:pt x="31" y="21600"/>
                  </a:cubicBezTo>
                  <a:lnTo>
                    <a:pt x="21569" y="21600"/>
                  </a:lnTo>
                  <a:cubicBezTo>
                    <a:pt x="21586" y="21600"/>
                    <a:pt x="21600" y="21578"/>
                    <a:pt x="21600" y="21551"/>
                  </a:cubicBezTo>
                  <a:lnTo>
                    <a:pt x="21600" y="49"/>
                  </a:lnTo>
                  <a:cubicBezTo>
                    <a:pt x="21600" y="22"/>
                    <a:pt x="21586" y="0"/>
                    <a:pt x="21569" y="0"/>
                  </a:cubicBezTo>
                  <a:cubicBezTo>
                    <a:pt x="21569" y="0"/>
                    <a:pt x="21569" y="0"/>
                    <a:pt x="21569" y="0"/>
                  </a:cubicBezTo>
                  <a:close/>
                  <a:moveTo>
                    <a:pt x="21569" y="49"/>
                  </a:moveTo>
                  <a:lnTo>
                    <a:pt x="21569" y="49"/>
                  </a:lnTo>
                  <a:lnTo>
                    <a:pt x="21569" y="21551"/>
                  </a:lnTo>
                  <a:lnTo>
                    <a:pt x="31" y="21551"/>
                  </a:lnTo>
                  <a:lnTo>
                    <a:pt x="31" y="49"/>
                  </a:lnTo>
                  <a:lnTo>
                    <a:pt x="21569" y="49"/>
                  </a:lnTo>
                </a:path>
              </a:pathLst>
            </a:custGeom>
            <a:solidFill>
              <a:srgbClr val="7D808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4" name="Shape 16"/>
            <p:cNvSpPr/>
            <p:nvPr/>
          </p:nvSpPr>
          <p:spPr>
            <a:xfrm>
              <a:off x="8813800" y="3924300"/>
              <a:ext cx="18919977" cy="118880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5" y="21467"/>
                  </a:moveTo>
                  <a:cubicBezTo>
                    <a:pt x="21585" y="21527"/>
                    <a:pt x="21554" y="21576"/>
                    <a:pt x="21516" y="21576"/>
                  </a:cubicBezTo>
                  <a:lnTo>
                    <a:pt x="84" y="21576"/>
                  </a:lnTo>
                  <a:cubicBezTo>
                    <a:pt x="46" y="21576"/>
                    <a:pt x="15" y="21527"/>
                    <a:pt x="15" y="21467"/>
                  </a:cubicBezTo>
                  <a:lnTo>
                    <a:pt x="15" y="133"/>
                  </a:lnTo>
                  <a:cubicBezTo>
                    <a:pt x="15" y="73"/>
                    <a:pt x="46" y="24"/>
                    <a:pt x="84" y="24"/>
                  </a:cubicBezTo>
                  <a:lnTo>
                    <a:pt x="21516" y="24"/>
                  </a:lnTo>
                  <a:cubicBezTo>
                    <a:pt x="21554" y="24"/>
                    <a:pt x="21585" y="73"/>
                    <a:pt x="21585" y="133"/>
                  </a:cubicBezTo>
                  <a:cubicBezTo>
                    <a:pt x="21585" y="133"/>
                    <a:pt x="21585" y="21467"/>
                    <a:pt x="21585" y="21467"/>
                  </a:cubicBezTo>
                  <a:close/>
                  <a:moveTo>
                    <a:pt x="21600" y="133"/>
                  </a:moveTo>
                  <a:cubicBezTo>
                    <a:pt x="21600" y="60"/>
                    <a:pt x="21562" y="0"/>
                    <a:pt x="21516" y="0"/>
                  </a:cubicBezTo>
                  <a:lnTo>
                    <a:pt x="84" y="0"/>
                  </a:lnTo>
                  <a:cubicBezTo>
                    <a:pt x="38" y="0"/>
                    <a:pt x="0" y="60"/>
                    <a:pt x="0" y="133"/>
                  </a:cubicBezTo>
                  <a:lnTo>
                    <a:pt x="0" y="21467"/>
                  </a:lnTo>
                  <a:cubicBezTo>
                    <a:pt x="0" y="21540"/>
                    <a:pt x="38" y="21600"/>
                    <a:pt x="84" y="21600"/>
                  </a:cubicBezTo>
                  <a:lnTo>
                    <a:pt x="21516" y="21600"/>
                  </a:lnTo>
                  <a:cubicBezTo>
                    <a:pt x="21562" y="21600"/>
                    <a:pt x="21600" y="21540"/>
                    <a:pt x="21600" y="21467"/>
                  </a:cubicBezTo>
                  <a:cubicBezTo>
                    <a:pt x="21600" y="21467"/>
                    <a:pt x="21600" y="133"/>
                    <a:pt x="21600" y="133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5" name="Shape 17"/>
            <p:cNvSpPr/>
            <p:nvPr/>
          </p:nvSpPr>
          <p:spPr>
            <a:xfrm>
              <a:off x="18148299" y="3454400"/>
              <a:ext cx="258971" cy="258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12953" y="-961"/>
                    <a:pt x="6723" y="-961"/>
                    <a:pt x="2882" y="2882"/>
                  </a:cubicBezTo>
                  <a:cubicBezTo>
                    <a:pt x="-961" y="6723"/>
                    <a:pt x="-961" y="12953"/>
                    <a:pt x="2882" y="16797"/>
                  </a:cubicBezTo>
                  <a:cubicBezTo>
                    <a:pt x="6723" y="20639"/>
                    <a:pt x="12953" y="20638"/>
                    <a:pt x="16796" y="16797"/>
                  </a:cubicBezTo>
                  <a:cubicBezTo>
                    <a:pt x="20637" y="12953"/>
                    <a:pt x="20639" y="6723"/>
                    <a:pt x="16796" y="2882"/>
                  </a:cubicBezTo>
                  <a:close/>
                </a:path>
              </a:pathLst>
            </a:custGeom>
            <a:gradFill>
              <a:gsLst>
                <a:gs pos="27000">
                  <a:srgbClr val="696969"/>
                </a:gs>
                <a:gs pos="73000">
                  <a:srgbClr val="0C0C0C"/>
                </a:gs>
              </a:gsLst>
              <a:lin ang="3260679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6" name="Shape 18"/>
            <p:cNvSpPr/>
            <p:nvPr/>
          </p:nvSpPr>
          <p:spPr>
            <a:xfrm>
              <a:off x="5524500" y="17132300"/>
              <a:ext cx="25520931" cy="488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570" y="21600"/>
                  </a:moveTo>
                  <a:lnTo>
                    <a:pt x="18030" y="21600"/>
                  </a:lnTo>
                  <a:cubicBezTo>
                    <a:pt x="19340" y="21600"/>
                    <a:pt x="21259" y="12547"/>
                    <a:pt x="21600" y="0"/>
                  </a:cubicBezTo>
                  <a:lnTo>
                    <a:pt x="0" y="0"/>
                  </a:lnTo>
                  <a:cubicBezTo>
                    <a:pt x="341" y="12547"/>
                    <a:pt x="2260" y="21600"/>
                    <a:pt x="3570" y="21600"/>
                  </a:cubicBezTo>
                  <a:close/>
                </a:path>
              </a:pathLst>
            </a:custGeom>
            <a:gradFill>
              <a:gsLst>
                <a:gs pos="0">
                  <a:srgbClr val="A1A2A7">
                    <a:alpha val="0"/>
                  </a:srgbClr>
                </a:gs>
                <a:gs pos="100000">
                  <a:srgbClr val="767778">
                    <a:alpha val="0"/>
                  </a:srgbClr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7" name="Shape 19"/>
            <p:cNvSpPr/>
            <p:nvPr/>
          </p:nvSpPr>
          <p:spPr>
            <a:xfrm>
              <a:off x="5524500" y="17132300"/>
              <a:ext cx="25520931" cy="488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570" y="21600"/>
                  </a:moveTo>
                  <a:lnTo>
                    <a:pt x="18030" y="21600"/>
                  </a:lnTo>
                  <a:cubicBezTo>
                    <a:pt x="19340" y="21600"/>
                    <a:pt x="21259" y="12547"/>
                    <a:pt x="21600" y="0"/>
                  </a:cubicBezTo>
                  <a:lnTo>
                    <a:pt x="0" y="0"/>
                  </a:lnTo>
                  <a:cubicBezTo>
                    <a:pt x="341" y="12547"/>
                    <a:pt x="2260" y="21600"/>
                    <a:pt x="3570" y="21600"/>
                  </a:cubicBezTo>
                  <a:close/>
                </a:path>
              </a:pathLst>
            </a:custGeom>
            <a:gradFill>
              <a:gsLst>
                <a:gs pos="100000">
                  <a:srgbClr val="78797E"/>
                </a:gs>
                <a:gs pos="0">
                  <a:srgbClr val="BEC1C3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8" name="Shape 20"/>
            <p:cNvSpPr/>
            <p:nvPr/>
          </p:nvSpPr>
          <p:spPr>
            <a:xfrm>
              <a:off x="5486400" y="17068800"/>
              <a:ext cx="25576932" cy="64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1121"/>
                  </a:lnTo>
                  <a:cubicBezTo>
                    <a:pt x="8" y="14649"/>
                    <a:pt x="19" y="18142"/>
                    <a:pt x="31" y="21600"/>
                  </a:cubicBezTo>
                  <a:lnTo>
                    <a:pt x="21584" y="21600"/>
                  </a:lnTo>
                  <a:cubicBezTo>
                    <a:pt x="21590" y="19983"/>
                    <a:pt x="21595" y="18350"/>
                    <a:pt x="21600" y="16717"/>
                  </a:cubicBezTo>
                  <a:cubicBezTo>
                    <a:pt x="21600" y="16717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64696E"/>
                </a:gs>
                <a:gs pos="46000">
                  <a:srgbClr val="96989B"/>
                </a:gs>
                <a:gs pos="86000">
                  <a:srgbClr val="BEC1C3"/>
                </a:gs>
                <a:gs pos="98000">
                  <a:srgbClr val="E9EBF2"/>
                </a:gs>
                <a:gs pos="1000">
                  <a:srgbClr val="E9EBF2"/>
                </a:gs>
                <a:gs pos="10000">
                  <a:srgbClr val="BEC1C3"/>
                </a:gs>
                <a:gs pos="100000">
                  <a:srgbClr val="78797E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29" name="Shape 21"/>
            <p:cNvSpPr/>
            <p:nvPr/>
          </p:nvSpPr>
          <p:spPr>
            <a:xfrm>
              <a:off x="5524500" y="17132300"/>
              <a:ext cx="25520930" cy="148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2607" y="0"/>
                  </a:lnTo>
                  <a:lnTo>
                    <a:pt x="8865" y="0"/>
                  </a:lnTo>
                  <a:lnTo>
                    <a:pt x="0" y="0"/>
                  </a:lnTo>
                  <a:cubicBezTo>
                    <a:pt x="41" y="4919"/>
                    <a:pt x="104" y="9674"/>
                    <a:pt x="185" y="14237"/>
                  </a:cubicBezTo>
                  <a:lnTo>
                    <a:pt x="8866" y="14237"/>
                  </a:lnTo>
                  <a:cubicBezTo>
                    <a:pt x="8936" y="20966"/>
                    <a:pt x="9087" y="21600"/>
                    <a:pt x="9185" y="21600"/>
                  </a:cubicBezTo>
                  <a:lnTo>
                    <a:pt x="10373" y="21600"/>
                  </a:lnTo>
                  <a:lnTo>
                    <a:pt x="10516" y="21600"/>
                  </a:lnTo>
                  <a:lnTo>
                    <a:pt x="12287" y="21600"/>
                  </a:lnTo>
                  <a:cubicBezTo>
                    <a:pt x="12384" y="21600"/>
                    <a:pt x="12535" y="20966"/>
                    <a:pt x="12605" y="14237"/>
                  </a:cubicBezTo>
                  <a:lnTo>
                    <a:pt x="21415" y="14237"/>
                  </a:lnTo>
                  <a:cubicBezTo>
                    <a:pt x="21496" y="9674"/>
                    <a:pt x="21559" y="4919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BEC1C3"/>
                </a:gs>
                <a:gs pos="100000">
                  <a:srgbClr val="BEC1C3"/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30" name="Shape 22"/>
            <p:cNvSpPr/>
            <p:nvPr/>
          </p:nvSpPr>
          <p:spPr>
            <a:xfrm>
              <a:off x="16078200" y="17068800"/>
              <a:ext cx="4261759" cy="1362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0616"/>
                  </a:lnTo>
                  <a:cubicBezTo>
                    <a:pt x="371" y="20916"/>
                    <a:pt x="876" y="21600"/>
                    <a:pt x="1513" y="21600"/>
                  </a:cubicBezTo>
                  <a:cubicBezTo>
                    <a:pt x="2014" y="21600"/>
                    <a:pt x="6673" y="21600"/>
                    <a:pt x="8626" y="21600"/>
                  </a:cubicBezTo>
                  <a:cubicBezTo>
                    <a:pt x="9152" y="21600"/>
                    <a:pt x="9482" y="21600"/>
                    <a:pt x="9482" y="21600"/>
                  </a:cubicBezTo>
                  <a:cubicBezTo>
                    <a:pt x="12053" y="21600"/>
                    <a:pt x="19560" y="21600"/>
                    <a:pt x="20087" y="21600"/>
                  </a:cubicBezTo>
                  <a:cubicBezTo>
                    <a:pt x="20724" y="21600"/>
                    <a:pt x="21229" y="20916"/>
                    <a:pt x="21600" y="10616"/>
                  </a:cubicBez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84000">
                  <a:srgbClr val="EDEEEF"/>
                </a:gs>
                <a:gs pos="10000">
                  <a:srgbClr val="EDEEEF"/>
                </a:gs>
                <a:gs pos="0">
                  <a:srgbClr val="8B8D90"/>
                </a:gs>
                <a:gs pos="96000">
                  <a:srgbClr val="8B8D90"/>
                </a:gs>
              </a:gsLst>
              <a:lin ang="3861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31" name="Shape 23"/>
            <p:cNvSpPr/>
            <p:nvPr/>
          </p:nvSpPr>
          <p:spPr>
            <a:xfrm>
              <a:off x="16040100" y="17170400"/>
              <a:ext cx="4351813" cy="91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96" y="0"/>
                  </a:moveTo>
                  <a:cubicBezTo>
                    <a:pt x="21010" y="14111"/>
                    <a:pt x="20506" y="15298"/>
                    <a:pt x="19895" y="15298"/>
                  </a:cubicBezTo>
                  <a:lnTo>
                    <a:pt x="9509" y="15298"/>
                  </a:lnTo>
                  <a:lnTo>
                    <a:pt x="8671" y="15298"/>
                  </a:lnTo>
                  <a:lnTo>
                    <a:pt x="1705" y="15298"/>
                  </a:lnTo>
                  <a:cubicBezTo>
                    <a:pt x="1094" y="15298"/>
                    <a:pt x="590" y="14111"/>
                    <a:pt x="204" y="0"/>
                  </a:cubicBezTo>
                  <a:lnTo>
                    <a:pt x="0" y="0"/>
                  </a:lnTo>
                  <a:lnTo>
                    <a:pt x="3" y="142"/>
                  </a:lnTo>
                  <a:lnTo>
                    <a:pt x="48" y="2025"/>
                  </a:lnTo>
                  <a:cubicBezTo>
                    <a:pt x="477" y="20160"/>
                    <a:pt x="1028" y="21600"/>
                    <a:pt x="1705" y="21600"/>
                  </a:cubicBezTo>
                  <a:lnTo>
                    <a:pt x="8671" y="21600"/>
                  </a:lnTo>
                  <a:lnTo>
                    <a:pt x="9509" y="21600"/>
                  </a:lnTo>
                  <a:lnTo>
                    <a:pt x="19895" y="21600"/>
                  </a:lnTo>
                  <a:cubicBezTo>
                    <a:pt x="20572" y="21600"/>
                    <a:pt x="21124" y="20160"/>
                    <a:pt x="21552" y="2031"/>
                  </a:cubicBezTo>
                  <a:lnTo>
                    <a:pt x="21597" y="142"/>
                  </a:lnTo>
                  <a:lnTo>
                    <a:pt x="21600" y="0"/>
                  </a:lnTo>
                  <a:cubicBezTo>
                    <a:pt x="21600" y="0"/>
                    <a:pt x="21396" y="0"/>
                    <a:pt x="21396" y="0"/>
                  </a:cubicBezTo>
                  <a:close/>
                </a:path>
              </a:pathLst>
            </a:custGeom>
            <a:gradFill>
              <a:gsLst>
                <a:gs pos="0">
                  <a:srgbClr val="A4A6A9"/>
                </a:gs>
                <a:gs pos="100000">
                  <a:srgbClr val="A4A6A9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32" name="Shape 24"/>
            <p:cNvSpPr/>
            <p:nvPr/>
          </p:nvSpPr>
          <p:spPr>
            <a:xfrm>
              <a:off x="13893799" y="17360900"/>
              <a:ext cx="240121" cy="53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600" extrusionOk="0">
                  <a:moveTo>
                    <a:pt x="21299" y="10800"/>
                  </a:moveTo>
                  <a:cubicBezTo>
                    <a:pt x="21458" y="16769"/>
                    <a:pt x="20525" y="21600"/>
                    <a:pt x="19220" y="21600"/>
                  </a:cubicBezTo>
                  <a:lnTo>
                    <a:pt x="2668" y="21600"/>
                  </a:lnTo>
                  <a:cubicBezTo>
                    <a:pt x="1364" y="21600"/>
                    <a:pt x="177" y="16769"/>
                    <a:pt x="17" y="10800"/>
                  </a:cubicBezTo>
                  <a:lnTo>
                    <a:pt x="17" y="10800"/>
                  </a:lnTo>
                  <a:cubicBezTo>
                    <a:pt x="-142" y="4831"/>
                    <a:pt x="791" y="0"/>
                    <a:pt x="2096" y="0"/>
                  </a:cubicBezTo>
                  <a:lnTo>
                    <a:pt x="18648" y="0"/>
                  </a:lnTo>
                  <a:cubicBezTo>
                    <a:pt x="19952" y="0"/>
                    <a:pt x="21139" y="4831"/>
                    <a:pt x="21299" y="10800"/>
                  </a:cubicBezTo>
                  <a:cubicBezTo>
                    <a:pt x="21299" y="10800"/>
                    <a:pt x="21299" y="10800"/>
                    <a:pt x="21299" y="10800"/>
                  </a:cubicBezTo>
                  <a:close/>
                </a:path>
              </a:pathLst>
            </a:custGeom>
            <a:gradFill>
              <a:gsLst>
                <a:gs pos="24000">
                  <a:srgbClr val="5F6265"/>
                </a:gs>
                <a:gs pos="78000">
                  <a:srgbClr val="757677"/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33" name="Shape 25"/>
            <p:cNvSpPr/>
            <p:nvPr/>
          </p:nvSpPr>
          <p:spPr>
            <a:xfrm>
              <a:off x="22288499" y="17360900"/>
              <a:ext cx="240120" cy="53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600" extrusionOk="0">
                  <a:moveTo>
                    <a:pt x="17" y="10800"/>
                  </a:moveTo>
                  <a:cubicBezTo>
                    <a:pt x="-142" y="16769"/>
                    <a:pt x="791" y="21600"/>
                    <a:pt x="2096" y="21600"/>
                  </a:cubicBezTo>
                  <a:lnTo>
                    <a:pt x="18648" y="21600"/>
                  </a:lnTo>
                  <a:cubicBezTo>
                    <a:pt x="19952" y="21600"/>
                    <a:pt x="21139" y="16769"/>
                    <a:pt x="21299" y="10800"/>
                  </a:cubicBezTo>
                  <a:lnTo>
                    <a:pt x="21299" y="10800"/>
                  </a:lnTo>
                  <a:cubicBezTo>
                    <a:pt x="21458" y="4831"/>
                    <a:pt x="20525" y="0"/>
                    <a:pt x="19220" y="0"/>
                  </a:cubicBezTo>
                  <a:lnTo>
                    <a:pt x="2668" y="0"/>
                  </a:lnTo>
                  <a:cubicBezTo>
                    <a:pt x="1364" y="0"/>
                    <a:pt x="177" y="4831"/>
                    <a:pt x="17" y="10800"/>
                  </a:cubicBezTo>
                  <a:cubicBezTo>
                    <a:pt x="17" y="10800"/>
                    <a:pt x="17" y="10800"/>
                    <a:pt x="17" y="10800"/>
                  </a:cubicBezTo>
                  <a:close/>
                </a:path>
              </a:pathLst>
            </a:custGeom>
            <a:gradFill>
              <a:gsLst>
                <a:gs pos="18000">
                  <a:srgbClr val="5F6265"/>
                </a:gs>
                <a:gs pos="72000">
                  <a:srgbClr val="747576"/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34" name="Shape 26"/>
            <p:cNvSpPr/>
            <p:nvPr/>
          </p:nvSpPr>
          <p:spPr>
            <a:xfrm>
              <a:off x="5588000" y="17132300"/>
              <a:ext cx="25393528" cy="9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52" y="6072"/>
                  </a:moveTo>
                  <a:lnTo>
                    <a:pt x="8913" y="6072"/>
                  </a:lnTo>
                  <a:cubicBezTo>
                    <a:pt x="8980" y="20426"/>
                    <a:pt x="9067" y="21600"/>
                    <a:pt x="9174" y="21600"/>
                  </a:cubicBezTo>
                  <a:lnTo>
                    <a:pt x="10368" y="21600"/>
                  </a:lnTo>
                  <a:lnTo>
                    <a:pt x="10512" y="21600"/>
                  </a:lnTo>
                  <a:lnTo>
                    <a:pt x="12291" y="21600"/>
                  </a:lnTo>
                  <a:cubicBezTo>
                    <a:pt x="12398" y="21600"/>
                    <a:pt x="12486" y="20426"/>
                    <a:pt x="12552" y="6072"/>
                  </a:cubicBezTo>
                  <a:lnTo>
                    <a:pt x="12613" y="6072"/>
                  </a:lnTo>
                  <a:lnTo>
                    <a:pt x="21556" y="6072"/>
                  </a:lnTo>
                  <a:cubicBezTo>
                    <a:pt x="21571" y="4797"/>
                    <a:pt x="21587" y="2882"/>
                    <a:pt x="21600" y="0"/>
                  </a:cubicBezTo>
                  <a:lnTo>
                    <a:pt x="12613" y="0"/>
                  </a:lnTo>
                  <a:lnTo>
                    <a:pt x="12544" y="0"/>
                  </a:lnTo>
                  <a:cubicBezTo>
                    <a:pt x="12482" y="14527"/>
                    <a:pt x="12398" y="15528"/>
                    <a:pt x="12291" y="15528"/>
                  </a:cubicBezTo>
                  <a:cubicBezTo>
                    <a:pt x="12203" y="15528"/>
                    <a:pt x="10943" y="15528"/>
                    <a:pt x="10512" y="15528"/>
                  </a:cubicBezTo>
                  <a:cubicBezTo>
                    <a:pt x="10512" y="15528"/>
                    <a:pt x="10456" y="15528"/>
                    <a:pt x="10368" y="15528"/>
                  </a:cubicBezTo>
                  <a:cubicBezTo>
                    <a:pt x="10040" y="15528"/>
                    <a:pt x="9258" y="15528"/>
                    <a:pt x="9174" y="15528"/>
                  </a:cubicBezTo>
                  <a:cubicBezTo>
                    <a:pt x="9068" y="15528"/>
                    <a:pt x="8984" y="14527"/>
                    <a:pt x="8922" y="0"/>
                  </a:cubicBezTo>
                  <a:lnTo>
                    <a:pt x="8852" y="0"/>
                  </a:lnTo>
                  <a:lnTo>
                    <a:pt x="0" y="0"/>
                  </a:lnTo>
                  <a:cubicBezTo>
                    <a:pt x="0" y="0"/>
                    <a:pt x="16" y="3190"/>
                    <a:pt x="35" y="6072"/>
                  </a:cubicBezTo>
                  <a:cubicBezTo>
                    <a:pt x="35" y="6072"/>
                    <a:pt x="8852" y="6072"/>
                    <a:pt x="8852" y="6072"/>
                  </a:cubicBezTo>
                  <a:close/>
                </a:path>
              </a:pathLst>
            </a:custGeom>
            <a:gradFill>
              <a:gsLst>
                <a:gs pos="6000">
                  <a:srgbClr val="EFF5F1"/>
                </a:gs>
                <a:gs pos="100000">
                  <a:srgbClr val="E9EBF2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35" name="Shape 27"/>
            <p:cNvSpPr/>
            <p:nvPr/>
          </p:nvSpPr>
          <p:spPr>
            <a:xfrm>
              <a:off x="18173700" y="3479800"/>
              <a:ext cx="204055" cy="204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3"/>
                  </a:moveTo>
                  <a:cubicBezTo>
                    <a:pt x="21600" y="16765"/>
                    <a:pt x="16776" y="21600"/>
                    <a:pt x="10800" y="21600"/>
                  </a:cubicBezTo>
                  <a:cubicBezTo>
                    <a:pt x="4839" y="21600"/>
                    <a:pt x="0" y="16765"/>
                    <a:pt x="0" y="10803"/>
                  </a:cubicBezTo>
                  <a:cubicBezTo>
                    <a:pt x="0" y="4835"/>
                    <a:pt x="4839" y="0"/>
                    <a:pt x="10800" y="0"/>
                  </a:cubicBezTo>
                  <a:cubicBezTo>
                    <a:pt x="16776" y="0"/>
                    <a:pt x="21600" y="4835"/>
                    <a:pt x="21600" y="10803"/>
                  </a:cubicBezTo>
                  <a:close/>
                </a:path>
              </a:pathLst>
            </a:custGeom>
            <a:gradFill>
              <a:gsLst>
                <a:gs pos="32000">
                  <a:srgbClr val="494949"/>
                </a:gs>
                <a:gs pos="69000">
                  <a:srgbClr val="050505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36" name="Shape 28"/>
            <p:cNvSpPr/>
            <p:nvPr/>
          </p:nvSpPr>
          <p:spPr>
            <a:xfrm>
              <a:off x="18249900" y="3556000"/>
              <a:ext cx="50168" cy="501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3"/>
                  </a:moveTo>
                  <a:cubicBezTo>
                    <a:pt x="21600" y="16765"/>
                    <a:pt x="16776" y="21600"/>
                    <a:pt x="10800" y="21600"/>
                  </a:cubicBezTo>
                  <a:cubicBezTo>
                    <a:pt x="4840" y="21600"/>
                    <a:pt x="0" y="16765"/>
                    <a:pt x="0" y="10803"/>
                  </a:cubicBezTo>
                  <a:cubicBezTo>
                    <a:pt x="0" y="4835"/>
                    <a:pt x="4840" y="0"/>
                    <a:pt x="10800" y="0"/>
                  </a:cubicBezTo>
                  <a:cubicBezTo>
                    <a:pt x="16776" y="0"/>
                    <a:pt x="21600" y="4835"/>
                    <a:pt x="21600" y="10803"/>
                  </a:cubicBezTo>
                  <a:close/>
                </a:path>
              </a:pathLst>
            </a:custGeom>
            <a:solidFill>
              <a:srgbClr val="557DB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  <p:sp>
          <p:nvSpPr>
            <p:cNvPr id="37" name="Shape 29"/>
            <p:cNvSpPr/>
            <p:nvPr/>
          </p:nvSpPr>
          <p:spPr>
            <a:xfrm>
              <a:off x="17183100" y="3187700"/>
              <a:ext cx="11289656" cy="1379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266"/>
                  </a:moveTo>
                  <a:lnTo>
                    <a:pt x="21600" y="21236"/>
                  </a:lnTo>
                  <a:lnTo>
                    <a:pt x="21600" y="21100"/>
                  </a:lnTo>
                  <a:lnTo>
                    <a:pt x="21600" y="834"/>
                  </a:lnTo>
                  <a:cubicBezTo>
                    <a:pt x="21600" y="374"/>
                    <a:pt x="21143" y="0"/>
                    <a:pt x="20581" y="0"/>
                  </a:cubicBezTo>
                  <a:lnTo>
                    <a:pt x="14299" y="0"/>
                  </a:lnTo>
                  <a:lnTo>
                    <a:pt x="0" y="21600"/>
                  </a:lnTo>
                  <a:lnTo>
                    <a:pt x="21192" y="21600"/>
                  </a:lnTo>
                  <a:cubicBezTo>
                    <a:pt x="21417" y="21600"/>
                    <a:pt x="21600" y="21450"/>
                    <a:pt x="21600" y="2126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/>
            </a:p>
          </p:txBody>
        </p:sp>
      </p:grpSp>
      <p:sp>
        <p:nvSpPr>
          <p:cNvPr id="38" name="Picture Placeholder 1"/>
          <p:cNvSpPr>
            <a:spLocks noGrp="1"/>
          </p:cNvSpPr>
          <p:nvPr>
            <p:ph type="pic" sz="quarter" idx="16"/>
          </p:nvPr>
        </p:nvSpPr>
        <p:spPr>
          <a:xfrm>
            <a:off x="6927664" y="2337819"/>
            <a:ext cx="6218026" cy="3895165"/>
          </a:xfrm>
          <a:prstGeom prst="rect">
            <a:avLst/>
          </a:prstGeom>
        </p:spPr>
      </p:sp>
      <p:sp>
        <p:nvSpPr>
          <p:cNvPr id="39" name="Marcador de texto 7">
            <a:extLst>
              <a:ext uri="{FF2B5EF4-FFF2-40B4-BE49-F238E27FC236}">
                <a16:creationId xmlns:a16="http://schemas.microsoft.com/office/drawing/2014/main" id="{92862D42-3621-49A1-903B-36CA6DB7B3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40" name="Marcador de texto 7">
            <a:extLst>
              <a:ext uri="{FF2B5EF4-FFF2-40B4-BE49-F238E27FC236}">
                <a16:creationId xmlns:a16="http://schemas.microsoft.com/office/drawing/2014/main" id="{1AC8EA8A-CD60-4332-AFDE-60D25BE85A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9833" y="1104900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TITLE HERE</a:t>
            </a:r>
          </a:p>
        </p:txBody>
      </p:sp>
      <p:sp>
        <p:nvSpPr>
          <p:cNvPr id="41" name="Marcador de texto 7">
            <a:extLst>
              <a:ext uri="{FF2B5EF4-FFF2-40B4-BE49-F238E27FC236}">
                <a16:creationId xmlns:a16="http://schemas.microsoft.com/office/drawing/2014/main" id="{EC799598-7DA9-4453-9074-F342384C21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328" y="2053446"/>
            <a:ext cx="4555685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42" name="Marcador de texto 7">
            <a:extLst>
              <a:ext uri="{FF2B5EF4-FFF2-40B4-BE49-F238E27FC236}">
                <a16:creationId xmlns:a16="http://schemas.microsoft.com/office/drawing/2014/main" id="{94549E1A-1D56-4380-9714-91F0C335EF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328" y="2291841"/>
            <a:ext cx="4555685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DD2197E6-A0DC-455A-BAA7-008E4316C0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328" y="2742511"/>
            <a:ext cx="4555685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193350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7">
            <a:extLst>
              <a:ext uri="{FF2B5EF4-FFF2-40B4-BE49-F238E27FC236}">
                <a16:creationId xmlns:a16="http://schemas.microsoft.com/office/drawing/2014/main" id="{0E63DA4D-0CDC-40C4-8D36-04AF2D215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4346" y="685802"/>
            <a:ext cx="5080133" cy="419098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20" name="Marcador de texto 7">
            <a:extLst>
              <a:ext uri="{FF2B5EF4-FFF2-40B4-BE49-F238E27FC236}">
                <a16:creationId xmlns:a16="http://schemas.microsoft.com/office/drawing/2014/main" id="{3C41E1F9-0495-4574-A819-741401A47F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1104900"/>
            <a:ext cx="10417175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>
              <a:buNone/>
              <a:defRPr sz="30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 TITLE HERE</a:t>
            </a:r>
          </a:p>
        </p:txBody>
      </p:sp>
    </p:spTree>
    <p:extLst>
      <p:ext uri="{BB962C8B-B14F-4D97-AF65-F5344CB8AC3E}">
        <p14:creationId xmlns:p14="http://schemas.microsoft.com/office/powerpoint/2010/main" val="122818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7FEA2-EEE2-43BE-B183-A2B07D026B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00" y="0"/>
            <a:ext cx="8378825" cy="52578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8BAF077-AAED-4241-AB5C-0CAD14867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379155"/>
            <a:ext cx="3810000" cy="24765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29EC76C1-73CA-4C20-8386-0334A3C1EB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140" y="1398061"/>
            <a:ext cx="2540073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2DB1CD7-8C93-4380-9ABC-35B5094AC6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140" y="1636456"/>
            <a:ext cx="2540073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5011FB0-5F2E-43BE-98F9-E79067DF61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1140" y="2087126"/>
            <a:ext cx="2540073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F1FC1E70-74DD-4D89-A44D-24C7892E831A}"/>
              </a:ext>
            </a:extLst>
          </p:cNvPr>
          <p:cNvSpPr/>
          <p:nvPr userDrawn="1"/>
        </p:nvSpPr>
        <p:spPr>
          <a:xfrm>
            <a:off x="457201" y="1728442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26817B4E-CF94-4083-9A53-9E7BC74ABF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99412" y="5913678"/>
            <a:ext cx="1270001" cy="450671"/>
          </a:xfrm>
          <a:prstGeom prst="rect">
            <a:avLst/>
          </a:prstGeom>
          <a:noFill/>
        </p:spPr>
        <p:txBody>
          <a:bodyPr vert="horz" wrap="none" lIns="0" tIns="91440" rIns="0" bIns="0" anchor="ctr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2F15AA6-4C45-4AE0-AD31-3F44ACE4CF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6576" y="5875784"/>
            <a:ext cx="2224088" cy="48856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690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09491F-F266-455E-B2B6-13F431D5BC11}"/>
              </a:ext>
            </a:extLst>
          </p:cNvPr>
          <p:cNvSpPr/>
          <p:nvPr userDrawn="1"/>
        </p:nvSpPr>
        <p:spPr>
          <a:xfrm>
            <a:off x="7680325" y="0"/>
            <a:ext cx="4508500" cy="1562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8BAF077-AAED-4241-AB5C-0CAD14867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3810000" cy="24765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7FEA2-EEE2-43BE-B183-A2B07D026B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00" y="1619250"/>
            <a:ext cx="8378825" cy="52578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29EC76C1-73CA-4C20-8386-0334A3C1EB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140" y="3436411"/>
            <a:ext cx="2540073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l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2DB1CD7-8C93-4380-9ABC-35B5094AC6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140" y="3674806"/>
            <a:ext cx="2540073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5011FB0-5F2E-43BE-98F9-E79067DF61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1140" y="4125476"/>
            <a:ext cx="2540073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F1FC1E70-74DD-4D89-A44D-24C7892E831A}"/>
              </a:ext>
            </a:extLst>
          </p:cNvPr>
          <p:cNvSpPr/>
          <p:nvPr userDrawn="1"/>
        </p:nvSpPr>
        <p:spPr>
          <a:xfrm>
            <a:off x="457201" y="3766792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26817B4E-CF94-4083-9A53-9E7BC74ABF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9073" y="555715"/>
            <a:ext cx="1270001" cy="450671"/>
          </a:xfrm>
          <a:prstGeom prst="rect">
            <a:avLst/>
          </a:prstGeom>
          <a:noFill/>
        </p:spPr>
        <p:txBody>
          <a:bodyPr vert="horz" wrap="none" lIns="0" tIns="91440" rIns="0" bIns="0" anchor="ctr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2F15AA6-4C45-4AE0-AD31-3F44ACE4CF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66237" y="536768"/>
            <a:ext cx="2224088" cy="48856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151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7FEA2-EEE2-43BE-B183-A2B07D026B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" y="0"/>
            <a:ext cx="8378825" cy="52578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8BAF077-AAED-4241-AB5C-0CAD14867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9253" y="4379155"/>
            <a:ext cx="3810000" cy="24765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29EC76C1-73CA-4C20-8386-0334A3C1EB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68165" y="1398061"/>
            <a:ext cx="2540073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r">
              <a:buNone/>
              <a:defRPr sz="1000" b="1" i="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YOUR TITLE HERE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2DB1CD7-8C93-4380-9ABC-35B5094AC6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8165" y="1636456"/>
            <a:ext cx="2540073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r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PUT YOUR BIG TITLE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5011FB0-5F2E-43BE-98F9-E79067DF61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8165" y="2087126"/>
            <a:ext cx="2540073" cy="11778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usce</a:t>
            </a:r>
            <a:r>
              <a:rPr lang="en-US" dirty="0"/>
              <a:t> diam.</a:t>
            </a:r>
          </a:p>
        </p:txBody>
      </p:sp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F1FC1E70-74DD-4D89-A44D-24C7892E831A}"/>
              </a:ext>
            </a:extLst>
          </p:cNvPr>
          <p:cNvSpPr/>
          <p:nvPr userDrawn="1"/>
        </p:nvSpPr>
        <p:spPr>
          <a:xfrm>
            <a:off x="11662220" y="1728442"/>
            <a:ext cx="152399" cy="190499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799"/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26817B4E-CF94-4083-9A53-9E7BC74ABF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15" y="5913678"/>
            <a:ext cx="1270001" cy="450671"/>
          </a:xfrm>
          <a:prstGeom prst="rect">
            <a:avLst/>
          </a:prstGeom>
          <a:noFill/>
        </p:spPr>
        <p:txBody>
          <a:bodyPr vert="horz" wrap="none" lIns="0" tIns="91440" rIns="0" bIns="0" anchor="ctr" anchorCtr="0">
            <a:noAutofit/>
          </a:bodyPr>
          <a:lstStyle>
            <a:lvl1pPr marL="0" indent="0" algn="l">
              <a:buNone/>
              <a:defRPr sz="1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2F15AA6-4C45-4AE0-AD31-3F44ACE4CF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08179" y="5875784"/>
            <a:ext cx="2224088" cy="48856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2pPr>
            <a:lvl3pPr marL="914126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3pPr>
            <a:lvl4pPr marL="1371189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4pPr>
            <a:lvl5pPr marL="1828252" indent="0">
              <a:buNone/>
              <a:defRPr sz="1400">
                <a:latin typeface="Raleway" charset="0"/>
                <a:ea typeface="Raleway" charset="0"/>
                <a:cs typeface="Raleway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 </a:t>
            </a:r>
            <a:r>
              <a:rPr lang="en-US" dirty="0" err="1"/>
              <a:t>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788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761205" y="6172200"/>
            <a:ext cx="105703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ame 16"/>
          <p:cNvSpPr/>
          <p:nvPr userDrawn="1"/>
        </p:nvSpPr>
        <p:spPr>
          <a:xfrm>
            <a:off x="11015663" y="380806"/>
            <a:ext cx="319088" cy="304994"/>
          </a:xfrm>
          <a:prstGeom prst="frame">
            <a:avLst>
              <a:gd name="adj1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11015663" y="410192"/>
            <a:ext cx="31591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900" b="1" smtClean="0">
                <a:solidFill>
                  <a:schemeClr val="bg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900" b="1" dirty="0">
              <a:solidFill>
                <a:schemeClr val="bg1"/>
              </a:solidFill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24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03" r:id="rId2"/>
    <p:sldLayoutId id="2147483666" r:id="rId3"/>
    <p:sldLayoutId id="2147483665" r:id="rId4"/>
    <p:sldLayoutId id="2147483667" r:id="rId5"/>
    <p:sldLayoutId id="2147483668" r:id="rId6"/>
    <p:sldLayoutId id="2147483705" r:id="rId7"/>
    <p:sldLayoutId id="2147483708" r:id="rId8"/>
    <p:sldLayoutId id="2147483706" r:id="rId9"/>
    <p:sldLayoutId id="2147483707" r:id="rId10"/>
    <p:sldLayoutId id="2147483697" r:id="rId11"/>
    <p:sldLayoutId id="2147483766" r:id="rId12"/>
    <p:sldLayoutId id="2147483796" r:id="rId13"/>
    <p:sldLayoutId id="2147483769" r:id="rId14"/>
    <p:sldLayoutId id="2147483767" r:id="rId15"/>
    <p:sldLayoutId id="2147483768" r:id="rId16"/>
    <p:sldLayoutId id="2147483765" r:id="rId17"/>
    <p:sldLayoutId id="2147483669" r:id="rId18"/>
    <p:sldLayoutId id="2147483704" r:id="rId19"/>
    <p:sldLayoutId id="2147483670" r:id="rId20"/>
    <p:sldLayoutId id="2147483688" r:id="rId21"/>
    <p:sldLayoutId id="2147483691" r:id="rId22"/>
    <p:sldLayoutId id="2147483692" r:id="rId23"/>
    <p:sldLayoutId id="2147483693" r:id="rId24"/>
    <p:sldLayoutId id="2147483694" r:id="rId25"/>
    <p:sldLayoutId id="2147483690" r:id="rId26"/>
    <p:sldLayoutId id="2147483696" r:id="rId27"/>
    <p:sldLayoutId id="2147483695" r:id="rId28"/>
    <p:sldLayoutId id="2147483700" r:id="rId29"/>
    <p:sldLayoutId id="2147483698" r:id="rId30"/>
    <p:sldLayoutId id="2147483699" r:id="rId31"/>
    <p:sldLayoutId id="2147483701" r:id="rId32"/>
    <p:sldLayoutId id="2147483702" r:id="rId33"/>
    <p:sldLayoutId id="2147483689" r:id="rId34"/>
    <p:sldLayoutId id="2147483671" r:id="rId35"/>
    <p:sldLayoutId id="2147483686" r:id="rId36"/>
    <p:sldLayoutId id="2147483687" r:id="rId37"/>
    <p:sldLayoutId id="2147483672" r:id="rId38"/>
    <p:sldLayoutId id="2147483684" r:id="rId39"/>
    <p:sldLayoutId id="2147483685" r:id="rId40"/>
    <p:sldLayoutId id="2147483731" r:id="rId41"/>
    <p:sldLayoutId id="2147483674" r:id="rId42"/>
    <p:sldLayoutId id="2147483709" r:id="rId43"/>
    <p:sldLayoutId id="2147483675" r:id="rId44"/>
    <p:sldLayoutId id="2147483673" r:id="rId45"/>
    <p:sldLayoutId id="2147483710" r:id="rId46"/>
    <p:sldLayoutId id="2147483676" r:id="rId47"/>
    <p:sldLayoutId id="2147483717" r:id="rId48"/>
    <p:sldLayoutId id="2147483718" r:id="rId49"/>
    <p:sldLayoutId id="2147483719" r:id="rId50"/>
    <p:sldLayoutId id="2147483732" r:id="rId51"/>
    <p:sldLayoutId id="2147483721" r:id="rId52"/>
    <p:sldLayoutId id="2147483722" r:id="rId53"/>
    <p:sldLayoutId id="2147483723" r:id="rId54"/>
    <p:sldLayoutId id="2147483733" r:id="rId55"/>
    <p:sldLayoutId id="2147483734" r:id="rId56"/>
    <p:sldLayoutId id="2147483735" r:id="rId57"/>
    <p:sldLayoutId id="2147483724" r:id="rId58"/>
    <p:sldLayoutId id="2147483725" r:id="rId59"/>
    <p:sldLayoutId id="2147483726" r:id="rId60"/>
    <p:sldLayoutId id="2147483727" r:id="rId61"/>
    <p:sldLayoutId id="2147483728" r:id="rId62"/>
    <p:sldLayoutId id="2147483729" r:id="rId63"/>
    <p:sldLayoutId id="2147483786" r:id="rId64"/>
    <p:sldLayoutId id="2147483730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677" r:id="rId71"/>
    <p:sldLayoutId id="2147483678" r:id="rId72"/>
    <p:sldLayoutId id="2147483679" r:id="rId73"/>
    <p:sldLayoutId id="2147483681" r:id="rId74"/>
    <p:sldLayoutId id="2147483682" r:id="rId75"/>
    <p:sldLayoutId id="2147483683" r:id="rId76"/>
    <p:sldLayoutId id="2147483794" r:id="rId77"/>
    <p:sldLayoutId id="2147483777" r:id="rId78"/>
    <p:sldLayoutId id="2147483779" r:id="rId79"/>
    <p:sldLayoutId id="2147483787" r:id="rId80"/>
    <p:sldLayoutId id="2147483788" r:id="rId8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E2FACDD7-6E3E-4D62-A04F-E1BBBC323B2D}"/>
              </a:ext>
            </a:extLst>
          </p:cNvPr>
          <p:cNvSpPr/>
          <p:nvPr userDrawn="1"/>
        </p:nvSpPr>
        <p:spPr>
          <a:xfrm>
            <a:off x="11015663" y="380806"/>
            <a:ext cx="319088" cy="304994"/>
          </a:xfrm>
          <a:prstGeom prst="frame">
            <a:avLst>
              <a:gd name="adj1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FBFD23-60B0-4B6B-8132-ED21C56C2116}"/>
              </a:ext>
            </a:extLst>
          </p:cNvPr>
          <p:cNvSpPr txBox="1">
            <a:spLocks/>
          </p:cNvSpPr>
          <p:nvPr userDrawn="1"/>
        </p:nvSpPr>
        <p:spPr>
          <a:xfrm>
            <a:off x="11015663" y="410192"/>
            <a:ext cx="31591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900" b="1" smtClean="0">
                <a:solidFill>
                  <a:schemeClr val="bg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900" b="1" dirty="0">
              <a:solidFill>
                <a:schemeClr val="bg1"/>
              </a:solidFill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0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6" r:id="rId2"/>
    <p:sldLayoutId id="2147483757" r:id="rId3"/>
    <p:sldLayoutId id="2147483758" r:id="rId4"/>
    <p:sldLayoutId id="2147483790" r:id="rId5"/>
    <p:sldLayoutId id="2147483791" r:id="rId6"/>
    <p:sldLayoutId id="2147483759" r:id="rId7"/>
    <p:sldLayoutId id="2147483792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76" r:id="rId14"/>
    <p:sldLayoutId id="2147483784" r:id="rId15"/>
    <p:sldLayoutId id="2147483785" r:id="rId16"/>
    <p:sldLayoutId id="2147483793" r:id="rId17"/>
    <p:sldLayoutId id="2147483789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f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fif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E1A0AC-6B35-40BE-BCB7-56CBF54CC1E1}"/>
              </a:ext>
            </a:extLst>
          </p:cNvPr>
          <p:cNvSpPr/>
          <p:nvPr/>
        </p:nvSpPr>
        <p:spPr>
          <a:xfrm>
            <a:off x="0" y="-1"/>
            <a:ext cx="12188825" cy="3263318"/>
          </a:xfrm>
          <a:custGeom>
            <a:avLst/>
            <a:gdLst>
              <a:gd name="connsiteX0" fmla="*/ 0 w 12322175"/>
              <a:gd name="connsiteY0" fmla="*/ 0 h 1162050"/>
              <a:gd name="connsiteX1" fmla="*/ 12322175 w 12322175"/>
              <a:gd name="connsiteY1" fmla="*/ 0 h 1162050"/>
              <a:gd name="connsiteX2" fmla="*/ 12322175 w 12322175"/>
              <a:gd name="connsiteY2" fmla="*/ 1162050 h 1162050"/>
              <a:gd name="connsiteX3" fmla="*/ 0 w 12322175"/>
              <a:gd name="connsiteY3" fmla="*/ 1162050 h 1162050"/>
              <a:gd name="connsiteX4" fmla="*/ 0 w 12322175"/>
              <a:gd name="connsiteY4" fmla="*/ 0 h 1162050"/>
              <a:gd name="connsiteX0" fmla="*/ 0 w 12322175"/>
              <a:gd name="connsiteY0" fmla="*/ 0 h 1162050"/>
              <a:gd name="connsiteX1" fmla="*/ 12322175 w 12322175"/>
              <a:gd name="connsiteY1" fmla="*/ 0 h 1162050"/>
              <a:gd name="connsiteX2" fmla="*/ 0 w 12322175"/>
              <a:gd name="connsiteY2" fmla="*/ 1162050 h 1162050"/>
              <a:gd name="connsiteX3" fmla="*/ 0 w 12322175"/>
              <a:gd name="connsiteY3" fmla="*/ 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2175" h="1162050">
                <a:moveTo>
                  <a:pt x="0" y="0"/>
                </a:moveTo>
                <a:lnTo>
                  <a:pt x="12322175" y="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4EDC012-29B6-4155-8B7C-3601296FF835}"/>
              </a:ext>
            </a:extLst>
          </p:cNvPr>
          <p:cNvSpPr txBox="1">
            <a:spLocks/>
          </p:cNvSpPr>
          <p:nvPr/>
        </p:nvSpPr>
        <p:spPr>
          <a:xfrm>
            <a:off x="1380479" y="2745959"/>
            <a:ext cx="5185421" cy="1611474"/>
          </a:xfrm>
          <a:prstGeom prst="rect">
            <a:avLst/>
          </a:prstGeom>
        </p:spPr>
        <p:txBody>
          <a:bodyPr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Raleway SemiBold" charset="0"/>
              <a:ea typeface="Raleway SemiBold" charset="0"/>
              <a:cs typeface="Raleway SemiBold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67476-EDC1-42BE-9FA2-F362D09DC160}"/>
              </a:ext>
            </a:extLst>
          </p:cNvPr>
          <p:cNvSpPr txBox="1"/>
          <p:nvPr/>
        </p:nvSpPr>
        <p:spPr>
          <a:xfrm>
            <a:off x="2656945" y="2744587"/>
            <a:ext cx="68749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  <a:latin typeface="Raleway" panose="020B0003030101060003" pitchFamily="34" charset="0"/>
              </a:rPr>
              <a:t>OVERVIEW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Raleway" panose="020B0003030101060003" pitchFamily="34" charset="0"/>
              </a:rPr>
              <a:t>SHARED SERVICES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Raleway" panose="020B0003030101060003" pitchFamily="34" charset="0"/>
              </a:rPr>
              <a:t>GLOBAL MARKET SUPERVISION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Raleway" panose="020B0003030101060003" pitchFamily="34" charset="0"/>
              </a:rPr>
              <a:t>SHARED FUNCTIONS</a:t>
            </a:r>
            <a:endParaRPr lang="en-US" sz="2000" b="1" dirty="0">
              <a:solidFill>
                <a:schemeClr val="accent1">
                  <a:lumMod val="40000"/>
                  <a:lumOff val="60000"/>
                </a:schemeClr>
              </a:solidFill>
              <a:latin typeface="Raleway" panose="020B0003030101060003" pitchFamily="34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D3EDAA32-8374-4A71-8B90-90BEDB4E4389}"/>
              </a:ext>
            </a:extLst>
          </p:cNvPr>
          <p:cNvSpPr/>
          <p:nvPr/>
        </p:nvSpPr>
        <p:spPr>
          <a:xfrm flipH="1" flipV="1">
            <a:off x="5878514" y="2412999"/>
            <a:ext cx="6310311" cy="4444999"/>
          </a:xfrm>
          <a:custGeom>
            <a:avLst/>
            <a:gdLst>
              <a:gd name="connsiteX0" fmla="*/ 0 w 12322175"/>
              <a:gd name="connsiteY0" fmla="*/ 0 h 1162050"/>
              <a:gd name="connsiteX1" fmla="*/ 12322175 w 12322175"/>
              <a:gd name="connsiteY1" fmla="*/ 0 h 1162050"/>
              <a:gd name="connsiteX2" fmla="*/ 12322175 w 12322175"/>
              <a:gd name="connsiteY2" fmla="*/ 1162050 h 1162050"/>
              <a:gd name="connsiteX3" fmla="*/ 0 w 12322175"/>
              <a:gd name="connsiteY3" fmla="*/ 1162050 h 1162050"/>
              <a:gd name="connsiteX4" fmla="*/ 0 w 12322175"/>
              <a:gd name="connsiteY4" fmla="*/ 0 h 1162050"/>
              <a:gd name="connsiteX0" fmla="*/ 0 w 12322175"/>
              <a:gd name="connsiteY0" fmla="*/ 0 h 1162050"/>
              <a:gd name="connsiteX1" fmla="*/ 12322175 w 12322175"/>
              <a:gd name="connsiteY1" fmla="*/ 0 h 1162050"/>
              <a:gd name="connsiteX2" fmla="*/ 0 w 12322175"/>
              <a:gd name="connsiteY2" fmla="*/ 1162050 h 1162050"/>
              <a:gd name="connsiteX3" fmla="*/ 0 w 12322175"/>
              <a:gd name="connsiteY3" fmla="*/ 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2175" h="1162050">
                <a:moveTo>
                  <a:pt x="0" y="0"/>
                </a:moveTo>
                <a:lnTo>
                  <a:pt x="12322175" y="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FEEFDD-C086-BD39-A7EF-58A10D1F5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59" y="380213"/>
            <a:ext cx="906720" cy="9067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827833-DF2A-73E2-8805-28FC4F600363}"/>
              </a:ext>
            </a:extLst>
          </p:cNvPr>
          <p:cNvSpPr txBox="1"/>
          <p:nvPr/>
        </p:nvSpPr>
        <p:spPr>
          <a:xfrm>
            <a:off x="1380479" y="351007"/>
            <a:ext cx="63103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Raleway" panose="020B0003030101060003" pitchFamily="34" charset="0"/>
              </a:rPr>
              <a:t>CBOS: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</a:rPr>
              <a:t>SHARED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</a:rPr>
              <a:t>TECHNICAL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</a:rPr>
              <a:t>SERVICES</a:t>
            </a:r>
            <a:endParaRPr lang="en-US" sz="1400" b="1" dirty="0">
              <a:solidFill>
                <a:schemeClr val="bg1"/>
              </a:solidFill>
              <a:latin typeface="Raleway" panose="020B0003030101060003" pitchFamily="34" charset="0"/>
              <a:ea typeface="Raleway SemiBold" charset="0"/>
              <a:cs typeface="Raleway SemiBold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32354-8AF6-A611-BD9B-3AB4D7097E9D}"/>
              </a:ext>
            </a:extLst>
          </p:cNvPr>
          <p:cNvSpPr/>
          <p:nvPr/>
        </p:nvSpPr>
        <p:spPr>
          <a:xfrm>
            <a:off x="11006123" y="380213"/>
            <a:ext cx="499533" cy="4601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3EFD9E-8889-E57C-2E5D-FF316E6E4406}"/>
              </a:ext>
            </a:extLst>
          </p:cNvPr>
          <p:cNvSpPr txBox="1"/>
          <p:nvPr/>
        </p:nvSpPr>
        <p:spPr>
          <a:xfrm>
            <a:off x="135202" y="6300555"/>
            <a:ext cx="7388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anose="020B0003030101060003" pitchFamily="34" charset="0"/>
              </a:rPr>
              <a:t>2026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Raleway" panose="020B0003030101060003" pitchFamily="34" charset="0"/>
              <a:ea typeface="Raleway SemiBold" charset="0"/>
              <a:cs typeface="Raleway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53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26DCD26-25A3-54E9-372F-46555BDCE8EC}"/>
              </a:ext>
            </a:extLst>
          </p:cNvPr>
          <p:cNvSpPr/>
          <p:nvPr/>
        </p:nvSpPr>
        <p:spPr>
          <a:xfrm>
            <a:off x="8163" y="1563501"/>
            <a:ext cx="12172498" cy="5291667"/>
          </a:xfrm>
          <a:prstGeom prst="rect">
            <a:avLst/>
          </a:prstGeom>
          <a:solidFill>
            <a:srgbClr val="FCFCFC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FC4371-BE37-9641-F5DA-418D184F2C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4346" y="184395"/>
            <a:ext cx="5080133" cy="419098"/>
          </a:xfrm>
        </p:spPr>
        <p:txBody>
          <a:bodyPr/>
          <a:lstStyle/>
          <a:p>
            <a:r>
              <a:rPr lang="en-US" dirty="0"/>
              <a:t>SHARED TECHNICAL SERVICES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5677AB-9CFE-4D10-B15B-3E12BB9B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76" r="5177" b="1"/>
          <a:stretch>
            <a:fillRect/>
          </a:stretch>
        </p:blipFill>
        <p:spPr>
          <a:xfrm>
            <a:off x="52390" y="1070839"/>
            <a:ext cx="4055837" cy="38462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C253900-49FD-B3EC-D467-9A1628EA45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76"/>
          <a:stretch>
            <a:fillRect/>
          </a:stretch>
        </p:blipFill>
        <p:spPr>
          <a:xfrm>
            <a:off x="3637558" y="1070839"/>
            <a:ext cx="4996921" cy="436351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609AB-DA51-B5A7-CC99-7D86ADEFE9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9833" y="613639"/>
            <a:ext cx="10461742" cy="457200"/>
          </a:xfrm>
        </p:spPr>
        <p:txBody>
          <a:bodyPr/>
          <a:lstStyle/>
          <a:p>
            <a:r>
              <a:rPr lang="en-US" dirty="0"/>
              <a:t>ESTATE COVERAGE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AC0EF1-30F9-130E-D843-776ED5D5B76D}"/>
              </a:ext>
            </a:extLst>
          </p:cNvPr>
          <p:cNvSpPr txBox="1"/>
          <p:nvPr/>
        </p:nvSpPr>
        <p:spPr>
          <a:xfrm>
            <a:off x="806208" y="4209335"/>
            <a:ext cx="2564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trike="sngStrike" dirty="0">
                <a:latin typeface="Raleway" pitchFamily="2" charset="0"/>
              </a:rPr>
              <a:t>GLOBAL MARKET</a:t>
            </a:r>
          </a:p>
          <a:p>
            <a:pPr algn="ctr"/>
            <a:r>
              <a:rPr lang="en-US" b="1" strike="sngStrike" dirty="0">
                <a:latin typeface="Raleway" pitchFamily="2" charset="0"/>
              </a:rPr>
              <a:t>SUPERVISION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06827-2ACE-28DA-E090-2D09C3FE0A4B}"/>
              </a:ext>
            </a:extLst>
          </p:cNvPr>
          <p:cNvSpPr txBox="1"/>
          <p:nvPr/>
        </p:nvSpPr>
        <p:spPr>
          <a:xfrm>
            <a:off x="4853757" y="4209335"/>
            <a:ext cx="2564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Raleway" pitchFamily="2" charset="0"/>
              </a:rPr>
              <a:t>SHARED</a:t>
            </a:r>
          </a:p>
          <a:p>
            <a:pPr algn="ctr"/>
            <a:r>
              <a:rPr lang="en-US" b="1" dirty="0">
                <a:latin typeface="Raleway" pitchFamily="2" charset="0"/>
              </a:rPr>
              <a:t>SERVICES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D10C72-7CB2-A8B3-A1B4-10CEA8A91C6A}"/>
              </a:ext>
            </a:extLst>
          </p:cNvPr>
          <p:cNvSpPr txBox="1"/>
          <p:nvPr/>
        </p:nvSpPr>
        <p:spPr>
          <a:xfrm>
            <a:off x="8686869" y="4209335"/>
            <a:ext cx="2564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Raleway" pitchFamily="2" charset="0"/>
              </a:rPr>
              <a:t>SHARED </a:t>
            </a:r>
          </a:p>
          <a:p>
            <a:pPr algn="ctr"/>
            <a:r>
              <a:rPr lang="en-US" b="1" dirty="0">
                <a:latin typeface="Raleway" pitchFamily="2" charset="0"/>
              </a:rPr>
              <a:t>FUNCTIONS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CE6632-448D-5EC1-1B36-80B387808FEF}"/>
              </a:ext>
            </a:extLst>
          </p:cNvPr>
          <p:cNvSpPr/>
          <p:nvPr/>
        </p:nvSpPr>
        <p:spPr>
          <a:xfrm>
            <a:off x="0" y="6339684"/>
            <a:ext cx="12188825" cy="51831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ACE904-E030-8CA1-970C-22DB4B48A2F0}"/>
              </a:ext>
            </a:extLst>
          </p:cNvPr>
          <p:cNvSpPr/>
          <p:nvPr/>
        </p:nvSpPr>
        <p:spPr>
          <a:xfrm>
            <a:off x="0" y="6039118"/>
            <a:ext cx="12188825" cy="3016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CEFB039-89F2-5E0D-E2D0-11B3DF253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2083" y="6437567"/>
            <a:ext cx="337522" cy="337522"/>
          </a:xfrm>
          <a:prstGeom prst="rect">
            <a:avLst/>
          </a:prstGeom>
        </p:spPr>
      </p:pic>
      <p:sp>
        <p:nvSpPr>
          <p:cNvPr id="46" name="Text Placeholder 1">
            <a:extLst>
              <a:ext uri="{FF2B5EF4-FFF2-40B4-BE49-F238E27FC236}">
                <a16:creationId xmlns:a16="http://schemas.microsoft.com/office/drawing/2014/main" id="{F1728422-A1C1-271F-5941-5E363AEA6EA6}"/>
              </a:ext>
            </a:extLst>
          </p:cNvPr>
          <p:cNvSpPr txBox="1">
            <a:spLocks/>
          </p:cNvSpPr>
          <p:nvPr/>
        </p:nvSpPr>
        <p:spPr>
          <a:xfrm>
            <a:off x="640757" y="4917095"/>
            <a:ext cx="3079573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trike="sngStrike" dirty="0"/>
              <a:t>Builds and maintains the 1LOD Supervision Framework that covers Global Markets (including Global Investment Banking and Corporate Banking)</a:t>
            </a:r>
          </a:p>
        </p:txBody>
      </p:sp>
      <p:sp>
        <p:nvSpPr>
          <p:cNvPr id="47" name="Text Placeholder 1">
            <a:extLst>
              <a:ext uri="{FF2B5EF4-FFF2-40B4-BE49-F238E27FC236}">
                <a16:creationId xmlns:a16="http://schemas.microsoft.com/office/drawing/2014/main" id="{F7950DEB-9E40-4155-CE57-081CBB07F862}"/>
              </a:ext>
            </a:extLst>
          </p:cNvPr>
          <p:cNvSpPr txBox="1">
            <a:spLocks/>
          </p:cNvSpPr>
          <p:nvPr/>
        </p:nvSpPr>
        <p:spPr>
          <a:xfrm>
            <a:off x="4681633" y="4866473"/>
            <a:ext cx="3079573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Maintains and Develops Services to be re-used across CBOS and various domains across RBC.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CA780B6B-9092-169E-2943-C893F8A9FED9}"/>
              </a:ext>
            </a:extLst>
          </p:cNvPr>
          <p:cNvSpPr txBox="1">
            <a:spLocks/>
          </p:cNvSpPr>
          <p:nvPr/>
        </p:nvSpPr>
        <p:spPr>
          <a:xfrm>
            <a:off x="8499659" y="4866473"/>
            <a:ext cx="3079573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Supports the wider CBOS through AI, </a:t>
            </a:r>
            <a:r>
              <a:rPr lang="en-US" strike="sngStrike" dirty="0"/>
              <a:t>Architecture</a:t>
            </a:r>
            <a:r>
              <a:rPr lang="en-US" dirty="0"/>
              <a:t>, Automation, Development and </a:t>
            </a:r>
            <a:r>
              <a:rPr lang="en-US" strike="sngStrike" dirty="0"/>
              <a:t>QA</a:t>
            </a:r>
            <a:r>
              <a:rPr lang="en-US" dirty="0"/>
              <a:t>. CM Technical Lead on Digital Assets.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404DE6-4FEA-1E8E-428B-D0ED8B9D82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867" r="18132" b="22887"/>
          <a:stretch>
            <a:fillRect/>
          </a:stretch>
        </p:blipFill>
        <p:spPr>
          <a:xfrm>
            <a:off x="8923082" y="1162933"/>
            <a:ext cx="3261661" cy="2280656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2B1D95FA-33E4-35B8-347D-CC99C846879F}"/>
              </a:ext>
            </a:extLst>
          </p:cNvPr>
          <p:cNvSpPr/>
          <p:nvPr/>
        </p:nvSpPr>
        <p:spPr>
          <a:xfrm>
            <a:off x="0" y="1218251"/>
            <a:ext cx="12188825" cy="5816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73B945-3713-1C7C-61AD-5C9E9085A37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443" t="23144" r="19950" b="25003"/>
          <a:stretch>
            <a:fillRect/>
          </a:stretch>
        </p:blipFill>
        <p:spPr>
          <a:xfrm>
            <a:off x="8297824" y="2261028"/>
            <a:ext cx="1741621" cy="14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1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19">
            <a:extLst>
              <a:ext uri="{FF2B5EF4-FFF2-40B4-BE49-F238E27FC236}">
                <a16:creationId xmlns:a16="http://schemas.microsoft.com/office/drawing/2014/main" id="{A2400BAF-91C7-9D35-2FBA-5AEC51F605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76"/>
          <a:stretch>
            <a:fillRect/>
          </a:stretch>
        </p:blipFill>
        <p:spPr>
          <a:xfrm>
            <a:off x="946941" y="108831"/>
            <a:ext cx="956510" cy="83526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BE7CC35-48BA-1C8E-73C1-0631893C0C06}"/>
              </a:ext>
            </a:extLst>
          </p:cNvPr>
          <p:cNvSpPr/>
          <p:nvPr/>
        </p:nvSpPr>
        <p:spPr>
          <a:xfrm>
            <a:off x="318783" y="607035"/>
            <a:ext cx="499533" cy="39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B51B9-B9E5-AC21-8BEB-FD20D7479030}"/>
              </a:ext>
            </a:extLst>
          </p:cNvPr>
          <p:cNvSpPr/>
          <p:nvPr/>
        </p:nvSpPr>
        <p:spPr>
          <a:xfrm>
            <a:off x="0" y="6340737"/>
            <a:ext cx="12188825" cy="5183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5556E2-9D7C-ED8E-13C0-1EB47E24A474}"/>
              </a:ext>
            </a:extLst>
          </p:cNvPr>
          <p:cNvSpPr/>
          <p:nvPr/>
        </p:nvSpPr>
        <p:spPr>
          <a:xfrm>
            <a:off x="0" y="6039118"/>
            <a:ext cx="12188825" cy="3016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80A295-609C-DC68-CBFB-748B2D0E99C1}"/>
              </a:ext>
            </a:extLst>
          </p:cNvPr>
          <p:cNvSpPr/>
          <p:nvPr/>
        </p:nvSpPr>
        <p:spPr>
          <a:xfrm>
            <a:off x="146168" y="959750"/>
            <a:ext cx="3973973" cy="3016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aleway" pitchFamily="2" charset="0"/>
              </a:rPr>
              <a:t>GLOBAL MARKET SUPERVISION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5C16ED-1E19-40D7-B104-65E969537C7C}"/>
              </a:ext>
            </a:extLst>
          </p:cNvPr>
          <p:cNvSpPr/>
          <p:nvPr/>
        </p:nvSpPr>
        <p:spPr>
          <a:xfrm>
            <a:off x="4331545" y="967451"/>
            <a:ext cx="5230389" cy="3016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aleway" pitchFamily="2" charset="0"/>
              </a:rPr>
              <a:t>SHARED SERVICES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A67033-73A6-AD0C-3A2A-156A7E24F2BD}"/>
              </a:ext>
            </a:extLst>
          </p:cNvPr>
          <p:cNvSpPr/>
          <p:nvPr/>
        </p:nvSpPr>
        <p:spPr>
          <a:xfrm>
            <a:off x="144391" y="1404301"/>
            <a:ext cx="3973973" cy="4117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051892-A118-0267-078E-6AF9F93E7EE4}"/>
              </a:ext>
            </a:extLst>
          </p:cNvPr>
          <p:cNvSpPr/>
          <p:nvPr/>
        </p:nvSpPr>
        <p:spPr>
          <a:xfrm>
            <a:off x="4331546" y="1410413"/>
            <a:ext cx="5230389" cy="4111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C572F28-6C10-008C-F925-3850284AE743}"/>
              </a:ext>
            </a:extLst>
          </p:cNvPr>
          <p:cNvSpPr txBox="1">
            <a:spLocks/>
          </p:cNvSpPr>
          <p:nvPr/>
        </p:nvSpPr>
        <p:spPr>
          <a:xfrm>
            <a:off x="863541" y="209685"/>
            <a:ext cx="10461742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TECHNICAL APPLICATIONS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46E12F9-3D57-871D-D432-76B7833C5D2E}"/>
              </a:ext>
            </a:extLst>
          </p:cNvPr>
          <p:cNvSpPr/>
          <p:nvPr/>
        </p:nvSpPr>
        <p:spPr>
          <a:xfrm>
            <a:off x="4465768" y="1532956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/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SNS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SIMPLE NOTIFICATION SERVICE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33FA84-FB81-4ADC-672C-884C276DEBE8}"/>
              </a:ext>
            </a:extLst>
          </p:cNvPr>
          <p:cNvSpPr/>
          <p:nvPr/>
        </p:nvSpPr>
        <p:spPr>
          <a:xfrm>
            <a:off x="9773338" y="972352"/>
            <a:ext cx="2220902" cy="3016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Raleway" pitchFamily="2" charset="0"/>
              </a:rPr>
              <a:t>HUB GUIs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00C333-3873-48AF-80BC-CE6EE2B05265}"/>
              </a:ext>
            </a:extLst>
          </p:cNvPr>
          <p:cNvSpPr/>
          <p:nvPr/>
        </p:nvSpPr>
        <p:spPr>
          <a:xfrm>
            <a:off x="9775116" y="1402710"/>
            <a:ext cx="2215628" cy="4119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FB072B7-EACB-D7AD-F6FB-2898625C5781}"/>
              </a:ext>
            </a:extLst>
          </p:cNvPr>
          <p:cNvSpPr/>
          <p:nvPr/>
        </p:nvSpPr>
        <p:spPr>
          <a:xfrm>
            <a:off x="5740893" y="1532955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Apheleia</a:t>
            </a:r>
          </a:p>
          <a:p>
            <a:pPr algn="ctr"/>
            <a:r>
              <a:rPr lang="en-US" sz="500" dirty="0">
                <a:latin typeface="Raleway" pitchFamily="2" charset="0"/>
              </a:rPr>
              <a:t>ADMIN AS A SERVICE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CAB6D9A-A114-0400-1F01-790EEF1495CA}"/>
              </a:ext>
            </a:extLst>
          </p:cNvPr>
          <p:cNvSpPr/>
          <p:nvPr/>
        </p:nvSpPr>
        <p:spPr>
          <a:xfrm>
            <a:off x="7007633" y="1522246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7030A0"/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HPDS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HIGH PERFORMANCE DATA SETS (LARGE DATA REPORTING)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43D4E5A-74CB-4CBE-7398-2368626E0E42}"/>
              </a:ext>
            </a:extLst>
          </p:cNvPr>
          <p:cNvSpPr/>
          <p:nvPr/>
        </p:nvSpPr>
        <p:spPr>
          <a:xfrm>
            <a:off x="8274373" y="1522245"/>
            <a:ext cx="1140903" cy="528507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Workspaces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CONFIGURATION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0504F5-E581-5A5E-0C4F-067349029A5E}"/>
              </a:ext>
            </a:extLst>
          </p:cNvPr>
          <p:cNvSpPr/>
          <p:nvPr/>
        </p:nvSpPr>
        <p:spPr>
          <a:xfrm>
            <a:off x="4465768" y="2184005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IDOL</a:t>
            </a:r>
          </a:p>
          <a:p>
            <a:pPr algn="ctr"/>
            <a:r>
              <a:rPr lang="en-US" sz="500" dirty="0">
                <a:latin typeface="Raleway" pitchFamily="2" charset="0"/>
              </a:rPr>
              <a:t>FAAS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A38DBE6-E7CF-DA05-2FD8-56022894AEBD}"/>
              </a:ext>
            </a:extLst>
          </p:cNvPr>
          <p:cNvSpPr/>
          <p:nvPr/>
        </p:nvSpPr>
        <p:spPr>
          <a:xfrm>
            <a:off x="5740893" y="2184004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SQS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SIMPLE QUEUING SERVICE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A93EF0F-6756-EAD9-B146-8E7471355B9F}"/>
              </a:ext>
            </a:extLst>
          </p:cNvPr>
          <p:cNvSpPr/>
          <p:nvPr/>
        </p:nvSpPr>
        <p:spPr>
          <a:xfrm>
            <a:off x="7007633" y="2173295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25000">
                <a:schemeClr val="accent2"/>
              </a:gs>
              <a:gs pos="100000">
                <a:srgbClr val="7030A0"/>
              </a:gs>
              <a:gs pos="50000">
                <a:schemeClr val="accent3">
                  <a:lumMod val="105000"/>
                  <a:satMod val="109000"/>
                  <a:tint val="81000"/>
                </a:schemeClr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CQS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CENTRAL QUEUING SERVICE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0879F0D-DDB0-C9E4-8A79-839E7D0814F7}"/>
              </a:ext>
            </a:extLst>
          </p:cNvPr>
          <p:cNvSpPr/>
          <p:nvPr/>
        </p:nvSpPr>
        <p:spPr>
          <a:xfrm>
            <a:off x="8274373" y="2173294"/>
            <a:ext cx="1140903" cy="528507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AiDirect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ModelOps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15759EA-819C-63B2-7685-FAC1F0CDA7B9}"/>
              </a:ext>
            </a:extLst>
          </p:cNvPr>
          <p:cNvSpPr/>
          <p:nvPr/>
        </p:nvSpPr>
        <p:spPr>
          <a:xfrm>
            <a:off x="4465768" y="2845763"/>
            <a:ext cx="1140903" cy="528507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AiDirect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Jobs (Airflow)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CA7924B-14F2-284B-243B-9D15654F8026}"/>
              </a:ext>
            </a:extLst>
          </p:cNvPr>
          <p:cNvSpPr/>
          <p:nvPr/>
        </p:nvSpPr>
        <p:spPr>
          <a:xfrm>
            <a:off x="5740893" y="2845762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25000">
                <a:schemeClr val="accent2"/>
              </a:gs>
              <a:gs pos="100000">
                <a:srgbClr val="7030A0"/>
              </a:gs>
              <a:gs pos="50000">
                <a:schemeClr val="accent3">
                  <a:lumMod val="105000"/>
                  <a:satMod val="109000"/>
                  <a:tint val="81000"/>
                </a:schemeClr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RDF</a:t>
            </a:r>
          </a:p>
          <a:p>
            <a:pPr algn="ctr"/>
            <a:r>
              <a:rPr lang="en-US" sz="500" dirty="0">
                <a:latin typeface="Raleway" pitchFamily="2" charset="0"/>
              </a:rPr>
              <a:t>REAL-TIME DATA FABRIC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2B3DCC5-1D42-3E0A-EE46-CB4DA55E94F1}"/>
              </a:ext>
            </a:extLst>
          </p:cNvPr>
          <p:cNvSpPr/>
          <p:nvPr/>
        </p:nvSpPr>
        <p:spPr>
          <a:xfrm>
            <a:off x="7007633" y="2835053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25000">
                <a:schemeClr val="accent2"/>
              </a:gs>
              <a:gs pos="100000">
                <a:srgbClr val="7030A0"/>
              </a:gs>
              <a:gs pos="50000">
                <a:schemeClr val="accent3">
                  <a:lumMod val="105000"/>
                  <a:satMod val="109000"/>
                  <a:tint val="81000"/>
                </a:schemeClr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SDI</a:t>
            </a:r>
          </a:p>
          <a:p>
            <a:pPr algn="ctr"/>
            <a:r>
              <a:rPr lang="en-US" sz="500" dirty="0">
                <a:latin typeface="Raleway" pitchFamily="2" charset="0"/>
              </a:rPr>
              <a:t>SINGLE DATA INTERFACE (SDKs)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59D5385-415D-629A-2D2C-637CA54FE98E}"/>
              </a:ext>
            </a:extLst>
          </p:cNvPr>
          <p:cNvSpPr/>
          <p:nvPr/>
        </p:nvSpPr>
        <p:spPr>
          <a:xfrm>
            <a:off x="8274373" y="2835052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7030A0"/>
              </a:gs>
            </a:gsLst>
            <a:lin ang="0" scaled="1"/>
            <a:tileRect/>
          </a:gradFill>
          <a:ln w="1905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End of Day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Contract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3DCD9A7-7A71-09ED-8260-4201EE5A8D56}"/>
              </a:ext>
            </a:extLst>
          </p:cNvPr>
          <p:cNvSpPr/>
          <p:nvPr/>
        </p:nvSpPr>
        <p:spPr>
          <a:xfrm>
            <a:off x="4465768" y="3506663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FR2004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FR2024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6FBFDD9-9DE3-46B7-601F-BB412194E45A}"/>
              </a:ext>
            </a:extLst>
          </p:cNvPr>
          <p:cNvSpPr/>
          <p:nvPr/>
        </p:nvSpPr>
        <p:spPr>
          <a:xfrm>
            <a:off x="5740893" y="3506662"/>
            <a:ext cx="1140903" cy="528507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RECS</a:t>
            </a:r>
          </a:p>
          <a:p>
            <a:pPr algn="ctr"/>
            <a:r>
              <a:rPr lang="en-US" sz="600" dirty="0">
                <a:latin typeface="Raleway" pitchFamily="2" charset="0"/>
              </a:rPr>
              <a:t>(iMatch / Xceptor)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694ADBC-CC3A-81BD-4FC5-0357C8E5CCC3}"/>
              </a:ext>
            </a:extLst>
          </p:cNvPr>
          <p:cNvSpPr/>
          <p:nvPr/>
        </p:nvSpPr>
        <p:spPr>
          <a:xfrm>
            <a:off x="7007633" y="3495953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RDH</a:t>
            </a:r>
          </a:p>
          <a:p>
            <a:pPr algn="ctr"/>
            <a:r>
              <a:rPr lang="en-US" sz="500" dirty="0">
                <a:latin typeface="Raleway" pitchFamily="2" charset="0"/>
              </a:rPr>
              <a:t>REALTIME DATA HYDRATION (RT REFERENCE DATA)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45D45E3-819B-D863-DACD-99AE63FC805F}"/>
              </a:ext>
            </a:extLst>
          </p:cNvPr>
          <p:cNvSpPr/>
          <p:nvPr/>
        </p:nvSpPr>
        <p:spPr>
          <a:xfrm>
            <a:off x="8274373" y="3495952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SDS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STATIC DATA SERVICE</a:t>
            </a:r>
          </a:p>
          <a:p>
            <a:pPr algn="ctr"/>
            <a:r>
              <a:rPr lang="en-US" sz="500" dirty="0">
                <a:latin typeface="Raleway" pitchFamily="2" charset="0"/>
              </a:rPr>
              <a:t>(BATCH REFERENCE DATA)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7B977F1-A538-E436-7C77-FB458FF49AF6}"/>
              </a:ext>
            </a:extLst>
          </p:cNvPr>
          <p:cNvSpPr/>
          <p:nvPr/>
        </p:nvSpPr>
        <p:spPr>
          <a:xfrm>
            <a:off x="4465768" y="4187221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latin typeface="Raleway" pitchFamily="2" charset="0"/>
              </a:rPr>
              <a:t>DVaaS</a:t>
            </a:r>
            <a:endParaRPr lang="en-US" sz="1100" dirty="0">
              <a:latin typeface="Raleway" pitchFamily="2" charset="0"/>
            </a:endParaRPr>
          </a:p>
          <a:p>
            <a:pPr algn="ctr"/>
            <a:r>
              <a:rPr lang="en-US" sz="1100" dirty="0">
                <a:latin typeface="Raleway" pitchFamily="2" charset="0"/>
              </a:rPr>
              <a:t>(OMNI)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CB282C5-4439-4CE2-A2CA-E410ADA7E60D}"/>
              </a:ext>
            </a:extLst>
          </p:cNvPr>
          <p:cNvSpPr/>
          <p:nvPr/>
        </p:nvSpPr>
        <p:spPr>
          <a:xfrm>
            <a:off x="5740893" y="4187220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Queue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Gateways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0E8AB45-3741-15B2-519A-4FB3399C6FFE}"/>
              </a:ext>
            </a:extLst>
          </p:cNvPr>
          <p:cNvSpPr/>
          <p:nvPr/>
        </p:nvSpPr>
        <p:spPr>
          <a:xfrm>
            <a:off x="7007633" y="4176511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File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Gateways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F5E9624-2138-9655-AC04-38741293ABE0}"/>
              </a:ext>
            </a:extLst>
          </p:cNvPr>
          <p:cNvSpPr/>
          <p:nvPr/>
        </p:nvSpPr>
        <p:spPr>
          <a:xfrm>
            <a:off x="8274373" y="4174972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Db Tables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Gateways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FCB930D-CAC6-9814-C2A5-4250E943F054}"/>
              </a:ext>
            </a:extLst>
          </p:cNvPr>
          <p:cNvSpPr/>
          <p:nvPr/>
        </p:nvSpPr>
        <p:spPr>
          <a:xfrm>
            <a:off x="4465768" y="4819469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Email Resolver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DE41FD4-BD30-0A21-44AC-268FADE606E1}"/>
              </a:ext>
            </a:extLst>
          </p:cNvPr>
          <p:cNvSpPr/>
          <p:nvPr/>
        </p:nvSpPr>
        <p:spPr>
          <a:xfrm>
            <a:off x="5740893" y="4819468"/>
            <a:ext cx="1140903" cy="528507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CTC</a:t>
            </a:r>
          </a:p>
          <a:p>
            <a:pPr algn="ctr"/>
            <a:r>
              <a:rPr lang="en-US" sz="500" dirty="0">
                <a:latin typeface="Raleway" pitchFamily="2" charset="0"/>
              </a:rPr>
              <a:t>COST TO CARRY </a:t>
            </a:r>
          </a:p>
          <a:p>
            <a:pPr algn="ctr"/>
            <a:r>
              <a:rPr lang="en-US" sz="500" dirty="0">
                <a:latin typeface="Raleway" pitchFamily="2" charset="0"/>
              </a:rPr>
              <a:t>(FUNDING EUC)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07BEC95-EC4A-9041-C074-350598D91021}"/>
              </a:ext>
            </a:extLst>
          </p:cNvPr>
          <p:cNvSpPr/>
          <p:nvPr/>
        </p:nvSpPr>
        <p:spPr>
          <a:xfrm>
            <a:off x="7016018" y="4820471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7030A0"/>
              </a:gs>
            </a:gsLst>
            <a:lin ang="0" scaled="1"/>
            <a:tileRect/>
          </a:gradFill>
          <a:ln w="1905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Rabacus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Reporting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53EF730-908E-C820-7F7A-D252E05F3B14}"/>
              </a:ext>
            </a:extLst>
          </p:cNvPr>
          <p:cNvSpPr/>
          <p:nvPr/>
        </p:nvSpPr>
        <p:spPr>
          <a:xfrm>
            <a:off x="284293" y="1543666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ROAR</a:t>
            </a:r>
          </a:p>
          <a:p>
            <a:pPr algn="ctr"/>
            <a:r>
              <a:rPr lang="en-US" sz="500" dirty="0">
                <a:latin typeface="Raleway" pitchFamily="2" charset="0"/>
              </a:rPr>
              <a:t>RESOURCE ONBOARDING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843944F-628A-D996-BF3C-FF6A81D63E5B}"/>
              </a:ext>
            </a:extLst>
          </p:cNvPr>
          <p:cNvSpPr/>
          <p:nvPr/>
        </p:nvSpPr>
        <p:spPr>
          <a:xfrm>
            <a:off x="1559418" y="1543665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ATS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ABSENCE TRACKING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58C53D1-BCA6-89EF-FD69-37E709C542A2}"/>
              </a:ext>
            </a:extLst>
          </p:cNvPr>
          <p:cNvSpPr/>
          <p:nvPr/>
        </p:nvSpPr>
        <p:spPr>
          <a:xfrm>
            <a:off x="2826158" y="1532956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JAMS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JOB MANDATE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12D8B1B-CE62-E7B3-BFC1-232DAA33040A}"/>
              </a:ext>
            </a:extLst>
          </p:cNvPr>
          <p:cNvSpPr/>
          <p:nvPr/>
        </p:nvSpPr>
        <p:spPr>
          <a:xfrm>
            <a:off x="284293" y="2194715"/>
            <a:ext cx="1140903" cy="528507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Venue Tool</a:t>
            </a:r>
          </a:p>
          <a:p>
            <a:pPr algn="ctr"/>
            <a:r>
              <a:rPr lang="en-US" sz="500" dirty="0">
                <a:latin typeface="Raleway" pitchFamily="2" charset="0"/>
              </a:rPr>
              <a:t>EXCHANGE/BROKER APPROVAL 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6DB08D80-7F0D-BACF-41B0-BE2EFC354901}"/>
              </a:ext>
            </a:extLst>
          </p:cNvPr>
          <p:cNvSpPr/>
          <p:nvPr/>
        </p:nvSpPr>
        <p:spPr>
          <a:xfrm>
            <a:off x="1559418" y="2194714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 w="19050">
            <a:solidFill>
              <a:srgbClr val="92D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EDS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PAR WORKFLOW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D96CD39-71B1-A498-398E-5BAA2CC28DA8}"/>
              </a:ext>
            </a:extLst>
          </p:cNvPr>
          <p:cNvSpPr/>
          <p:nvPr/>
        </p:nvSpPr>
        <p:spPr>
          <a:xfrm>
            <a:off x="2826158" y="2184005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OSFI</a:t>
            </a:r>
          </a:p>
          <a:p>
            <a:pPr algn="ctr"/>
            <a:r>
              <a:rPr lang="en-US" sz="500" dirty="0">
                <a:latin typeface="Raleway" pitchFamily="2" charset="0"/>
              </a:rPr>
              <a:t>GOVERNANCE &amp; INTERNAL CONTROLS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A90D988-970C-9DE6-1A3F-3B03775D748E}"/>
              </a:ext>
            </a:extLst>
          </p:cNvPr>
          <p:cNvSpPr/>
          <p:nvPr/>
        </p:nvSpPr>
        <p:spPr>
          <a:xfrm>
            <a:off x="284293" y="2856473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ARMS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CANCEL, AMENDS, HOLDS&lt; LATES REPORTING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00023F0-1D84-3040-5A5F-384AC14DA293}"/>
              </a:ext>
            </a:extLst>
          </p:cNvPr>
          <p:cNvSpPr/>
          <p:nvPr/>
        </p:nvSpPr>
        <p:spPr>
          <a:xfrm>
            <a:off x="1559418" y="2856472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SuperDash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Reports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37EC73C-E8F4-06E9-B0B1-296641CDE491}"/>
              </a:ext>
            </a:extLst>
          </p:cNvPr>
          <p:cNvSpPr/>
          <p:nvPr/>
        </p:nvSpPr>
        <p:spPr>
          <a:xfrm>
            <a:off x="2826158" y="2845763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SuperDash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ToDos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9596AE2-28CB-D143-DB52-47A61177A5F3}"/>
              </a:ext>
            </a:extLst>
          </p:cNvPr>
          <p:cNvSpPr/>
          <p:nvPr/>
        </p:nvSpPr>
        <p:spPr>
          <a:xfrm>
            <a:off x="284293" y="3517373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/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SuperDash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Widgets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216CD32-3696-44A7-77DE-A019871D2F52}"/>
              </a:ext>
            </a:extLst>
          </p:cNvPr>
          <p:cNvSpPr/>
          <p:nvPr/>
        </p:nvSpPr>
        <p:spPr>
          <a:xfrm>
            <a:off x="1559418" y="3517372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7030A0"/>
              </a:gs>
            </a:gsLst>
            <a:lin ang="0" scaled="1"/>
            <a:tileRect/>
          </a:gra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Trade Expense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Management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FE4FE52-7FFD-7B2D-D18E-A6AEBECD8780}"/>
              </a:ext>
            </a:extLst>
          </p:cNvPr>
          <p:cNvSpPr/>
          <p:nvPr/>
        </p:nvSpPr>
        <p:spPr>
          <a:xfrm>
            <a:off x="2826158" y="3506663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EAC</a:t>
            </a:r>
          </a:p>
          <a:p>
            <a:pPr algn="ctr"/>
            <a:r>
              <a:rPr lang="en-US" sz="500" dirty="0">
                <a:latin typeface="Raleway" pitchFamily="2" charset="0"/>
              </a:rPr>
              <a:t>EMPLOYEE CLASSIFICATIONS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BEDB767-CE57-3CD6-0FD6-10D1AD8ACBFF}"/>
              </a:ext>
            </a:extLst>
          </p:cNvPr>
          <p:cNvSpPr/>
          <p:nvPr/>
        </p:nvSpPr>
        <p:spPr>
          <a:xfrm>
            <a:off x="284293" y="4197931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  <a:tileRect/>
          </a:gradFill>
          <a:ln w="19050">
            <a:solidFill>
              <a:srgbClr val="92D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CPMS</a:t>
            </a:r>
          </a:p>
          <a:p>
            <a:pPr algn="ctr"/>
            <a:r>
              <a:rPr lang="en-US" sz="500" dirty="0">
                <a:latin typeface="Raleway" pitchFamily="2" charset="0"/>
              </a:rPr>
              <a:t>PROGRAM/PROJECT TRACKING &amp; REPORTING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BC402B0-70AC-6357-DF19-26FD166FC9F5}"/>
              </a:ext>
            </a:extLst>
          </p:cNvPr>
          <p:cNvSpPr/>
          <p:nvPr/>
        </p:nvSpPr>
        <p:spPr>
          <a:xfrm>
            <a:off x="1559418" y="4197930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  <a:tileRect/>
          </a:gradFill>
          <a:ln w="19050">
            <a:solidFill>
              <a:srgbClr val="92D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NBC</a:t>
            </a:r>
          </a:p>
          <a:p>
            <a:pPr algn="ctr"/>
            <a:r>
              <a:rPr lang="en-US" sz="500" dirty="0">
                <a:latin typeface="Raleway" pitchFamily="2" charset="0"/>
              </a:rPr>
              <a:t>NEW BUSINESS COMMITTEE (PROGRAM GENESIS)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477DCB59-59BF-948F-B8D0-EF4AF98F95CC}"/>
              </a:ext>
            </a:extLst>
          </p:cNvPr>
          <p:cNvSpPr/>
          <p:nvPr/>
        </p:nvSpPr>
        <p:spPr>
          <a:xfrm>
            <a:off x="2826158" y="4187221"/>
            <a:ext cx="1140903" cy="528507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Role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Attestation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E260F0B-E449-8DC5-8B74-DE11E78FDBE0}"/>
              </a:ext>
            </a:extLst>
          </p:cNvPr>
          <p:cNvSpPr/>
          <p:nvPr/>
        </p:nvSpPr>
        <p:spPr>
          <a:xfrm>
            <a:off x="284293" y="4830178"/>
            <a:ext cx="1140903" cy="528507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SOD/BABO</a:t>
            </a:r>
          </a:p>
          <a:p>
            <a:pPr algn="ctr"/>
            <a:r>
              <a:rPr lang="en-US" sz="1100" dirty="0">
                <a:latin typeface="Raleway" pitchFamily="2" charset="0"/>
              </a:rPr>
              <a:t>Attestation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D172425F-3768-E485-342F-4FFB2629250C}"/>
              </a:ext>
            </a:extLst>
          </p:cNvPr>
          <p:cNvSpPr/>
          <p:nvPr/>
        </p:nvSpPr>
        <p:spPr>
          <a:xfrm>
            <a:off x="1559418" y="4830177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ATARI</a:t>
            </a:r>
          </a:p>
          <a:p>
            <a:pPr algn="ctr"/>
            <a:r>
              <a:rPr lang="en-US" sz="500" dirty="0">
                <a:latin typeface="Raleway" pitchFamily="2" charset="0"/>
              </a:rPr>
              <a:t>ALGORITHM REGISTRY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7A50400F-21A4-5A17-0B80-D8E5DD211389}"/>
              </a:ext>
            </a:extLst>
          </p:cNvPr>
          <p:cNvSpPr/>
          <p:nvPr/>
        </p:nvSpPr>
        <p:spPr>
          <a:xfrm>
            <a:off x="2826158" y="4819468"/>
            <a:ext cx="1140903" cy="52850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Raleway" pitchFamily="2" charset="0"/>
              </a:rPr>
              <a:t>CLM</a:t>
            </a:r>
          </a:p>
          <a:p>
            <a:pPr algn="ctr"/>
            <a:r>
              <a:rPr lang="en-US" sz="500" dirty="0">
                <a:latin typeface="Raleway" pitchFamily="2" charset="0"/>
              </a:rPr>
              <a:t>CREDIT/CP LIMIT MANAGEMENT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9F6655E-970C-E60E-99C3-394233DE901A}"/>
              </a:ext>
            </a:extLst>
          </p:cNvPr>
          <p:cNvSpPr/>
          <p:nvPr/>
        </p:nvSpPr>
        <p:spPr>
          <a:xfrm>
            <a:off x="9991793" y="1522244"/>
            <a:ext cx="1800157" cy="63947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OpsHub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B975B9C-A9E2-065B-AF08-2789D4EF3E37}"/>
              </a:ext>
            </a:extLst>
          </p:cNvPr>
          <p:cNvSpPr/>
          <p:nvPr/>
        </p:nvSpPr>
        <p:spPr>
          <a:xfrm>
            <a:off x="10001926" y="3384980"/>
            <a:ext cx="1800157" cy="639479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/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SuperDash</a:t>
            </a:r>
          </a:p>
          <a:p>
            <a:pPr algn="ctr"/>
            <a:r>
              <a:rPr lang="en-US" dirty="0"/>
              <a:t>ControlHub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C52C9A22-23EC-2F33-2459-62410D724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083" y="6437567"/>
            <a:ext cx="337522" cy="337522"/>
          </a:xfrm>
          <a:prstGeom prst="rect">
            <a:avLst/>
          </a:prstGeom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00CAFF-F3CF-BE04-B349-780557DE85CB}"/>
              </a:ext>
            </a:extLst>
          </p:cNvPr>
          <p:cNvCxnSpPr/>
          <p:nvPr/>
        </p:nvCxnSpPr>
        <p:spPr>
          <a:xfrm>
            <a:off x="5756677" y="5787687"/>
            <a:ext cx="139902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85E69ACA-448E-F406-E50C-2050CDC28608}"/>
              </a:ext>
            </a:extLst>
          </p:cNvPr>
          <p:cNvSpPr txBox="1"/>
          <p:nvPr/>
        </p:nvSpPr>
        <p:spPr>
          <a:xfrm>
            <a:off x="5902095" y="5698993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Portfolio Management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2A8499D-ADBF-704F-30D9-B3853E753C17}"/>
              </a:ext>
            </a:extLst>
          </p:cNvPr>
          <p:cNvCxnSpPr/>
          <p:nvPr/>
        </p:nvCxnSpPr>
        <p:spPr>
          <a:xfrm>
            <a:off x="6867731" y="5787687"/>
            <a:ext cx="1399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FC3E9D2-6EB9-1ECD-5B6F-3ABBA5E5E3B2}"/>
              </a:ext>
            </a:extLst>
          </p:cNvPr>
          <p:cNvSpPr txBox="1"/>
          <p:nvPr/>
        </p:nvSpPr>
        <p:spPr>
          <a:xfrm>
            <a:off x="7007633" y="5698993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Human Resources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46866B6-4FA1-9165-BF1A-956F33E45584}"/>
              </a:ext>
            </a:extLst>
          </p:cNvPr>
          <p:cNvCxnSpPr/>
          <p:nvPr/>
        </p:nvCxnSpPr>
        <p:spPr>
          <a:xfrm>
            <a:off x="10985893" y="5791742"/>
            <a:ext cx="139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F32D9C0E-83E7-CFAD-A144-633BDF3791C2}"/>
              </a:ext>
            </a:extLst>
          </p:cNvPr>
          <p:cNvSpPr txBox="1"/>
          <p:nvPr/>
        </p:nvSpPr>
        <p:spPr>
          <a:xfrm>
            <a:off x="11125794" y="5703049"/>
            <a:ext cx="86494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Multiple Domains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D44328A-92D3-BD16-AC51-F34A73474D8A}"/>
              </a:ext>
            </a:extLst>
          </p:cNvPr>
          <p:cNvCxnSpPr/>
          <p:nvPr/>
        </p:nvCxnSpPr>
        <p:spPr>
          <a:xfrm>
            <a:off x="7787243" y="5787687"/>
            <a:ext cx="13990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021C3A5D-B131-A3CB-04A3-B6062409CA69}"/>
              </a:ext>
            </a:extLst>
          </p:cNvPr>
          <p:cNvSpPr txBox="1"/>
          <p:nvPr/>
        </p:nvSpPr>
        <p:spPr>
          <a:xfrm>
            <a:off x="7927145" y="5698993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Market Supervision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1CEC1FF-BBA2-A0A0-B392-F8BB50387C19}"/>
              </a:ext>
            </a:extLst>
          </p:cNvPr>
          <p:cNvCxnSpPr/>
          <p:nvPr/>
        </p:nvCxnSpPr>
        <p:spPr>
          <a:xfrm>
            <a:off x="8743010" y="5787687"/>
            <a:ext cx="13990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74DC2779-E11B-BD9B-3DCF-653FEA646BBB}"/>
              </a:ext>
            </a:extLst>
          </p:cNvPr>
          <p:cNvSpPr txBox="1"/>
          <p:nvPr/>
        </p:nvSpPr>
        <p:spPr>
          <a:xfrm>
            <a:off x="8882911" y="5698993"/>
            <a:ext cx="7555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Access Controls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77F3254-FA1A-3D21-760E-8FD2168EC172}"/>
              </a:ext>
            </a:extLst>
          </p:cNvPr>
          <p:cNvCxnSpPr/>
          <p:nvPr/>
        </p:nvCxnSpPr>
        <p:spPr>
          <a:xfrm>
            <a:off x="9673331" y="5787687"/>
            <a:ext cx="13990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2491B3DD-6F61-5433-B6FE-0DD14B055B31}"/>
              </a:ext>
            </a:extLst>
          </p:cNvPr>
          <p:cNvSpPr txBox="1"/>
          <p:nvPr/>
        </p:nvSpPr>
        <p:spPr>
          <a:xfrm>
            <a:off x="9813233" y="5698993"/>
            <a:ext cx="6894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Regulatory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DE0F8A2-DB8B-7512-DAAA-D3DD142882E8}"/>
              </a:ext>
            </a:extLst>
          </p:cNvPr>
          <p:cNvCxnSpPr/>
          <p:nvPr/>
        </p:nvCxnSpPr>
        <p:spPr>
          <a:xfrm>
            <a:off x="10416337" y="5787687"/>
            <a:ext cx="13990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04714CC-2CDC-F0CE-89FC-3C5BDF88B33C}"/>
              </a:ext>
            </a:extLst>
          </p:cNvPr>
          <p:cNvSpPr txBox="1"/>
          <p:nvPr/>
        </p:nvSpPr>
        <p:spPr>
          <a:xfrm>
            <a:off x="10556239" y="5698993"/>
            <a:ext cx="6894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Credit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FC93A71-96F5-1F10-C921-409FCBA1D52B}"/>
              </a:ext>
            </a:extLst>
          </p:cNvPr>
          <p:cNvSpPr/>
          <p:nvPr/>
        </p:nvSpPr>
        <p:spPr>
          <a:xfrm>
            <a:off x="144391" y="5715731"/>
            <a:ext cx="115557" cy="13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0E71CE4-306D-C745-E8D8-DBD525540FA1}"/>
              </a:ext>
            </a:extLst>
          </p:cNvPr>
          <p:cNvSpPr txBox="1"/>
          <p:nvPr/>
        </p:nvSpPr>
        <p:spPr>
          <a:xfrm>
            <a:off x="271413" y="5698993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Capital Markets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4EE58C0-B9A4-84CD-4B1C-94E681EAEE21}"/>
              </a:ext>
            </a:extLst>
          </p:cNvPr>
          <p:cNvSpPr/>
          <p:nvPr/>
        </p:nvSpPr>
        <p:spPr>
          <a:xfrm>
            <a:off x="1094004" y="5715731"/>
            <a:ext cx="115557" cy="135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27B7DA9-CE16-D574-282A-F6303050FCDE}"/>
              </a:ext>
            </a:extLst>
          </p:cNvPr>
          <p:cNvSpPr txBox="1"/>
          <p:nvPr/>
        </p:nvSpPr>
        <p:spPr>
          <a:xfrm>
            <a:off x="1225959" y="5698993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Finance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CA7C215-3578-EBA3-DB55-14D8BBA6289B}"/>
              </a:ext>
            </a:extLst>
          </p:cNvPr>
          <p:cNvSpPr/>
          <p:nvPr/>
        </p:nvSpPr>
        <p:spPr>
          <a:xfrm>
            <a:off x="1825505" y="5715731"/>
            <a:ext cx="115557" cy="135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07DE14F-E0B3-5B72-3FFF-84320482F1BD}"/>
              </a:ext>
            </a:extLst>
          </p:cNvPr>
          <p:cNvSpPr txBox="1"/>
          <p:nvPr/>
        </p:nvSpPr>
        <p:spPr>
          <a:xfrm>
            <a:off x="1956837" y="5698993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Wealth Management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2AA6B82-1EAF-005B-A294-81D446713619}"/>
              </a:ext>
            </a:extLst>
          </p:cNvPr>
          <p:cNvSpPr/>
          <p:nvPr/>
        </p:nvSpPr>
        <p:spPr>
          <a:xfrm>
            <a:off x="2883042" y="5715731"/>
            <a:ext cx="115557" cy="1358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12F0B1F-F772-11F8-277B-A9F5B75D6475}"/>
              </a:ext>
            </a:extLst>
          </p:cNvPr>
          <p:cNvSpPr txBox="1"/>
          <p:nvPr/>
        </p:nvSpPr>
        <p:spPr>
          <a:xfrm>
            <a:off x="3033486" y="5698993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Technology and Operations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7F96A652-1782-87A0-A771-7B5712A89F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76" r="5177" b="1"/>
          <a:stretch>
            <a:fillRect/>
          </a:stretch>
        </p:blipFill>
        <p:spPr>
          <a:xfrm>
            <a:off x="108924" y="81956"/>
            <a:ext cx="858063" cy="813724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3932A236-44B1-1300-81EE-903C25AB0C9E}"/>
              </a:ext>
            </a:extLst>
          </p:cNvPr>
          <p:cNvSpPr txBox="1"/>
          <p:nvPr/>
        </p:nvSpPr>
        <p:spPr>
          <a:xfrm>
            <a:off x="9991793" y="2220115"/>
            <a:ext cx="180015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Raleway" pitchFamily="2" charset="0"/>
              </a:rPr>
              <a:t>Longterm Goal</a:t>
            </a:r>
            <a:r>
              <a:rPr lang="en-US" sz="1050" dirty="0">
                <a:latin typeface="Raleway" pitchFamily="2" charset="0"/>
              </a:rPr>
              <a:t>: Single stop for Operations to perform, monitor and analyze all business functions.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23013BD-5BCC-D5A6-EC4C-89EDB1612AC6}"/>
              </a:ext>
            </a:extLst>
          </p:cNvPr>
          <p:cNvSpPr txBox="1"/>
          <p:nvPr/>
        </p:nvSpPr>
        <p:spPr>
          <a:xfrm>
            <a:off x="10036829" y="4045880"/>
            <a:ext cx="1800157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Raleway" pitchFamily="2" charset="0"/>
              </a:rPr>
              <a:t>Longterm Goal</a:t>
            </a:r>
            <a:r>
              <a:rPr lang="en-US" sz="1050" dirty="0">
                <a:latin typeface="Raleway" pitchFamily="2" charset="0"/>
              </a:rPr>
              <a:t>: Enable all users to adhere to control standards. Single stop for all Supervision to perform, monitor and analyze all supervisory procedures.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F71157-6244-C798-BAD0-5372B564BD4F}"/>
              </a:ext>
            </a:extLst>
          </p:cNvPr>
          <p:cNvSpPr/>
          <p:nvPr/>
        </p:nvSpPr>
        <p:spPr>
          <a:xfrm>
            <a:off x="8288976" y="4825922"/>
            <a:ext cx="1140903" cy="5285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25000">
                <a:schemeClr val="accent2"/>
              </a:gs>
              <a:gs pos="100000">
                <a:srgbClr val="7030A0"/>
              </a:gs>
              <a:gs pos="50000">
                <a:schemeClr val="accent3">
                  <a:lumMod val="105000"/>
                  <a:satMod val="109000"/>
                  <a:tint val="81000"/>
                </a:schemeClr>
              </a:gs>
            </a:gsLst>
            <a:lin ang="0" scaled="1"/>
            <a:tileRect/>
          </a:gra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latin typeface="Raleway" pitchFamily="2" charset="0"/>
              </a:rPr>
              <a:t>MatchSet</a:t>
            </a:r>
            <a:endParaRPr lang="en-US" sz="1100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98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SHARED FUNCTIONS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Inner-source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6410325" y="1644743"/>
            <a:ext cx="4875213" cy="1866900"/>
          </a:xfrm>
        </p:spPr>
        <p:txBody>
          <a:bodyPr/>
          <a:lstStyle/>
          <a:p>
            <a:pPr lvl="0"/>
            <a:r>
              <a:rPr lang="en-US" dirty="0"/>
              <a:t>Founded inner-source community for agentic building (UM30) and repurposed </a:t>
            </a:r>
            <a:r>
              <a:rPr lang="en-US" dirty="0" err="1"/>
              <a:t>Hackthon</a:t>
            </a:r>
            <a:r>
              <a:rPr lang="en-US" dirty="0"/>
              <a:t> project (FastTrack) into Agent UI. Supporting Mythos (now cross-functional) w/ Jack B.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898B3-5ECA-4D9A-5332-3C53AEA7D9AC}"/>
              </a:ext>
            </a:extLst>
          </p:cNvPr>
          <p:cNvSpPr/>
          <p:nvPr/>
        </p:nvSpPr>
        <p:spPr>
          <a:xfrm>
            <a:off x="0" y="6339684"/>
            <a:ext cx="12188825" cy="51831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3C87B9-DB9A-1D63-08CD-17CBAADEC408}"/>
              </a:ext>
            </a:extLst>
          </p:cNvPr>
          <p:cNvSpPr/>
          <p:nvPr/>
        </p:nvSpPr>
        <p:spPr>
          <a:xfrm>
            <a:off x="0" y="6039118"/>
            <a:ext cx="12188825" cy="3016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CB3A7B6-D26F-B1B6-C01D-33A9369B8463}"/>
              </a:ext>
            </a:extLst>
          </p:cNvPr>
          <p:cNvSpPr txBox="1">
            <a:spLocks/>
          </p:cNvSpPr>
          <p:nvPr/>
        </p:nvSpPr>
        <p:spPr>
          <a:xfrm>
            <a:off x="6386297" y="2617368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Dev/Automation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2E2F5CF-1D1A-DEE9-F502-3A8DF13511D8}"/>
              </a:ext>
            </a:extLst>
          </p:cNvPr>
          <p:cNvSpPr txBox="1">
            <a:spLocks/>
          </p:cNvSpPr>
          <p:nvPr/>
        </p:nvSpPr>
        <p:spPr>
          <a:xfrm>
            <a:off x="6386297" y="3157211"/>
            <a:ext cx="4875213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Currently support peer portfolio through Automation and Shared Services. This extends to executing on </a:t>
            </a:r>
            <a:r>
              <a:rPr lang="en-US" dirty="0" err="1"/>
              <a:t>PoCs</a:t>
            </a:r>
            <a:r>
              <a:rPr lang="en-US" dirty="0"/>
              <a:t>, providing lacking technical expertise.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380E7D2-460C-C840-DD62-FBFBEF3770D7}"/>
              </a:ext>
            </a:extLst>
          </p:cNvPr>
          <p:cNvSpPr txBox="1">
            <a:spLocks/>
          </p:cNvSpPr>
          <p:nvPr/>
        </p:nvSpPr>
        <p:spPr>
          <a:xfrm>
            <a:off x="6386297" y="4203954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QA (Mythos Testing Pillar)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61B64EE-0D42-D602-9B3F-001ED8FCB297}"/>
              </a:ext>
            </a:extLst>
          </p:cNvPr>
          <p:cNvSpPr txBox="1">
            <a:spLocks/>
          </p:cNvSpPr>
          <p:nvPr/>
        </p:nvSpPr>
        <p:spPr>
          <a:xfrm>
            <a:off x="6386297" y="4743797"/>
            <a:ext cx="4875213" cy="1866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Provide support to large scale initiatives and high-visibility / highly complex applications that require systematized approaching to testing. (Split with Jack B.)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824DD6-78B3-888C-02AE-0C056422AE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27" t="19867" r="18132" b="22887"/>
          <a:stretch>
            <a:fillRect/>
          </a:stretch>
        </p:blipFill>
        <p:spPr>
          <a:xfrm>
            <a:off x="0" y="-2115"/>
            <a:ext cx="790042" cy="6598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877E14-F325-BEAA-BE79-FD2AC0863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083" y="6437567"/>
            <a:ext cx="337522" cy="337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EED08D-4F5D-FABE-4F8C-905B1223D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80" y="2903663"/>
            <a:ext cx="1437219" cy="14372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86C326-9ECD-07EE-53E9-EDE871E2C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064" y="3552871"/>
            <a:ext cx="1437219" cy="14372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717B48-AAF3-86BD-6A6F-F25058D5A7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0477" y="3881639"/>
            <a:ext cx="1249014" cy="12446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3F3A136-D5E7-AF0A-D7FB-AD61C8D847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400" y="61172"/>
            <a:ext cx="3956652" cy="3956652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4F4F83-2549-1788-E36A-712678DE98CC}"/>
              </a:ext>
            </a:extLst>
          </p:cNvPr>
          <p:cNvSpPr/>
          <p:nvPr/>
        </p:nvSpPr>
        <p:spPr>
          <a:xfrm>
            <a:off x="9172059" y="1168133"/>
            <a:ext cx="1439075" cy="45720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UM30</a:t>
            </a:r>
          </a:p>
        </p:txBody>
      </p:sp>
    </p:spTree>
    <p:extLst>
      <p:ext uri="{BB962C8B-B14F-4D97-AF65-F5344CB8AC3E}">
        <p14:creationId xmlns:p14="http://schemas.microsoft.com/office/powerpoint/2010/main" val="149984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3554345" y="182437"/>
            <a:ext cx="5080133" cy="419098"/>
          </a:xfrm>
        </p:spPr>
        <p:txBody>
          <a:bodyPr/>
          <a:lstStyle/>
          <a:p>
            <a:r>
              <a:rPr lang="en-US" dirty="0"/>
              <a:t> CM Digital Assets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869833" y="517263"/>
            <a:ext cx="10461742" cy="457200"/>
          </a:xfrm>
        </p:spPr>
        <p:txBody>
          <a:bodyPr/>
          <a:lstStyle/>
          <a:p>
            <a:r>
              <a:rPr lang="en-US" dirty="0"/>
              <a:t>Fiscal 2026 Calendar</a:t>
            </a:r>
          </a:p>
        </p:txBody>
      </p:sp>
      <p:sp>
        <p:nvSpPr>
          <p:cNvPr id="14" name="Textfeld 4"/>
          <p:cNvSpPr txBox="1"/>
          <p:nvPr/>
        </p:nvSpPr>
        <p:spPr>
          <a:xfrm>
            <a:off x="1321174" y="1934525"/>
            <a:ext cx="126694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60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31</a:t>
            </a:r>
            <a:endParaRPr lang="de-DE" sz="540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8" name="TextBox 238"/>
          <p:cNvSpPr txBox="1"/>
          <p:nvPr/>
        </p:nvSpPr>
        <p:spPr>
          <a:xfrm>
            <a:off x="687623" y="3938119"/>
            <a:ext cx="2335963" cy="1998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Provided technical / business education to leads across CM and other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LoB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(Sessions w/ CTO, Strategy)</a:t>
            </a: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Ran informal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SteerCo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. (became CMDASC)</a:t>
            </a:r>
          </a:p>
        </p:txBody>
      </p:sp>
      <p:sp>
        <p:nvSpPr>
          <p:cNvPr id="29" name="Rectangle 239"/>
          <p:cNvSpPr/>
          <p:nvPr/>
        </p:nvSpPr>
        <p:spPr>
          <a:xfrm>
            <a:off x="687624" y="3577613"/>
            <a:ext cx="233596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003030101060003" pitchFamily="34" charset="0"/>
              </a:rPr>
              <a:t>EDUCATION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85704" y="1084627"/>
            <a:ext cx="2137880" cy="2233274"/>
            <a:chOff x="786663" y="2054246"/>
            <a:chExt cx="2137880" cy="2233274"/>
          </a:xfrm>
        </p:grpSpPr>
        <p:sp>
          <p:nvSpPr>
            <p:cNvPr id="48" name="Frame 47"/>
            <p:cNvSpPr/>
            <p:nvPr/>
          </p:nvSpPr>
          <p:spPr>
            <a:xfrm>
              <a:off x="786663" y="2254647"/>
              <a:ext cx="2137880" cy="2032873"/>
            </a:xfrm>
            <a:prstGeom prst="frame">
              <a:avLst>
                <a:gd name="adj1" fmla="val 485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Shape 1021"/>
            <p:cNvSpPr/>
            <p:nvPr/>
          </p:nvSpPr>
          <p:spPr>
            <a:xfrm>
              <a:off x="786663" y="2275014"/>
              <a:ext cx="2137880" cy="49046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lnSpc>
                  <a:spcPct val="90000"/>
                </a:lnSpc>
                <a:defRPr sz="1800"/>
              </a:pPr>
              <a:r>
                <a:rPr lang="en-US" sz="1500" b="1" spc="-41" dirty="0">
                  <a:solidFill>
                    <a:srgbClr val="FFFFFF"/>
                  </a:solidFill>
                  <a:latin typeface="Raleway"/>
                  <a:ea typeface="Rajdhani Semibold"/>
                  <a:cs typeface="Raleway"/>
                  <a:sym typeface="Rajdhani Semibold"/>
                </a:rPr>
                <a:t>OCT</a:t>
              </a:r>
              <a:endParaRPr sz="1500" b="1" spc="-41" dirty="0">
                <a:solidFill>
                  <a:srgbClr val="FFFFFF"/>
                </a:solidFill>
                <a:latin typeface="Raleway"/>
                <a:ea typeface="Rajdhani Semibold"/>
                <a:cs typeface="Raleway"/>
                <a:sym typeface="Rajdhani Semibold"/>
              </a:endParaRPr>
            </a:p>
          </p:txBody>
        </p:sp>
        <p:sp>
          <p:nvSpPr>
            <p:cNvPr id="37" name="Abgerundetes Rechteck 5"/>
            <p:cNvSpPr/>
            <p:nvPr/>
          </p:nvSpPr>
          <p:spPr>
            <a:xfrm>
              <a:off x="1154003" y="2054246"/>
              <a:ext cx="176408" cy="412888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  <a:ln w="381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Abgerundetes Rechteck 88"/>
            <p:cNvSpPr/>
            <p:nvPr/>
          </p:nvSpPr>
          <p:spPr>
            <a:xfrm>
              <a:off x="2312666" y="2054246"/>
              <a:ext cx="176408" cy="412888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  <a:ln w="381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1" name="Textfeld 4"/>
          <p:cNvSpPr txBox="1"/>
          <p:nvPr/>
        </p:nvSpPr>
        <p:spPr>
          <a:xfrm>
            <a:off x="4024476" y="1934525"/>
            <a:ext cx="126694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60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6</a:t>
            </a:r>
            <a:endParaRPr lang="de-DE" sz="540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52" name="TextBox 238"/>
          <p:cNvSpPr txBox="1"/>
          <p:nvPr/>
        </p:nvSpPr>
        <p:spPr>
          <a:xfrm>
            <a:off x="3390925" y="3938119"/>
            <a:ext cx="2335963" cy="1998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Coached and provided support to the initial committee / answer any technical and business questions.</a:t>
            </a: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Received PoC approvals.</a:t>
            </a:r>
          </a:p>
        </p:txBody>
      </p:sp>
      <p:sp>
        <p:nvSpPr>
          <p:cNvPr id="53" name="Rectangle 239"/>
          <p:cNvSpPr/>
          <p:nvPr/>
        </p:nvSpPr>
        <p:spPr>
          <a:xfrm>
            <a:off x="3390927" y="3577613"/>
            <a:ext cx="233596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003030101060003" pitchFamily="34" charset="0"/>
              </a:rPr>
              <a:t>INITIAL CMDASC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589007" y="1084627"/>
            <a:ext cx="2137880" cy="2233274"/>
            <a:chOff x="3489966" y="2054246"/>
            <a:chExt cx="2137880" cy="2233274"/>
          </a:xfrm>
        </p:grpSpPr>
        <p:sp>
          <p:nvSpPr>
            <p:cNvPr id="49" name="Frame 48"/>
            <p:cNvSpPr/>
            <p:nvPr/>
          </p:nvSpPr>
          <p:spPr>
            <a:xfrm>
              <a:off x="3489966" y="2254647"/>
              <a:ext cx="2137880" cy="2032873"/>
            </a:xfrm>
            <a:prstGeom prst="frame">
              <a:avLst>
                <a:gd name="adj1" fmla="val 485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Shape 1021"/>
            <p:cNvSpPr/>
            <p:nvPr/>
          </p:nvSpPr>
          <p:spPr>
            <a:xfrm>
              <a:off x="3489966" y="2275014"/>
              <a:ext cx="2137880" cy="490467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lnSpc>
                  <a:spcPct val="90000"/>
                </a:lnSpc>
                <a:defRPr sz="1800"/>
              </a:pPr>
              <a:r>
                <a:rPr lang="en-US" sz="1500" b="1" spc="-41" dirty="0">
                  <a:solidFill>
                    <a:srgbClr val="FFFFFF"/>
                  </a:solidFill>
                  <a:latin typeface="Raleway"/>
                  <a:ea typeface="Rajdhani Semibold"/>
                  <a:cs typeface="Raleway"/>
                  <a:sym typeface="Rajdhani Semibold"/>
                </a:rPr>
                <a:t>MAR</a:t>
              </a:r>
              <a:endParaRPr sz="1500" b="1" spc="-41" dirty="0">
                <a:solidFill>
                  <a:srgbClr val="FFFFFF"/>
                </a:solidFill>
                <a:latin typeface="Raleway"/>
                <a:ea typeface="Rajdhani Semibold"/>
                <a:cs typeface="Raleway"/>
                <a:sym typeface="Rajdhani Semibold"/>
              </a:endParaRPr>
            </a:p>
          </p:txBody>
        </p:sp>
        <p:sp>
          <p:nvSpPr>
            <p:cNvPr id="54" name="Abgerundetes Rechteck 5"/>
            <p:cNvSpPr/>
            <p:nvPr/>
          </p:nvSpPr>
          <p:spPr>
            <a:xfrm>
              <a:off x="3857305" y="2054246"/>
              <a:ext cx="176408" cy="412888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81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Abgerundetes Rechteck 88"/>
            <p:cNvSpPr/>
            <p:nvPr/>
          </p:nvSpPr>
          <p:spPr>
            <a:xfrm>
              <a:off x="5015969" y="2054246"/>
              <a:ext cx="176408" cy="412888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81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8" name="Textfeld 4"/>
          <p:cNvSpPr txBox="1"/>
          <p:nvPr/>
        </p:nvSpPr>
        <p:spPr>
          <a:xfrm>
            <a:off x="6826820" y="1934525"/>
            <a:ext cx="126694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60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4</a:t>
            </a:r>
            <a:endParaRPr lang="de-DE" sz="540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59" name="TextBox 238"/>
          <p:cNvSpPr txBox="1"/>
          <p:nvPr/>
        </p:nvSpPr>
        <p:spPr>
          <a:xfrm>
            <a:off x="6193269" y="3938119"/>
            <a:ext cx="2335963" cy="1721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Began working with Brian Mulcahy on supporting a variety of initiatives (including all the custody / stablecoin / risk / compliance / legal conversations in flight)</a:t>
            </a:r>
          </a:p>
        </p:txBody>
      </p:sp>
      <p:sp>
        <p:nvSpPr>
          <p:cNvPr id="60" name="Rectangle 239"/>
          <p:cNvSpPr/>
          <p:nvPr/>
        </p:nvSpPr>
        <p:spPr>
          <a:xfrm>
            <a:off x="6193270" y="3577613"/>
            <a:ext cx="233596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003030101060003" pitchFamily="34" charset="0"/>
              </a:rPr>
              <a:t>DIGITAL ASSET LEAD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6391351" y="1084627"/>
            <a:ext cx="2137880" cy="2233274"/>
            <a:chOff x="6292310" y="2054246"/>
            <a:chExt cx="2137880" cy="2233274"/>
          </a:xfrm>
          <a:solidFill>
            <a:schemeClr val="accent4"/>
          </a:solidFill>
        </p:grpSpPr>
        <p:sp>
          <p:nvSpPr>
            <p:cNvPr id="56" name="Frame 55"/>
            <p:cNvSpPr/>
            <p:nvPr/>
          </p:nvSpPr>
          <p:spPr>
            <a:xfrm>
              <a:off x="6292310" y="2254647"/>
              <a:ext cx="2137880" cy="2032873"/>
            </a:xfrm>
            <a:prstGeom prst="frame">
              <a:avLst>
                <a:gd name="adj1" fmla="val 485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Shape 1021"/>
            <p:cNvSpPr/>
            <p:nvPr/>
          </p:nvSpPr>
          <p:spPr>
            <a:xfrm>
              <a:off x="6292310" y="2275014"/>
              <a:ext cx="2137880" cy="490467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lnSpc>
                  <a:spcPct val="90000"/>
                </a:lnSpc>
                <a:defRPr sz="1800"/>
              </a:pPr>
              <a:r>
                <a:rPr lang="en-US" sz="1500" b="1" spc="-41" dirty="0">
                  <a:solidFill>
                    <a:srgbClr val="FFFFFF"/>
                  </a:solidFill>
                  <a:latin typeface="Raleway"/>
                  <a:ea typeface="Rajdhani Semibold"/>
                  <a:cs typeface="Raleway"/>
                  <a:sym typeface="Rajdhani Semibold"/>
                </a:rPr>
                <a:t>JUN</a:t>
              </a:r>
              <a:endParaRPr sz="1500" b="1" spc="-41" dirty="0">
                <a:solidFill>
                  <a:srgbClr val="FFFFFF"/>
                </a:solidFill>
                <a:latin typeface="Raleway"/>
                <a:ea typeface="Rajdhani Semibold"/>
                <a:cs typeface="Raleway"/>
                <a:sym typeface="Rajdhani Semibold"/>
              </a:endParaRPr>
            </a:p>
          </p:txBody>
        </p:sp>
        <p:sp>
          <p:nvSpPr>
            <p:cNvPr id="61" name="Abgerundetes Rechteck 5"/>
            <p:cNvSpPr/>
            <p:nvPr/>
          </p:nvSpPr>
          <p:spPr>
            <a:xfrm>
              <a:off x="6659649" y="2054246"/>
              <a:ext cx="176408" cy="412888"/>
            </a:xfrm>
            <a:prstGeom prst="roundRect">
              <a:avLst>
                <a:gd name="adj" fmla="val 50000"/>
              </a:avLst>
            </a:prstGeom>
            <a:grpFill/>
            <a:ln w="381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Abgerundetes Rechteck 88"/>
            <p:cNvSpPr/>
            <p:nvPr/>
          </p:nvSpPr>
          <p:spPr>
            <a:xfrm>
              <a:off x="7818313" y="2054246"/>
              <a:ext cx="176408" cy="412888"/>
            </a:xfrm>
            <a:prstGeom prst="roundRect">
              <a:avLst>
                <a:gd name="adj" fmla="val 50000"/>
              </a:avLst>
            </a:prstGeom>
            <a:grpFill/>
            <a:ln w="381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5" name="Textfeld 4"/>
          <p:cNvSpPr txBox="1"/>
          <p:nvPr/>
        </p:nvSpPr>
        <p:spPr>
          <a:xfrm>
            <a:off x="9629164" y="1934525"/>
            <a:ext cx="126694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60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25</a:t>
            </a:r>
            <a:endParaRPr lang="de-DE" sz="540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66" name="TextBox 238"/>
          <p:cNvSpPr txBox="1"/>
          <p:nvPr/>
        </p:nvSpPr>
        <p:spPr>
          <a:xfrm>
            <a:off x="8995613" y="3938119"/>
            <a:ext cx="2335963" cy="1998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Work cross QTS and external Risk teams in order to make sure that RBC CM can participate w/ Digital Assets without punitive treatment.</a:t>
            </a: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Response sent to OSFI.</a:t>
            </a:r>
          </a:p>
        </p:txBody>
      </p:sp>
      <p:sp>
        <p:nvSpPr>
          <p:cNvPr id="67" name="Rectangle 239"/>
          <p:cNvSpPr/>
          <p:nvPr/>
        </p:nvSpPr>
        <p:spPr>
          <a:xfrm>
            <a:off x="8900160" y="3577613"/>
            <a:ext cx="25298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003030101060003" pitchFamily="34" charset="0"/>
              </a:rPr>
              <a:t>COMPREHENSIVE APPROACH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9193695" y="1084627"/>
            <a:ext cx="2137880" cy="2233274"/>
            <a:chOff x="9094654" y="2054246"/>
            <a:chExt cx="2137880" cy="2233274"/>
          </a:xfrm>
          <a:solidFill>
            <a:schemeClr val="accent5"/>
          </a:solidFill>
        </p:grpSpPr>
        <p:sp>
          <p:nvSpPr>
            <p:cNvPr id="63" name="Frame 62"/>
            <p:cNvSpPr/>
            <p:nvPr/>
          </p:nvSpPr>
          <p:spPr>
            <a:xfrm>
              <a:off x="9094654" y="2254647"/>
              <a:ext cx="2137880" cy="2032873"/>
            </a:xfrm>
            <a:prstGeom prst="frame">
              <a:avLst>
                <a:gd name="adj1" fmla="val 485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4" name="Shape 1021"/>
            <p:cNvSpPr/>
            <p:nvPr/>
          </p:nvSpPr>
          <p:spPr>
            <a:xfrm>
              <a:off x="9094654" y="2275014"/>
              <a:ext cx="2137880" cy="490467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lnSpc>
                  <a:spcPct val="90000"/>
                </a:lnSpc>
                <a:defRPr sz="1800"/>
              </a:pPr>
              <a:r>
                <a:rPr lang="en-US" sz="1500" b="1" spc="-41" dirty="0">
                  <a:solidFill>
                    <a:srgbClr val="FFFFFF"/>
                  </a:solidFill>
                  <a:latin typeface="Raleway"/>
                  <a:ea typeface="Rajdhani Semibold"/>
                  <a:cs typeface="Raleway"/>
                  <a:sym typeface="Rajdhani Semibold"/>
                </a:rPr>
                <a:t>JUL</a:t>
              </a:r>
              <a:endParaRPr sz="1500" b="1" spc="-41" dirty="0">
                <a:solidFill>
                  <a:srgbClr val="FFFFFF"/>
                </a:solidFill>
                <a:latin typeface="Raleway"/>
                <a:ea typeface="Rajdhani Semibold"/>
                <a:cs typeface="Raleway"/>
                <a:sym typeface="Rajdhani Semibold"/>
              </a:endParaRPr>
            </a:p>
          </p:txBody>
        </p:sp>
        <p:sp>
          <p:nvSpPr>
            <p:cNvPr id="68" name="Abgerundetes Rechteck 5"/>
            <p:cNvSpPr/>
            <p:nvPr/>
          </p:nvSpPr>
          <p:spPr>
            <a:xfrm>
              <a:off x="9461993" y="2054246"/>
              <a:ext cx="176408" cy="412888"/>
            </a:xfrm>
            <a:prstGeom prst="roundRect">
              <a:avLst>
                <a:gd name="adj" fmla="val 50000"/>
              </a:avLst>
            </a:prstGeom>
            <a:grpFill/>
            <a:ln w="381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Abgerundetes Rechteck 88"/>
            <p:cNvSpPr/>
            <p:nvPr/>
          </p:nvSpPr>
          <p:spPr>
            <a:xfrm>
              <a:off x="10620656" y="2054246"/>
              <a:ext cx="176408" cy="412888"/>
            </a:xfrm>
            <a:prstGeom prst="roundRect">
              <a:avLst>
                <a:gd name="adj" fmla="val 50000"/>
              </a:avLst>
            </a:prstGeom>
            <a:grpFill/>
            <a:ln w="381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2CB0903-9BFA-E3B4-E2BD-0A7885EB78F0}"/>
              </a:ext>
            </a:extLst>
          </p:cNvPr>
          <p:cNvSpPr/>
          <p:nvPr/>
        </p:nvSpPr>
        <p:spPr>
          <a:xfrm>
            <a:off x="0" y="6339684"/>
            <a:ext cx="12188825" cy="51831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7367EF-2D0B-AB51-B3E2-0E585A43ECAE}"/>
              </a:ext>
            </a:extLst>
          </p:cNvPr>
          <p:cNvSpPr/>
          <p:nvPr/>
        </p:nvSpPr>
        <p:spPr>
          <a:xfrm>
            <a:off x="0" y="6039118"/>
            <a:ext cx="12188825" cy="3016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CA825-B92A-BDDF-8E5E-0DEA66C4A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083" y="6437567"/>
            <a:ext cx="337522" cy="337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F832C7-231B-9DC4-70D0-9239F36DC4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43" t="23144" r="19950" b="25003"/>
          <a:stretch>
            <a:fillRect/>
          </a:stretch>
        </p:blipFill>
        <p:spPr>
          <a:xfrm>
            <a:off x="47311" y="31505"/>
            <a:ext cx="640313" cy="53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5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761205" y="709502"/>
            <a:ext cx="5028408" cy="419098"/>
          </a:xfrm>
        </p:spPr>
        <p:txBody>
          <a:bodyPr/>
          <a:lstStyle/>
          <a:p>
            <a:r>
              <a:rPr lang="en-US" dirty="0"/>
              <a:t>SELECT 2025/26 PLATFORM ACHIEVEMENTS</a:t>
            </a:r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T+1 (Strategic Data Layer)</a:t>
            </a:r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Single Data Interface</a:t>
            </a:r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Completed in 2024/25 as a foundation to the delivery of all other T+1 components. Re-used across data movement programs – includes RDF/RDH.</a:t>
            </a:r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Credit Limit Modernization /Supervision Transformation</a:t>
            </a:r>
          </a:p>
        </p:txBody>
      </p:sp>
      <p:sp>
        <p:nvSpPr>
          <p:cNvPr id="52" name="Text Placeholder 5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SuperDash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Delivered on record search, conduct scorecard, re-factored credit limit management, ROAR modernization (ControlHub).</a:t>
            </a: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 err="1"/>
              <a:t>Reconconciliations</a:t>
            </a:r>
            <a:r>
              <a:rPr lang="en-US" dirty="0"/>
              <a:t> Modernization</a:t>
            </a:r>
          </a:p>
        </p:txBody>
      </p:sp>
      <p:sp>
        <p:nvSpPr>
          <p:cNvPr id="56" name="Text Placeholder 5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 err="1"/>
              <a:t>MatchSet</a:t>
            </a:r>
            <a:endParaRPr lang="en-US" dirty="0"/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proprietary reconciliations system and matching engine (distance based) and won against external RFPs.</a:t>
            </a:r>
          </a:p>
        </p:txBody>
      </p:sp>
      <p:sp>
        <p:nvSpPr>
          <p:cNvPr id="58" name="Text Placeholder 5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Front 2 Back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Group Mail Management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Leveraging central ticketing / workflow and previously created shared tools – Ingest, Classify and add governance to group mailboxes.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002CD5-87A4-0E80-9510-E3F2645EB6D5}"/>
              </a:ext>
            </a:extLst>
          </p:cNvPr>
          <p:cNvSpPr/>
          <p:nvPr/>
        </p:nvSpPr>
        <p:spPr>
          <a:xfrm rot="10800000">
            <a:off x="0" y="6343704"/>
            <a:ext cx="12188825" cy="51831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D2378A-6E6F-CB02-29A4-0C8C6452B3FF}"/>
              </a:ext>
            </a:extLst>
          </p:cNvPr>
          <p:cNvSpPr/>
          <p:nvPr/>
        </p:nvSpPr>
        <p:spPr>
          <a:xfrm rot="10800000">
            <a:off x="0" y="6071991"/>
            <a:ext cx="12188825" cy="3016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F9D6B-655D-CF67-0834-D3E710ACB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083" y="6437567"/>
            <a:ext cx="337522" cy="337522"/>
          </a:xfrm>
          <a:prstGeom prst="rect">
            <a:avLst/>
          </a:prstGeom>
        </p:spPr>
      </p:pic>
      <p:sp>
        <p:nvSpPr>
          <p:cNvPr id="4" name="Text Placeholder 48">
            <a:extLst>
              <a:ext uri="{FF2B5EF4-FFF2-40B4-BE49-F238E27FC236}">
                <a16:creationId xmlns:a16="http://schemas.microsoft.com/office/drawing/2014/main" id="{13F69DAF-C6AB-FAEE-F765-A3942AA6C081}"/>
              </a:ext>
            </a:extLst>
          </p:cNvPr>
          <p:cNvSpPr txBox="1">
            <a:spLocks/>
          </p:cNvSpPr>
          <p:nvPr/>
        </p:nvSpPr>
        <p:spPr>
          <a:xfrm>
            <a:off x="761205" y="1072381"/>
            <a:ext cx="10546875" cy="7595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Completed in 2024/25 as a foundation to the delivery of all other T+1 components. Re-used across data movement programs – includes RDF/RDH.</a:t>
            </a:r>
          </a:p>
        </p:txBody>
      </p:sp>
    </p:spTree>
    <p:extLst>
      <p:ext uri="{BB962C8B-B14F-4D97-AF65-F5344CB8AC3E}">
        <p14:creationId xmlns:p14="http://schemas.microsoft.com/office/powerpoint/2010/main" val="78389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Box 455"/>
          <p:cNvSpPr txBox="1"/>
          <p:nvPr/>
        </p:nvSpPr>
        <p:spPr>
          <a:xfrm>
            <a:off x="790127" y="657654"/>
            <a:ext cx="3643332" cy="521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anose="020B0003030101060003" pitchFamily="34" charset="0"/>
              </a:rPr>
              <a:t>Facilitated build-out the Malaysian office (including 60+ interviews)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Raleway" panose="020B0003030101060003" pitchFamily="34" charset="0"/>
              <a:ea typeface="Raleway" charset="0"/>
              <a:cs typeface="Raleway" charset="0"/>
            </a:endParaRPr>
          </a:p>
        </p:txBody>
      </p:sp>
      <p:sp>
        <p:nvSpPr>
          <p:cNvPr id="457" name="Oval 456"/>
          <p:cNvSpPr/>
          <p:nvPr/>
        </p:nvSpPr>
        <p:spPr bwMode="auto">
          <a:xfrm>
            <a:off x="124245" y="734006"/>
            <a:ext cx="445201" cy="44520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8BD2A-E5BF-86AB-989A-B1220BE74A83}"/>
              </a:ext>
            </a:extLst>
          </p:cNvPr>
          <p:cNvSpPr/>
          <p:nvPr/>
        </p:nvSpPr>
        <p:spPr>
          <a:xfrm>
            <a:off x="0" y="6339684"/>
            <a:ext cx="12188825" cy="51831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AC3DBE-8C8B-FF65-9386-4F6DAD15AFF4}"/>
              </a:ext>
            </a:extLst>
          </p:cNvPr>
          <p:cNvSpPr/>
          <p:nvPr/>
        </p:nvSpPr>
        <p:spPr>
          <a:xfrm>
            <a:off x="0" y="6039118"/>
            <a:ext cx="12188825" cy="3016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8B19263-2320-C60A-2D1D-36B9DEDF2871}"/>
              </a:ext>
            </a:extLst>
          </p:cNvPr>
          <p:cNvGrpSpPr/>
          <p:nvPr/>
        </p:nvGrpSpPr>
        <p:grpSpPr>
          <a:xfrm>
            <a:off x="3391334" y="694915"/>
            <a:ext cx="8725500" cy="5210058"/>
            <a:chOff x="2705199" y="694915"/>
            <a:chExt cx="8725500" cy="5210058"/>
          </a:xfrm>
        </p:grpSpPr>
        <p:grpSp>
          <p:nvGrpSpPr>
            <p:cNvPr id="4" name="Group 572" descr="© 2016 All Rights Reserved, this is a map set created by Zacomic Studios | Forbiden the distribution without autorization | www.zacomic.com  " title="Zacomic Studios"/>
            <p:cNvGrpSpPr/>
            <p:nvPr/>
          </p:nvGrpSpPr>
          <p:grpSpPr>
            <a:xfrm>
              <a:off x="2705199" y="694915"/>
              <a:ext cx="8725500" cy="5210058"/>
              <a:chOff x="3843499" y="3719582"/>
              <a:chExt cx="16665619" cy="8244192"/>
            </a:xfrm>
            <a:solidFill>
              <a:schemeClr val="bg1">
                <a:lumMod val="75000"/>
              </a:schemeClr>
            </a:solidFill>
          </p:grpSpPr>
          <p:sp>
            <p:nvSpPr>
              <p:cNvPr id="5" name="Freeform 781"/>
              <p:cNvSpPr>
                <a:spLocks/>
              </p:cNvSpPr>
              <p:nvPr/>
            </p:nvSpPr>
            <p:spPr bwMode="auto">
              <a:xfrm>
                <a:off x="9818027" y="3757809"/>
                <a:ext cx="85988" cy="38227"/>
              </a:xfrm>
              <a:custGeom>
                <a:avLst/>
                <a:gdLst>
                  <a:gd name="T0" fmla="*/ 4 w 9"/>
                  <a:gd name="T1" fmla="*/ 3 h 4"/>
                  <a:gd name="T2" fmla="*/ 1 w 9"/>
                  <a:gd name="T3" fmla="*/ 2 h 4"/>
                  <a:gd name="T4" fmla="*/ 5 w 9"/>
                  <a:gd name="T5" fmla="*/ 2 h 4"/>
                  <a:gd name="T6" fmla="*/ 0 w 9"/>
                  <a:gd name="T7" fmla="*/ 0 h 4"/>
                  <a:gd name="T8" fmla="*/ 9 w 9"/>
                  <a:gd name="T9" fmla="*/ 2 h 4"/>
                  <a:gd name="T10" fmla="*/ 5 w 9"/>
                  <a:gd name="T11" fmla="*/ 2 h 4"/>
                  <a:gd name="T12" fmla="*/ 4 w 9"/>
                  <a:gd name="T13" fmla="*/ 3 h 4"/>
                  <a:gd name="T14" fmla="*/ 4 w 9"/>
                  <a:gd name="T1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4">
                    <a:moveTo>
                      <a:pt x="4" y="3"/>
                    </a:moveTo>
                    <a:cubicBezTo>
                      <a:pt x="4" y="3"/>
                      <a:pt x="1" y="2"/>
                      <a:pt x="1" y="2"/>
                    </a:cubicBezTo>
                    <a:cubicBezTo>
                      <a:pt x="1" y="2"/>
                      <a:pt x="4" y="2"/>
                      <a:pt x="5" y="2"/>
                    </a:cubicBezTo>
                    <a:cubicBezTo>
                      <a:pt x="3" y="1"/>
                      <a:pt x="1" y="2"/>
                      <a:pt x="0" y="0"/>
                    </a:cubicBezTo>
                    <a:cubicBezTo>
                      <a:pt x="1" y="1"/>
                      <a:pt x="8" y="0"/>
                      <a:pt x="9" y="2"/>
                    </a:cubicBezTo>
                    <a:cubicBezTo>
                      <a:pt x="9" y="2"/>
                      <a:pt x="6" y="2"/>
                      <a:pt x="5" y="2"/>
                    </a:cubicBezTo>
                    <a:cubicBezTo>
                      <a:pt x="5" y="2"/>
                      <a:pt x="7" y="4"/>
                      <a:pt x="4" y="3"/>
                    </a:cubicBezTo>
                    <a:cubicBezTo>
                      <a:pt x="3" y="3"/>
                      <a:pt x="6" y="4"/>
                      <a:pt x="4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" name="Freeform 403"/>
              <p:cNvSpPr>
                <a:spLocks/>
              </p:cNvSpPr>
              <p:nvPr/>
            </p:nvSpPr>
            <p:spPr bwMode="auto">
              <a:xfrm>
                <a:off x="16859435" y="9558687"/>
                <a:ext cx="1904460" cy="1423937"/>
              </a:xfrm>
              <a:custGeom>
                <a:avLst/>
                <a:gdLst>
                  <a:gd name="T0" fmla="*/ 96 w 204"/>
                  <a:gd name="T1" fmla="*/ 3 h 152"/>
                  <a:gd name="T2" fmla="*/ 97 w 204"/>
                  <a:gd name="T3" fmla="*/ 7 h 152"/>
                  <a:gd name="T4" fmla="*/ 86 w 204"/>
                  <a:gd name="T5" fmla="*/ 13 h 152"/>
                  <a:gd name="T6" fmla="*/ 76 w 204"/>
                  <a:gd name="T7" fmla="*/ 24 h 152"/>
                  <a:gd name="T8" fmla="*/ 71 w 204"/>
                  <a:gd name="T9" fmla="*/ 15 h 152"/>
                  <a:gd name="T10" fmla="*/ 65 w 204"/>
                  <a:gd name="T11" fmla="*/ 19 h 152"/>
                  <a:gd name="T12" fmla="*/ 62 w 204"/>
                  <a:gd name="T13" fmla="*/ 22 h 152"/>
                  <a:gd name="T14" fmla="*/ 59 w 204"/>
                  <a:gd name="T15" fmla="*/ 26 h 152"/>
                  <a:gd name="T16" fmla="*/ 55 w 204"/>
                  <a:gd name="T17" fmla="*/ 33 h 152"/>
                  <a:gd name="T18" fmla="*/ 51 w 204"/>
                  <a:gd name="T19" fmla="*/ 30 h 152"/>
                  <a:gd name="T20" fmla="*/ 47 w 204"/>
                  <a:gd name="T21" fmla="*/ 38 h 152"/>
                  <a:gd name="T22" fmla="*/ 24 w 204"/>
                  <a:gd name="T23" fmla="*/ 50 h 152"/>
                  <a:gd name="T24" fmla="*/ 7 w 204"/>
                  <a:gd name="T25" fmla="*/ 60 h 152"/>
                  <a:gd name="T26" fmla="*/ 3 w 204"/>
                  <a:gd name="T27" fmla="*/ 68 h 152"/>
                  <a:gd name="T28" fmla="*/ 4 w 204"/>
                  <a:gd name="T29" fmla="*/ 82 h 152"/>
                  <a:gd name="T30" fmla="*/ 7 w 204"/>
                  <a:gd name="T31" fmla="*/ 91 h 152"/>
                  <a:gd name="T32" fmla="*/ 13 w 204"/>
                  <a:gd name="T33" fmla="*/ 106 h 152"/>
                  <a:gd name="T34" fmla="*/ 11 w 204"/>
                  <a:gd name="T35" fmla="*/ 121 h 152"/>
                  <a:gd name="T36" fmla="*/ 30 w 204"/>
                  <a:gd name="T37" fmla="*/ 125 h 152"/>
                  <a:gd name="T38" fmla="*/ 54 w 204"/>
                  <a:gd name="T39" fmla="*/ 121 h 152"/>
                  <a:gd name="T40" fmla="*/ 73 w 204"/>
                  <a:gd name="T41" fmla="*/ 112 h 152"/>
                  <a:gd name="T42" fmla="*/ 96 w 204"/>
                  <a:gd name="T43" fmla="*/ 111 h 152"/>
                  <a:gd name="T44" fmla="*/ 111 w 204"/>
                  <a:gd name="T45" fmla="*/ 121 h 152"/>
                  <a:gd name="T46" fmla="*/ 116 w 204"/>
                  <a:gd name="T47" fmla="*/ 125 h 152"/>
                  <a:gd name="T48" fmla="*/ 125 w 204"/>
                  <a:gd name="T49" fmla="*/ 120 h 152"/>
                  <a:gd name="T50" fmla="*/ 122 w 204"/>
                  <a:gd name="T51" fmla="*/ 129 h 152"/>
                  <a:gd name="T52" fmla="*/ 131 w 204"/>
                  <a:gd name="T53" fmla="*/ 132 h 152"/>
                  <a:gd name="T54" fmla="*/ 145 w 204"/>
                  <a:gd name="T55" fmla="*/ 147 h 152"/>
                  <a:gd name="T56" fmla="*/ 161 w 204"/>
                  <a:gd name="T57" fmla="*/ 145 h 152"/>
                  <a:gd name="T58" fmla="*/ 165 w 204"/>
                  <a:gd name="T59" fmla="*/ 149 h 152"/>
                  <a:gd name="T60" fmla="*/ 174 w 204"/>
                  <a:gd name="T61" fmla="*/ 145 h 152"/>
                  <a:gd name="T62" fmla="*/ 194 w 204"/>
                  <a:gd name="T63" fmla="*/ 118 h 152"/>
                  <a:gd name="T64" fmla="*/ 200 w 204"/>
                  <a:gd name="T65" fmla="*/ 108 h 152"/>
                  <a:gd name="T66" fmla="*/ 202 w 204"/>
                  <a:gd name="T67" fmla="*/ 96 h 152"/>
                  <a:gd name="T68" fmla="*/ 201 w 204"/>
                  <a:gd name="T69" fmla="*/ 83 h 152"/>
                  <a:gd name="T70" fmla="*/ 196 w 204"/>
                  <a:gd name="T71" fmla="*/ 70 h 152"/>
                  <a:gd name="T72" fmla="*/ 184 w 204"/>
                  <a:gd name="T73" fmla="*/ 59 h 152"/>
                  <a:gd name="T74" fmla="*/ 180 w 204"/>
                  <a:gd name="T75" fmla="*/ 50 h 152"/>
                  <a:gd name="T76" fmla="*/ 166 w 204"/>
                  <a:gd name="T77" fmla="*/ 36 h 152"/>
                  <a:gd name="T78" fmla="*/ 161 w 204"/>
                  <a:gd name="T79" fmla="*/ 20 h 152"/>
                  <a:gd name="T80" fmla="*/ 152 w 204"/>
                  <a:gd name="T81" fmla="*/ 8 h 152"/>
                  <a:gd name="T82" fmla="*/ 145 w 204"/>
                  <a:gd name="T83" fmla="*/ 6 h 152"/>
                  <a:gd name="T84" fmla="*/ 143 w 204"/>
                  <a:gd name="T85" fmla="*/ 16 h 152"/>
                  <a:gd name="T86" fmla="*/ 130 w 204"/>
                  <a:gd name="T87" fmla="*/ 31 h 152"/>
                  <a:gd name="T88" fmla="*/ 115 w 204"/>
                  <a:gd name="T89" fmla="*/ 17 h 152"/>
                  <a:gd name="T90" fmla="*/ 118 w 204"/>
                  <a:gd name="T91" fmla="*/ 11 h 152"/>
                  <a:gd name="T92" fmla="*/ 117 w 204"/>
                  <a:gd name="T93" fmla="*/ 8 h 152"/>
                  <a:gd name="T94" fmla="*/ 109 w 204"/>
                  <a:gd name="T95" fmla="*/ 7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04" h="152">
                    <a:moveTo>
                      <a:pt x="101" y="4"/>
                    </a:moveTo>
                    <a:cubicBezTo>
                      <a:pt x="99" y="4"/>
                      <a:pt x="98" y="2"/>
                      <a:pt x="96" y="2"/>
                    </a:cubicBezTo>
                    <a:cubicBezTo>
                      <a:pt x="95" y="1"/>
                      <a:pt x="95" y="2"/>
                      <a:pt x="96" y="3"/>
                    </a:cubicBezTo>
                    <a:cubicBezTo>
                      <a:pt x="96" y="4"/>
                      <a:pt x="98" y="3"/>
                      <a:pt x="98" y="3"/>
                    </a:cubicBezTo>
                    <a:cubicBezTo>
                      <a:pt x="99" y="4"/>
                      <a:pt x="98" y="6"/>
                      <a:pt x="99" y="6"/>
                    </a:cubicBezTo>
                    <a:cubicBezTo>
                      <a:pt x="99" y="7"/>
                      <a:pt x="98" y="7"/>
                      <a:pt x="97" y="7"/>
                    </a:cubicBezTo>
                    <a:cubicBezTo>
                      <a:pt x="96" y="8"/>
                      <a:pt x="95" y="8"/>
                      <a:pt x="94" y="8"/>
                    </a:cubicBezTo>
                    <a:cubicBezTo>
                      <a:pt x="92" y="7"/>
                      <a:pt x="92" y="8"/>
                      <a:pt x="90" y="8"/>
                    </a:cubicBezTo>
                    <a:cubicBezTo>
                      <a:pt x="87" y="9"/>
                      <a:pt x="88" y="12"/>
                      <a:pt x="86" y="13"/>
                    </a:cubicBezTo>
                    <a:cubicBezTo>
                      <a:pt x="84" y="15"/>
                      <a:pt x="83" y="18"/>
                      <a:pt x="84" y="20"/>
                    </a:cubicBezTo>
                    <a:cubicBezTo>
                      <a:pt x="86" y="23"/>
                      <a:pt x="81" y="21"/>
                      <a:pt x="80" y="21"/>
                    </a:cubicBezTo>
                    <a:cubicBezTo>
                      <a:pt x="79" y="21"/>
                      <a:pt x="76" y="24"/>
                      <a:pt x="76" y="24"/>
                    </a:cubicBezTo>
                    <a:cubicBezTo>
                      <a:pt x="76" y="24"/>
                      <a:pt x="75" y="19"/>
                      <a:pt x="74" y="18"/>
                    </a:cubicBezTo>
                    <a:cubicBezTo>
                      <a:pt x="74" y="17"/>
                      <a:pt x="73" y="17"/>
                      <a:pt x="72" y="17"/>
                    </a:cubicBezTo>
                    <a:cubicBezTo>
                      <a:pt x="71" y="16"/>
                      <a:pt x="71" y="16"/>
                      <a:pt x="71" y="15"/>
                    </a:cubicBezTo>
                    <a:cubicBezTo>
                      <a:pt x="70" y="14"/>
                      <a:pt x="70" y="16"/>
                      <a:pt x="70" y="17"/>
                    </a:cubicBezTo>
                    <a:cubicBezTo>
                      <a:pt x="69" y="17"/>
                      <a:pt x="68" y="17"/>
                      <a:pt x="68" y="16"/>
                    </a:cubicBezTo>
                    <a:cubicBezTo>
                      <a:pt x="66" y="16"/>
                      <a:pt x="67" y="20"/>
                      <a:pt x="65" y="19"/>
                    </a:cubicBezTo>
                    <a:cubicBezTo>
                      <a:pt x="65" y="19"/>
                      <a:pt x="64" y="18"/>
                      <a:pt x="64" y="18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0" y="18"/>
                      <a:pt x="62" y="22"/>
                      <a:pt x="62" y="22"/>
                    </a:cubicBezTo>
                    <a:cubicBezTo>
                      <a:pt x="62" y="22"/>
                      <a:pt x="60" y="22"/>
                      <a:pt x="60" y="22"/>
                    </a:cubicBezTo>
                    <a:cubicBezTo>
                      <a:pt x="60" y="23"/>
                      <a:pt x="61" y="23"/>
                      <a:pt x="61" y="23"/>
                    </a:cubicBezTo>
                    <a:cubicBezTo>
                      <a:pt x="60" y="25"/>
                      <a:pt x="59" y="23"/>
                      <a:pt x="59" y="26"/>
                    </a:cubicBezTo>
                    <a:cubicBezTo>
                      <a:pt x="59" y="27"/>
                      <a:pt x="60" y="27"/>
                      <a:pt x="60" y="28"/>
                    </a:cubicBezTo>
                    <a:cubicBezTo>
                      <a:pt x="60" y="30"/>
                      <a:pt x="53" y="26"/>
                      <a:pt x="53" y="29"/>
                    </a:cubicBezTo>
                    <a:cubicBezTo>
                      <a:pt x="53" y="30"/>
                      <a:pt x="57" y="32"/>
                      <a:pt x="55" y="33"/>
                    </a:cubicBezTo>
                    <a:cubicBezTo>
                      <a:pt x="54" y="33"/>
                      <a:pt x="54" y="32"/>
                      <a:pt x="54" y="33"/>
                    </a:cubicBezTo>
                    <a:cubicBezTo>
                      <a:pt x="53" y="34"/>
                      <a:pt x="53" y="34"/>
                      <a:pt x="52" y="33"/>
                    </a:cubicBezTo>
                    <a:cubicBezTo>
                      <a:pt x="51" y="33"/>
                      <a:pt x="52" y="31"/>
                      <a:pt x="51" y="30"/>
                    </a:cubicBezTo>
                    <a:cubicBezTo>
                      <a:pt x="50" y="28"/>
                      <a:pt x="48" y="32"/>
                      <a:pt x="47" y="33"/>
                    </a:cubicBezTo>
                    <a:cubicBezTo>
                      <a:pt x="47" y="34"/>
                      <a:pt x="46" y="35"/>
                      <a:pt x="46" y="36"/>
                    </a:cubicBezTo>
                    <a:cubicBezTo>
                      <a:pt x="46" y="36"/>
                      <a:pt x="47" y="37"/>
                      <a:pt x="47" y="38"/>
                    </a:cubicBezTo>
                    <a:cubicBezTo>
                      <a:pt x="47" y="38"/>
                      <a:pt x="45" y="40"/>
                      <a:pt x="44" y="41"/>
                    </a:cubicBezTo>
                    <a:cubicBezTo>
                      <a:pt x="41" y="44"/>
                      <a:pt x="38" y="46"/>
                      <a:pt x="34" y="47"/>
                    </a:cubicBezTo>
                    <a:cubicBezTo>
                      <a:pt x="31" y="47"/>
                      <a:pt x="28" y="49"/>
                      <a:pt x="24" y="50"/>
                    </a:cubicBezTo>
                    <a:cubicBezTo>
                      <a:pt x="21" y="51"/>
                      <a:pt x="18" y="51"/>
                      <a:pt x="15" y="53"/>
                    </a:cubicBezTo>
                    <a:cubicBezTo>
                      <a:pt x="13" y="55"/>
                      <a:pt x="12" y="55"/>
                      <a:pt x="10" y="56"/>
                    </a:cubicBezTo>
                    <a:cubicBezTo>
                      <a:pt x="9" y="57"/>
                      <a:pt x="7" y="60"/>
                      <a:pt x="7" y="60"/>
                    </a:cubicBezTo>
                    <a:cubicBezTo>
                      <a:pt x="6" y="60"/>
                      <a:pt x="7" y="57"/>
                      <a:pt x="7" y="56"/>
                    </a:cubicBezTo>
                    <a:cubicBezTo>
                      <a:pt x="5" y="56"/>
                      <a:pt x="4" y="61"/>
                      <a:pt x="4" y="61"/>
                    </a:cubicBezTo>
                    <a:cubicBezTo>
                      <a:pt x="5" y="64"/>
                      <a:pt x="3" y="65"/>
                      <a:pt x="3" y="68"/>
                    </a:cubicBezTo>
                    <a:cubicBezTo>
                      <a:pt x="3" y="69"/>
                      <a:pt x="8" y="80"/>
                      <a:pt x="6" y="81"/>
                    </a:cubicBezTo>
                    <a:cubicBezTo>
                      <a:pt x="6" y="81"/>
                      <a:pt x="3" y="77"/>
                      <a:pt x="3" y="77"/>
                    </a:cubicBezTo>
                    <a:cubicBezTo>
                      <a:pt x="3" y="78"/>
                      <a:pt x="6" y="81"/>
                      <a:pt x="4" y="82"/>
                    </a:cubicBezTo>
                    <a:cubicBezTo>
                      <a:pt x="2" y="82"/>
                      <a:pt x="2" y="77"/>
                      <a:pt x="0" y="77"/>
                    </a:cubicBezTo>
                    <a:cubicBezTo>
                      <a:pt x="0" y="77"/>
                      <a:pt x="6" y="85"/>
                      <a:pt x="6" y="86"/>
                    </a:cubicBezTo>
                    <a:cubicBezTo>
                      <a:pt x="7" y="87"/>
                      <a:pt x="6" y="89"/>
                      <a:pt x="7" y="91"/>
                    </a:cubicBezTo>
                    <a:cubicBezTo>
                      <a:pt x="8" y="93"/>
                      <a:pt x="9" y="94"/>
                      <a:pt x="10" y="96"/>
                    </a:cubicBezTo>
                    <a:cubicBezTo>
                      <a:pt x="11" y="97"/>
                      <a:pt x="11" y="100"/>
                      <a:pt x="11" y="101"/>
                    </a:cubicBezTo>
                    <a:cubicBezTo>
                      <a:pt x="11" y="103"/>
                      <a:pt x="12" y="105"/>
                      <a:pt x="13" y="106"/>
                    </a:cubicBezTo>
                    <a:cubicBezTo>
                      <a:pt x="14" y="109"/>
                      <a:pt x="14" y="110"/>
                      <a:pt x="14" y="113"/>
                    </a:cubicBezTo>
                    <a:cubicBezTo>
                      <a:pt x="14" y="114"/>
                      <a:pt x="14" y="119"/>
                      <a:pt x="14" y="119"/>
                    </a:cubicBezTo>
                    <a:cubicBezTo>
                      <a:pt x="13" y="120"/>
                      <a:pt x="12" y="120"/>
                      <a:pt x="11" y="121"/>
                    </a:cubicBezTo>
                    <a:cubicBezTo>
                      <a:pt x="10" y="124"/>
                      <a:pt x="12" y="124"/>
                      <a:pt x="13" y="125"/>
                    </a:cubicBezTo>
                    <a:cubicBezTo>
                      <a:pt x="17" y="127"/>
                      <a:pt x="20" y="129"/>
                      <a:pt x="25" y="128"/>
                    </a:cubicBezTo>
                    <a:cubicBezTo>
                      <a:pt x="27" y="127"/>
                      <a:pt x="29" y="126"/>
                      <a:pt x="30" y="125"/>
                    </a:cubicBezTo>
                    <a:cubicBezTo>
                      <a:pt x="33" y="124"/>
                      <a:pt x="32" y="125"/>
                      <a:pt x="33" y="123"/>
                    </a:cubicBezTo>
                    <a:cubicBezTo>
                      <a:pt x="35" y="121"/>
                      <a:pt x="42" y="121"/>
                      <a:pt x="44" y="122"/>
                    </a:cubicBezTo>
                    <a:cubicBezTo>
                      <a:pt x="47" y="122"/>
                      <a:pt x="52" y="124"/>
                      <a:pt x="54" y="121"/>
                    </a:cubicBezTo>
                    <a:cubicBezTo>
                      <a:pt x="55" y="120"/>
                      <a:pt x="55" y="118"/>
                      <a:pt x="57" y="117"/>
                    </a:cubicBezTo>
                    <a:cubicBezTo>
                      <a:pt x="59" y="116"/>
                      <a:pt x="61" y="115"/>
                      <a:pt x="63" y="114"/>
                    </a:cubicBezTo>
                    <a:cubicBezTo>
                      <a:pt x="66" y="112"/>
                      <a:pt x="70" y="114"/>
                      <a:pt x="73" y="112"/>
                    </a:cubicBezTo>
                    <a:cubicBezTo>
                      <a:pt x="78" y="110"/>
                      <a:pt x="82" y="110"/>
                      <a:pt x="88" y="109"/>
                    </a:cubicBezTo>
                    <a:cubicBezTo>
                      <a:pt x="89" y="109"/>
                      <a:pt x="90" y="108"/>
                      <a:pt x="92" y="108"/>
                    </a:cubicBezTo>
                    <a:cubicBezTo>
                      <a:pt x="93" y="109"/>
                      <a:pt x="95" y="110"/>
                      <a:pt x="96" y="111"/>
                    </a:cubicBezTo>
                    <a:cubicBezTo>
                      <a:pt x="97" y="111"/>
                      <a:pt x="107" y="113"/>
                      <a:pt x="107" y="114"/>
                    </a:cubicBezTo>
                    <a:cubicBezTo>
                      <a:pt x="106" y="115"/>
                      <a:pt x="105" y="118"/>
                      <a:pt x="107" y="117"/>
                    </a:cubicBezTo>
                    <a:cubicBezTo>
                      <a:pt x="108" y="117"/>
                      <a:pt x="110" y="120"/>
                      <a:pt x="111" y="121"/>
                    </a:cubicBezTo>
                    <a:cubicBezTo>
                      <a:pt x="112" y="122"/>
                      <a:pt x="112" y="123"/>
                      <a:pt x="112" y="125"/>
                    </a:cubicBezTo>
                    <a:cubicBezTo>
                      <a:pt x="113" y="126"/>
                      <a:pt x="115" y="128"/>
                      <a:pt x="115" y="128"/>
                    </a:cubicBezTo>
                    <a:cubicBezTo>
                      <a:pt x="115" y="127"/>
                      <a:pt x="114" y="126"/>
                      <a:pt x="116" y="125"/>
                    </a:cubicBezTo>
                    <a:cubicBezTo>
                      <a:pt x="117" y="124"/>
                      <a:pt x="118" y="123"/>
                      <a:pt x="120" y="122"/>
                    </a:cubicBezTo>
                    <a:cubicBezTo>
                      <a:pt x="121" y="121"/>
                      <a:pt x="126" y="116"/>
                      <a:pt x="125" y="115"/>
                    </a:cubicBezTo>
                    <a:cubicBezTo>
                      <a:pt x="126" y="117"/>
                      <a:pt x="125" y="118"/>
                      <a:pt x="125" y="120"/>
                    </a:cubicBezTo>
                    <a:cubicBezTo>
                      <a:pt x="126" y="121"/>
                      <a:pt x="124" y="122"/>
                      <a:pt x="124" y="122"/>
                    </a:cubicBezTo>
                    <a:cubicBezTo>
                      <a:pt x="123" y="124"/>
                      <a:pt x="123" y="125"/>
                      <a:pt x="123" y="126"/>
                    </a:cubicBezTo>
                    <a:cubicBezTo>
                      <a:pt x="123" y="128"/>
                      <a:pt x="119" y="129"/>
                      <a:pt x="122" y="129"/>
                    </a:cubicBezTo>
                    <a:cubicBezTo>
                      <a:pt x="126" y="129"/>
                      <a:pt x="124" y="125"/>
                      <a:pt x="125" y="123"/>
                    </a:cubicBezTo>
                    <a:cubicBezTo>
                      <a:pt x="125" y="123"/>
                      <a:pt x="129" y="127"/>
                      <a:pt x="128" y="129"/>
                    </a:cubicBezTo>
                    <a:cubicBezTo>
                      <a:pt x="125" y="133"/>
                      <a:pt x="129" y="130"/>
                      <a:pt x="131" y="132"/>
                    </a:cubicBezTo>
                    <a:cubicBezTo>
                      <a:pt x="134" y="135"/>
                      <a:pt x="134" y="136"/>
                      <a:pt x="134" y="139"/>
                    </a:cubicBezTo>
                    <a:cubicBezTo>
                      <a:pt x="133" y="142"/>
                      <a:pt x="137" y="145"/>
                      <a:pt x="139" y="145"/>
                    </a:cubicBezTo>
                    <a:cubicBezTo>
                      <a:pt x="141" y="146"/>
                      <a:pt x="143" y="147"/>
                      <a:pt x="145" y="147"/>
                    </a:cubicBezTo>
                    <a:cubicBezTo>
                      <a:pt x="147" y="147"/>
                      <a:pt x="151" y="152"/>
                      <a:pt x="153" y="151"/>
                    </a:cubicBezTo>
                    <a:cubicBezTo>
                      <a:pt x="155" y="150"/>
                      <a:pt x="157" y="149"/>
                      <a:pt x="158" y="147"/>
                    </a:cubicBezTo>
                    <a:cubicBezTo>
                      <a:pt x="158" y="147"/>
                      <a:pt x="160" y="144"/>
                      <a:pt x="161" y="145"/>
                    </a:cubicBezTo>
                    <a:cubicBezTo>
                      <a:pt x="161" y="146"/>
                      <a:pt x="159" y="147"/>
                      <a:pt x="160" y="148"/>
                    </a:cubicBezTo>
                    <a:cubicBezTo>
                      <a:pt x="161" y="149"/>
                      <a:pt x="161" y="146"/>
                      <a:pt x="162" y="146"/>
                    </a:cubicBezTo>
                    <a:cubicBezTo>
                      <a:pt x="162" y="146"/>
                      <a:pt x="164" y="149"/>
                      <a:pt x="165" y="149"/>
                    </a:cubicBezTo>
                    <a:cubicBezTo>
                      <a:pt x="165" y="150"/>
                      <a:pt x="167" y="152"/>
                      <a:pt x="168" y="152"/>
                    </a:cubicBezTo>
                    <a:cubicBezTo>
                      <a:pt x="167" y="152"/>
                      <a:pt x="170" y="149"/>
                      <a:pt x="170" y="149"/>
                    </a:cubicBezTo>
                    <a:cubicBezTo>
                      <a:pt x="172" y="148"/>
                      <a:pt x="173" y="146"/>
                      <a:pt x="174" y="145"/>
                    </a:cubicBezTo>
                    <a:cubicBezTo>
                      <a:pt x="177" y="144"/>
                      <a:pt x="185" y="146"/>
                      <a:pt x="185" y="142"/>
                    </a:cubicBezTo>
                    <a:cubicBezTo>
                      <a:pt x="186" y="137"/>
                      <a:pt x="187" y="134"/>
                      <a:pt x="188" y="130"/>
                    </a:cubicBezTo>
                    <a:cubicBezTo>
                      <a:pt x="190" y="126"/>
                      <a:pt x="191" y="122"/>
                      <a:pt x="194" y="118"/>
                    </a:cubicBezTo>
                    <a:cubicBezTo>
                      <a:pt x="195" y="117"/>
                      <a:pt x="197" y="116"/>
                      <a:pt x="198" y="114"/>
                    </a:cubicBezTo>
                    <a:cubicBezTo>
                      <a:pt x="198" y="113"/>
                      <a:pt x="198" y="113"/>
                      <a:pt x="198" y="112"/>
                    </a:cubicBezTo>
                    <a:cubicBezTo>
                      <a:pt x="199" y="111"/>
                      <a:pt x="200" y="110"/>
                      <a:pt x="200" y="108"/>
                    </a:cubicBezTo>
                    <a:cubicBezTo>
                      <a:pt x="201" y="106"/>
                      <a:pt x="200" y="104"/>
                      <a:pt x="201" y="102"/>
                    </a:cubicBezTo>
                    <a:cubicBezTo>
                      <a:pt x="201" y="101"/>
                      <a:pt x="202" y="100"/>
                      <a:pt x="202" y="99"/>
                    </a:cubicBezTo>
                    <a:cubicBezTo>
                      <a:pt x="203" y="98"/>
                      <a:pt x="201" y="97"/>
                      <a:pt x="202" y="96"/>
                    </a:cubicBezTo>
                    <a:cubicBezTo>
                      <a:pt x="203" y="95"/>
                      <a:pt x="204" y="92"/>
                      <a:pt x="203" y="91"/>
                    </a:cubicBezTo>
                    <a:cubicBezTo>
                      <a:pt x="203" y="89"/>
                      <a:pt x="202" y="88"/>
                      <a:pt x="202" y="87"/>
                    </a:cubicBezTo>
                    <a:cubicBezTo>
                      <a:pt x="201" y="86"/>
                      <a:pt x="201" y="84"/>
                      <a:pt x="201" y="83"/>
                    </a:cubicBezTo>
                    <a:cubicBezTo>
                      <a:pt x="200" y="79"/>
                      <a:pt x="203" y="77"/>
                      <a:pt x="202" y="73"/>
                    </a:cubicBezTo>
                    <a:cubicBezTo>
                      <a:pt x="202" y="74"/>
                      <a:pt x="201" y="76"/>
                      <a:pt x="200" y="76"/>
                    </a:cubicBezTo>
                    <a:cubicBezTo>
                      <a:pt x="198" y="76"/>
                      <a:pt x="197" y="72"/>
                      <a:pt x="196" y="70"/>
                    </a:cubicBezTo>
                    <a:cubicBezTo>
                      <a:pt x="194" y="67"/>
                      <a:pt x="190" y="67"/>
                      <a:pt x="190" y="62"/>
                    </a:cubicBezTo>
                    <a:cubicBezTo>
                      <a:pt x="189" y="60"/>
                      <a:pt x="188" y="60"/>
                      <a:pt x="187" y="59"/>
                    </a:cubicBezTo>
                    <a:cubicBezTo>
                      <a:pt x="185" y="58"/>
                      <a:pt x="185" y="61"/>
                      <a:pt x="184" y="59"/>
                    </a:cubicBezTo>
                    <a:cubicBezTo>
                      <a:pt x="184" y="56"/>
                      <a:pt x="183" y="55"/>
                      <a:pt x="181" y="53"/>
                    </a:cubicBezTo>
                    <a:cubicBezTo>
                      <a:pt x="181" y="53"/>
                      <a:pt x="180" y="52"/>
                      <a:pt x="180" y="51"/>
                    </a:cubicBezTo>
                    <a:cubicBezTo>
                      <a:pt x="179" y="51"/>
                      <a:pt x="180" y="49"/>
                      <a:pt x="180" y="50"/>
                    </a:cubicBezTo>
                    <a:cubicBezTo>
                      <a:pt x="178" y="48"/>
                      <a:pt x="176" y="47"/>
                      <a:pt x="174" y="46"/>
                    </a:cubicBezTo>
                    <a:cubicBezTo>
                      <a:pt x="172" y="44"/>
                      <a:pt x="169" y="45"/>
                      <a:pt x="168" y="43"/>
                    </a:cubicBezTo>
                    <a:cubicBezTo>
                      <a:pt x="166" y="41"/>
                      <a:pt x="167" y="37"/>
                      <a:pt x="166" y="36"/>
                    </a:cubicBezTo>
                    <a:cubicBezTo>
                      <a:pt x="166" y="34"/>
                      <a:pt x="166" y="32"/>
                      <a:pt x="165" y="31"/>
                    </a:cubicBezTo>
                    <a:cubicBezTo>
                      <a:pt x="164" y="30"/>
                      <a:pt x="163" y="30"/>
                      <a:pt x="163" y="28"/>
                    </a:cubicBezTo>
                    <a:cubicBezTo>
                      <a:pt x="163" y="26"/>
                      <a:pt x="163" y="23"/>
                      <a:pt x="161" y="20"/>
                    </a:cubicBezTo>
                    <a:cubicBezTo>
                      <a:pt x="160" y="20"/>
                      <a:pt x="158" y="17"/>
                      <a:pt x="158" y="18"/>
                    </a:cubicBezTo>
                    <a:cubicBezTo>
                      <a:pt x="156" y="18"/>
                      <a:pt x="156" y="19"/>
                      <a:pt x="155" y="17"/>
                    </a:cubicBezTo>
                    <a:cubicBezTo>
                      <a:pt x="153" y="15"/>
                      <a:pt x="154" y="11"/>
                      <a:pt x="152" y="8"/>
                    </a:cubicBezTo>
                    <a:cubicBezTo>
                      <a:pt x="152" y="7"/>
                      <a:pt x="148" y="0"/>
                      <a:pt x="148" y="0"/>
                    </a:cubicBezTo>
                    <a:cubicBezTo>
                      <a:pt x="147" y="0"/>
                      <a:pt x="147" y="2"/>
                      <a:pt x="147" y="3"/>
                    </a:cubicBezTo>
                    <a:cubicBezTo>
                      <a:pt x="147" y="4"/>
                      <a:pt x="146" y="5"/>
                      <a:pt x="145" y="6"/>
                    </a:cubicBezTo>
                    <a:cubicBezTo>
                      <a:pt x="145" y="6"/>
                      <a:pt x="143" y="8"/>
                      <a:pt x="144" y="9"/>
                    </a:cubicBezTo>
                    <a:cubicBezTo>
                      <a:pt x="144" y="9"/>
                      <a:pt x="146" y="9"/>
                      <a:pt x="145" y="10"/>
                    </a:cubicBezTo>
                    <a:cubicBezTo>
                      <a:pt x="144" y="10"/>
                      <a:pt x="143" y="15"/>
                      <a:pt x="143" y="16"/>
                    </a:cubicBezTo>
                    <a:cubicBezTo>
                      <a:pt x="144" y="18"/>
                      <a:pt x="144" y="20"/>
                      <a:pt x="144" y="22"/>
                    </a:cubicBezTo>
                    <a:cubicBezTo>
                      <a:pt x="143" y="26"/>
                      <a:pt x="143" y="36"/>
                      <a:pt x="137" y="36"/>
                    </a:cubicBezTo>
                    <a:cubicBezTo>
                      <a:pt x="133" y="36"/>
                      <a:pt x="133" y="32"/>
                      <a:pt x="130" y="31"/>
                    </a:cubicBezTo>
                    <a:cubicBezTo>
                      <a:pt x="128" y="30"/>
                      <a:pt x="126" y="30"/>
                      <a:pt x="124" y="28"/>
                    </a:cubicBezTo>
                    <a:cubicBezTo>
                      <a:pt x="123" y="27"/>
                      <a:pt x="112" y="21"/>
                      <a:pt x="113" y="20"/>
                    </a:cubicBezTo>
                    <a:cubicBezTo>
                      <a:pt x="113" y="19"/>
                      <a:pt x="114" y="18"/>
                      <a:pt x="115" y="17"/>
                    </a:cubicBezTo>
                    <a:cubicBezTo>
                      <a:pt x="115" y="16"/>
                      <a:pt x="117" y="16"/>
                      <a:pt x="117" y="15"/>
                    </a:cubicBezTo>
                    <a:cubicBezTo>
                      <a:pt x="117" y="15"/>
                      <a:pt x="116" y="14"/>
                      <a:pt x="116" y="13"/>
                    </a:cubicBezTo>
                    <a:cubicBezTo>
                      <a:pt x="117" y="12"/>
                      <a:pt x="117" y="12"/>
                      <a:pt x="118" y="11"/>
                    </a:cubicBezTo>
                    <a:cubicBezTo>
                      <a:pt x="118" y="10"/>
                      <a:pt x="120" y="9"/>
                      <a:pt x="121" y="8"/>
                    </a:cubicBezTo>
                    <a:cubicBezTo>
                      <a:pt x="121" y="7"/>
                      <a:pt x="119" y="5"/>
                      <a:pt x="118" y="6"/>
                    </a:cubicBezTo>
                    <a:cubicBezTo>
                      <a:pt x="118" y="6"/>
                      <a:pt x="117" y="8"/>
                      <a:pt x="117" y="8"/>
                    </a:cubicBezTo>
                    <a:cubicBezTo>
                      <a:pt x="116" y="7"/>
                      <a:pt x="116" y="7"/>
                      <a:pt x="115" y="6"/>
                    </a:cubicBezTo>
                    <a:cubicBezTo>
                      <a:pt x="115" y="5"/>
                      <a:pt x="113" y="7"/>
                      <a:pt x="112" y="7"/>
                    </a:cubicBezTo>
                    <a:cubicBezTo>
                      <a:pt x="111" y="8"/>
                      <a:pt x="110" y="7"/>
                      <a:pt x="109" y="7"/>
                    </a:cubicBezTo>
                    <a:cubicBezTo>
                      <a:pt x="107" y="6"/>
                      <a:pt x="104" y="5"/>
                      <a:pt x="101" y="4"/>
                    </a:cubicBezTo>
                    <a:cubicBezTo>
                      <a:pt x="99" y="4"/>
                      <a:pt x="103" y="5"/>
                      <a:pt x="101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" name="Freeform 404"/>
              <p:cNvSpPr>
                <a:spLocks/>
              </p:cNvSpPr>
              <p:nvPr/>
            </p:nvSpPr>
            <p:spPr bwMode="auto">
              <a:xfrm>
                <a:off x="11416754" y="5927165"/>
                <a:ext cx="372610" cy="563840"/>
              </a:xfrm>
              <a:custGeom>
                <a:avLst/>
                <a:gdLst>
                  <a:gd name="T0" fmla="*/ 7 w 40"/>
                  <a:gd name="T1" fmla="*/ 0 h 60"/>
                  <a:gd name="T2" fmla="*/ 4 w 40"/>
                  <a:gd name="T3" fmla="*/ 3 h 60"/>
                  <a:gd name="T4" fmla="*/ 2 w 40"/>
                  <a:gd name="T5" fmla="*/ 8 h 60"/>
                  <a:gd name="T6" fmla="*/ 5 w 40"/>
                  <a:gd name="T7" fmla="*/ 14 h 60"/>
                  <a:gd name="T8" fmla="*/ 3 w 40"/>
                  <a:gd name="T9" fmla="*/ 18 h 60"/>
                  <a:gd name="T10" fmla="*/ 3 w 40"/>
                  <a:gd name="T11" fmla="*/ 19 h 60"/>
                  <a:gd name="T12" fmla="*/ 2 w 40"/>
                  <a:gd name="T13" fmla="*/ 23 h 60"/>
                  <a:gd name="T14" fmla="*/ 5 w 40"/>
                  <a:gd name="T15" fmla="*/ 23 h 60"/>
                  <a:gd name="T16" fmla="*/ 7 w 40"/>
                  <a:gd name="T17" fmla="*/ 19 h 60"/>
                  <a:gd name="T18" fmla="*/ 7 w 40"/>
                  <a:gd name="T19" fmla="*/ 23 h 60"/>
                  <a:gd name="T20" fmla="*/ 11 w 40"/>
                  <a:gd name="T21" fmla="*/ 27 h 60"/>
                  <a:gd name="T22" fmla="*/ 14 w 40"/>
                  <a:gd name="T23" fmla="*/ 30 h 60"/>
                  <a:gd name="T24" fmla="*/ 16 w 40"/>
                  <a:gd name="T25" fmla="*/ 36 h 60"/>
                  <a:gd name="T26" fmla="*/ 8 w 40"/>
                  <a:gd name="T27" fmla="*/ 39 h 60"/>
                  <a:gd name="T28" fmla="*/ 9 w 40"/>
                  <a:gd name="T29" fmla="*/ 42 h 60"/>
                  <a:gd name="T30" fmla="*/ 5 w 40"/>
                  <a:gd name="T31" fmla="*/ 47 h 60"/>
                  <a:gd name="T32" fmla="*/ 9 w 40"/>
                  <a:gd name="T33" fmla="*/ 48 h 60"/>
                  <a:gd name="T34" fmla="*/ 18 w 40"/>
                  <a:gd name="T35" fmla="*/ 48 h 60"/>
                  <a:gd name="T36" fmla="*/ 10 w 40"/>
                  <a:gd name="T37" fmla="*/ 52 h 60"/>
                  <a:gd name="T38" fmla="*/ 7 w 40"/>
                  <a:gd name="T39" fmla="*/ 55 h 60"/>
                  <a:gd name="T40" fmla="*/ 3 w 40"/>
                  <a:gd name="T41" fmla="*/ 59 h 60"/>
                  <a:gd name="T42" fmla="*/ 5 w 40"/>
                  <a:gd name="T43" fmla="*/ 60 h 60"/>
                  <a:gd name="T44" fmla="*/ 12 w 40"/>
                  <a:gd name="T45" fmla="*/ 57 h 60"/>
                  <a:gd name="T46" fmla="*/ 19 w 40"/>
                  <a:gd name="T47" fmla="*/ 55 h 60"/>
                  <a:gd name="T48" fmla="*/ 27 w 40"/>
                  <a:gd name="T49" fmla="*/ 54 h 60"/>
                  <a:gd name="T50" fmla="*/ 38 w 40"/>
                  <a:gd name="T51" fmla="*/ 51 h 60"/>
                  <a:gd name="T52" fmla="*/ 38 w 40"/>
                  <a:gd name="T53" fmla="*/ 46 h 60"/>
                  <a:gd name="T54" fmla="*/ 32 w 40"/>
                  <a:gd name="T55" fmla="*/ 41 h 60"/>
                  <a:gd name="T56" fmla="*/ 31 w 40"/>
                  <a:gd name="T57" fmla="*/ 36 h 60"/>
                  <a:gd name="T58" fmla="*/ 30 w 40"/>
                  <a:gd name="T59" fmla="*/ 34 h 60"/>
                  <a:gd name="T60" fmla="*/ 23 w 40"/>
                  <a:gd name="T61" fmla="*/ 25 h 60"/>
                  <a:gd name="T62" fmla="*/ 12 w 40"/>
                  <a:gd name="T63" fmla="*/ 18 h 60"/>
                  <a:gd name="T64" fmla="*/ 14 w 40"/>
                  <a:gd name="T65" fmla="*/ 16 h 60"/>
                  <a:gd name="T66" fmla="*/ 21 w 40"/>
                  <a:gd name="T67" fmla="*/ 8 h 60"/>
                  <a:gd name="T68" fmla="*/ 9 w 40"/>
                  <a:gd name="T69" fmla="*/ 7 h 60"/>
                  <a:gd name="T70" fmla="*/ 9 w 40"/>
                  <a:gd name="T71" fmla="*/ 6 h 60"/>
                  <a:gd name="T72" fmla="*/ 15 w 40"/>
                  <a:gd name="T7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0" h="60">
                    <a:moveTo>
                      <a:pt x="15" y="0"/>
                    </a:moveTo>
                    <a:cubicBezTo>
                      <a:pt x="12" y="0"/>
                      <a:pt x="10" y="1"/>
                      <a:pt x="7" y="0"/>
                    </a:cubicBezTo>
                    <a:cubicBezTo>
                      <a:pt x="6" y="0"/>
                      <a:pt x="5" y="0"/>
                      <a:pt x="5" y="1"/>
                    </a:cubicBezTo>
                    <a:cubicBezTo>
                      <a:pt x="6" y="3"/>
                      <a:pt x="5" y="2"/>
                      <a:pt x="4" y="3"/>
                    </a:cubicBezTo>
                    <a:cubicBezTo>
                      <a:pt x="5" y="2"/>
                      <a:pt x="5" y="4"/>
                      <a:pt x="5" y="4"/>
                    </a:cubicBezTo>
                    <a:cubicBezTo>
                      <a:pt x="4" y="6"/>
                      <a:pt x="1" y="5"/>
                      <a:pt x="2" y="8"/>
                    </a:cubicBezTo>
                    <a:cubicBezTo>
                      <a:pt x="4" y="10"/>
                      <a:pt x="3" y="11"/>
                      <a:pt x="2" y="13"/>
                    </a:cubicBezTo>
                    <a:cubicBezTo>
                      <a:pt x="2" y="15"/>
                      <a:pt x="4" y="15"/>
                      <a:pt x="5" y="14"/>
                    </a:cubicBezTo>
                    <a:cubicBezTo>
                      <a:pt x="4" y="15"/>
                      <a:pt x="5" y="15"/>
                      <a:pt x="5" y="16"/>
                    </a:cubicBezTo>
                    <a:cubicBezTo>
                      <a:pt x="5" y="15"/>
                      <a:pt x="3" y="18"/>
                      <a:pt x="3" y="18"/>
                    </a:cubicBezTo>
                    <a:cubicBezTo>
                      <a:pt x="2" y="18"/>
                      <a:pt x="0" y="18"/>
                      <a:pt x="0" y="20"/>
                    </a:cubicBezTo>
                    <a:cubicBezTo>
                      <a:pt x="1" y="20"/>
                      <a:pt x="2" y="18"/>
                      <a:pt x="3" y="19"/>
                    </a:cubicBezTo>
                    <a:cubicBezTo>
                      <a:pt x="3" y="20"/>
                      <a:pt x="3" y="21"/>
                      <a:pt x="3" y="21"/>
                    </a:cubicBezTo>
                    <a:cubicBezTo>
                      <a:pt x="2" y="22"/>
                      <a:pt x="2" y="23"/>
                      <a:pt x="2" y="23"/>
                    </a:cubicBezTo>
                    <a:cubicBezTo>
                      <a:pt x="2" y="24"/>
                      <a:pt x="3" y="22"/>
                      <a:pt x="4" y="22"/>
                    </a:cubicBezTo>
                    <a:cubicBezTo>
                      <a:pt x="4" y="21"/>
                      <a:pt x="5" y="23"/>
                      <a:pt x="5" y="23"/>
                    </a:cubicBezTo>
                    <a:cubicBezTo>
                      <a:pt x="6" y="23"/>
                      <a:pt x="5" y="19"/>
                      <a:pt x="4" y="19"/>
                    </a:cubicBezTo>
                    <a:cubicBezTo>
                      <a:pt x="5" y="19"/>
                      <a:pt x="7" y="20"/>
                      <a:pt x="7" y="19"/>
                    </a:cubicBezTo>
                    <a:cubicBezTo>
                      <a:pt x="7" y="19"/>
                      <a:pt x="6" y="20"/>
                      <a:pt x="6" y="20"/>
                    </a:cubicBezTo>
                    <a:cubicBezTo>
                      <a:pt x="6" y="21"/>
                      <a:pt x="7" y="22"/>
                      <a:pt x="7" y="23"/>
                    </a:cubicBezTo>
                    <a:cubicBezTo>
                      <a:pt x="7" y="24"/>
                      <a:pt x="4" y="27"/>
                      <a:pt x="7" y="27"/>
                    </a:cubicBezTo>
                    <a:cubicBezTo>
                      <a:pt x="7" y="27"/>
                      <a:pt x="10" y="27"/>
                      <a:pt x="11" y="27"/>
                    </a:cubicBezTo>
                    <a:cubicBezTo>
                      <a:pt x="12" y="26"/>
                      <a:pt x="15" y="26"/>
                      <a:pt x="15" y="26"/>
                    </a:cubicBezTo>
                    <a:cubicBezTo>
                      <a:pt x="14" y="28"/>
                      <a:pt x="13" y="28"/>
                      <a:pt x="14" y="30"/>
                    </a:cubicBezTo>
                    <a:cubicBezTo>
                      <a:pt x="15" y="33"/>
                      <a:pt x="15" y="31"/>
                      <a:pt x="16" y="32"/>
                    </a:cubicBezTo>
                    <a:cubicBezTo>
                      <a:pt x="16" y="33"/>
                      <a:pt x="15" y="35"/>
                      <a:pt x="16" y="36"/>
                    </a:cubicBezTo>
                    <a:cubicBezTo>
                      <a:pt x="17" y="38"/>
                      <a:pt x="14" y="38"/>
                      <a:pt x="13" y="38"/>
                    </a:cubicBezTo>
                    <a:cubicBezTo>
                      <a:pt x="11" y="39"/>
                      <a:pt x="10" y="37"/>
                      <a:pt x="8" y="39"/>
                    </a:cubicBezTo>
                    <a:cubicBezTo>
                      <a:pt x="7" y="41"/>
                      <a:pt x="12" y="40"/>
                      <a:pt x="11" y="41"/>
                    </a:cubicBezTo>
                    <a:cubicBezTo>
                      <a:pt x="11" y="41"/>
                      <a:pt x="9" y="42"/>
                      <a:pt x="9" y="42"/>
                    </a:cubicBezTo>
                    <a:cubicBezTo>
                      <a:pt x="9" y="43"/>
                      <a:pt x="10" y="43"/>
                      <a:pt x="9" y="44"/>
                    </a:cubicBezTo>
                    <a:cubicBezTo>
                      <a:pt x="8" y="45"/>
                      <a:pt x="7" y="46"/>
                      <a:pt x="5" y="47"/>
                    </a:cubicBezTo>
                    <a:cubicBezTo>
                      <a:pt x="4" y="48"/>
                      <a:pt x="6" y="49"/>
                      <a:pt x="6" y="49"/>
                    </a:cubicBezTo>
                    <a:cubicBezTo>
                      <a:pt x="7" y="49"/>
                      <a:pt x="9" y="48"/>
                      <a:pt x="9" y="48"/>
                    </a:cubicBezTo>
                    <a:cubicBezTo>
                      <a:pt x="9" y="49"/>
                      <a:pt x="12" y="49"/>
                      <a:pt x="13" y="50"/>
                    </a:cubicBezTo>
                    <a:cubicBezTo>
                      <a:pt x="15" y="50"/>
                      <a:pt x="17" y="48"/>
                      <a:pt x="18" y="48"/>
                    </a:cubicBezTo>
                    <a:cubicBezTo>
                      <a:pt x="18" y="48"/>
                      <a:pt x="16" y="53"/>
                      <a:pt x="13" y="52"/>
                    </a:cubicBezTo>
                    <a:cubicBezTo>
                      <a:pt x="12" y="51"/>
                      <a:pt x="11" y="52"/>
                      <a:pt x="10" y="52"/>
                    </a:cubicBezTo>
                    <a:cubicBezTo>
                      <a:pt x="8" y="52"/>
                      <a:pt x="9" y="51"/>
                      <a:pt x="8" y="51"/>
                    </a:cubicBezTo>
                    <a:cubicBezTo>
                      <a:pt x="8" y="51"/>
                      <a:pt x="8" y="54"/>
                      <a:pt x="7" y="55"/>
                    </a:cubicBezTo>
                    <a:cubicBezTo>
                      <a:pt x="7" y="55"/>
                      <a:pt x="6" y="56"/>
                      <a:pt x="5" y="57"/>
                    </a:cubicBezTo>
                    <a:cubicBezTo>
                      <a:pt x="5" y="57"/>
                      <a:pt x="3" y="58"/>
                      <a:pt x="3" y="59"/>
                    </a:cubicBezTo>
                    <a:cubicBezTo>
                      <a:pt x="3" y="59"/>
                      <a:pt x="5" y="59"/>
                      <a:pt x="5" y="59"/>
                    </a:cubicBezTo>
                    <a:cubicBezTo>
                      <a:pt x="5" y="59"/>
                      <a:pt x="4" y="59"/>
                      <a:pt x="5" y="60"/>
                    </a:cubicBezTo>
                    <a:cubicBezTo>
                      <a:pt x="5" y="60"/>
                      <a:pt x="7" y="57"/>
                      <a:pt x="8" y="57"/>
                    </a:cubicBezTo>
                    <a:cubicBezTo>
                      <a:pt x="9" y="57"/>
                      <a:pt x="11" y="58"/>
                      <a:pt x="12" y="57"/>
                    </a:cubicBezTo>
                    <a:cubicBezTo>
                      <a:pt x="14" y="57"/>
                      <a:pt x="13" y="55"/>
                      <a:pt x="15" y="55"/>
                    </a:cubicBezTo>
                    <a:cubicBezTo>
                      <a:pt x="16" y="54"/>
                      <a:pt x="17" y="55"/>
                      <a:pt x="19" y="55"/>
                    </a:cubicBezTo>
                    <a:cubicBezTo>
                      <a:pt x="20" y="56"/>
                      <a:pt x="21" y="54"/>
                      <a:pt x="23" y="55"/>
                    </a:cubicBezTo>
                    <a:cubicBezTo>
                      <a:pt x="24" y="56"/>
                      <a:pt x="26" y="55"/>
                      <a:pt x="27" y="54"/>
                    </a:cubicBezTo>
                    <a:cubicBezTo>
                      <a:pt x="29" y="54"/>
                      <a:pt x="32" y="54"/>
                      <a:pt x="34" y="54"/>
                    </a:cubicBezTo>
                    <a:cubicBezTo>
                      <a:pt x="34" y="54"/>
                      <a:pt x="38" y="51"/>
                      <a:pt x="38" y="51"/>
                    </a:cubicBezTo>
                    <a:cubicBezTo>
                      <a:pt x="37" y="50"/>
                      <a:pt x="33" y="51"/>
                      <a:pt x="33" y="50"/>
                    </a:cubicBezTo>
                    <a:cubicBezTo>
                      <a:pt x="33" y="49"/>
                      <a:pt x="37" y="46"/>
                      <a:pt x="38" y="46"/>
                    </a:cubicBezTo>
                    <a:cubicBezTo>
                      <a:pt x="39" y="44"/>
                      <a:pt x="40" y="40"/>
                      <a:pt x="36" y="40"/>
                    </a:cubicBezTo>
                    <a:cubicBezTo>
                      <a:pt x="35" y="40"/>
                      <a:pt x="33" y="41"/>
                      <a:pt x="32" y="41"/>
                    </a:cubicBezTo>
                    <a:cubicBezTo>
                      <a:pt x="30" y="40"/>
                      <a:pt x="32" y="40"/>
                      <a:pt x="32" y="39"/>
                    </a:cubicBezTo>
                    <a:cubicBezTo>
                      <a:pt x="32" y="38"/>
                      <a:pt x="32" y="37"/>
                      <a:pt x="31" y="36"/>
                    </a:cubicBezTo>
                    <a:cubicBezTo>
                      <a:pt x="31" y="36"/>
                      <a:pt x="27" y="35"/>
                      <a:pt x="28" y="34"/>
                    </a:cubicBezTo>
                    <a:cubicBezTo>
                      <a:pt x="28" y="34"/>
                      <a:pt x="30" y="35"/>
                      <a:pt x="30" y="34"/>
                    </a:cubicBezTo>
                    <a:cubicBezTo>
                      <a:pt x="31" y="33"/>
                      <a:pt x="30" y="32"/>
                      <a:pt x="29" y="31"/>
                    </a:cubicBezTo>
                    <a:cubicBezTo>
                      <a:pt x="26" y="29"/>
                      <a:pt x="25" y="29"/>
                      <a:pt x="23" y="25"/>
                    </a:cubicBezTo>
                    <a:cubicBezTo>
                      <a:pt x="22" y="23"/>
                      <a:pt x="21" y="21"/>
                      <a:pt x="18" y="19"/>
                    </a:cubicBezTo>
                    <a:cubicBezTo>
                      <a:pt x="17" y="18"/>
                      <a:pt x="13" y="20"/>
                      <a:pt x="12" y="18"/>
                    </a:cubicBezTo>
                    <a:cubicBezTo>
                      <a:pt x="12" y="18"/>
                      <a:pt x="18" y="17"/>
                      <a:pt x="17" y="16"/>
                    </a:cubicBezTo>
                    <a:cubicBezTo>
                      <a:pt x="17" y="16"/>
                      <a:pt x="15" y="17"/>
                      <a:pt x="14" y="16"/>
                    </a:cubicBezTo>
                    <a:cubicBezTo>
                      <a:pt x="14" y="16"/>
                      <a:pt x="18" y="15"/>
                      <a:pt x="18" y="15"/>
                    </a:cubicBezTo>
                    <a:cubicBezTo>
                      <a:pt x="19" y="14"/>
                      <a:pt x="22" y="9"/>
                      <a:pt x="21" y="8"/>
                    </a:cubicBezTo>
                    <a:cubicBezTo>
                      <a:pt x="20" y="6"/>
                      <a:pt x="17" y="6"/>
                      <a:pt x="15" y="6"/>
                    </a:cubicBezTo>
                    <a:cubicBezTo>
                      <a:pt x="14" y="7"/>
                      <a:pt x="9" y="7"/>
                      <a:pt x="9" y="7"/>
                    </a:cubicBezTo>
                    <a:cubicBezTo>
                      <a:pt x="9" y="7"/>
                      <a:pt x="11" y="6"/>
                      <a:pt x="11" y="6"/>
                    </a:cubicBezTo>
                    <a:cubicBezTo>
                      <a:pt x="11" y="6"/>
                      <a:pt x="9" y="5"/>
                      <a:pt x="9" y="6"/>
                    </a:cubicBezTo>
                    <a:cubicBezTo>
                      <a:pt x="9" y="5"/>
                      <a:pt x="18" y="1"/>
                      <a:pt x="15" y="0"/>
                    </a:cubicBezTo>
                    <a:cubicBezTo>
                      <a:pt x="14" y="0"/>
                      <a:pt x="17" y="1"/>
                      <a:pt x="15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" name="Freeform 405"/>
              <p:cNvSpPr>
                <a:spLocks/>
              </p:cNvSpPr>
              <p:nvPr/>
            </p:nvSpPr>
            <p:spPr bwMode="auto">
              <a:xfrm>
                <a:off x="10566434" y="5337841"/>
                <a:ext cx="503186" cy="245289"/>
              </a:xfrm>
              <a:custGeom>
                <a:avLst/>
                <a:gdLst>
                  <a:gd name="T0" fmla="*/ 53 w 54"/>
                  <a:gd name="T1" fmla="*/ 10 h 26"/>
                  <a:gd name="T2" fmla="*/ 49 w 54"/>
                  <a:gd name="T3" fmla="*/ 9 h 26"/>
                  <a:gd name="T4" fmla="*/ 50 w 54"/>
                  <a:gd name="T5" fmla="*/ 8 h 26"/>
                  <a:gd name="T6" fmla="*/ 48 w 54"/>
                  <a:gd name="T7" fmla="*/ 7 h 26"/>
                  <a:gd name="T8" fmla="*/ 49 w 54"/>
                  <a:gd name="T9" fmla="*/ 6 h 26"/>
                  <a:gd name="T10" fmla="*/ 46 w 54"/>
                  <a:gd name="T11" fmla="*/ 5 h 26"/>
                  <a:gd name="T12" fmla="*/ 48 w 54"/>
                  <a:gd name="T13" fmla="*/ 3 h 26"/>
                  <a:gd name="T14" fmla="*/ 43 w 54"/>
                  <a:gd name="T15" fmla="*/ 3 h 26"/>
                  <a:gd name="T16" fmla="*/ 39 w 54"/>
                  <a:gd name="T17" fmla="*/ 1 h 26"/>
                  <a:gd name="T18" fmla="*/ 39 w 54"/>
                  <a:gd name="T19" fmla="*/ 4 h 26"/>
                  <a:gd name="T20" fmla="*/ 36 w 54"/>
                  <a:gd name="T21" fmla="*/ 5 h 26"/>
                  <a:gd name="T22" fmla="*/ 32 w 54"/>
                  <a:gd name="T23" fmla="*/ 5 h 26"/>
                  <a:gd name="T24" fmla="*/ 32 w 54"/>
                  <a:gd name="T25" fmla="*/ 9 h 26"/>
                  <a:gd name="T26" fmla="*/ 26 w 54"/>
                  <a:gd name="T27" fmla="*/ 5 h 26"/>
                  <a:gd name="T28" fmla="*/ 25 w 54"/>
                  <a:gd name="T29" fmla="*/ 8 h 26"/>
                  <a:gd name="T30" fmla="*/ 21 w 54"/>
                  <a:gd name="T31" fmla="*/ 5 h 26"/>
                  <a:gd name="T32" fmla="*/ 21 w 54"/>
                  <a:gd name="T33" fmla="*/ 9 h 26"/>
                  <a:gd name="T34" fmla="*/ 19 w 54"/>
                  <a:gd name="T35" fmla="*/ 9 h 26"/>
                  <a:gd name="T36" fmla="*/ 17 w 54"/>
                  <a:gd name="T37" fmla="*/ 12 h 26"/>
                  <a:gd name="T38" fmla="*/ 14 w 54"/>
                  <a:gd name="T39" fmla="*/ 8 h 26"/>
                  <a:gd name="T40" fmla="*/ 16 w 54"/>
                  <a:gd name="T41" fmla="*/ 8 h 26"/>
                  <a:gd name="T42" fmla="*/ 14 w 54"/>
                  <a:gd name="T43" fmla="*/ 5 h 26"/>
                  <a:gd name="T44" fmla="*/ 7 w 54"/>
                  <a:gd name="T45" fmla="*/ 2 h 26"/>
                  <a:gd name="T46" fmla="*/ 9 w 54"/>
                  <a:gd name="T47" fmla="*/ 4 h 26"/>
                  <a:gd name="T48" fmla="*/ 8 w 54"/>
                  <a:gd name="T49" fmla="*/ 4 h 26"/>
                  <a:gd name="T50" fmla="*/ 10 w 54"/>
                  <a:gd name="T51" fmla="*/ 8 h 26"/>
                  <a:gd name="T52" fmla="*/ 5 w 54"/>
                  <a:gd name="T53" fmla="*/ 6 h 26"/>
                  <a:gd name="T54" fmla="*/ 3 w 54"/>
                  <a:gd name="T55" fmla="*/ 6 h 26"/>
                  <a:gd name="T56" fmla="*/ 5 w 54"/>
                  <a:gd name="T57" fmla="*/ 7 h 26"/>
                  <a:gd name="T58" fmla="*/ 5 w 54"/>
                  <a:gd name="T59" fmla="*/ 8 h 26"/>
                  <a:gd name="T60" fmla="*/ 2 w 54"/>
                  <a:gd name="T61" fmla="*/ 7 h 26"/>
                  <a:gd name="T62" fmla="*/ 1 w 54"/>
                  <a:gd name="T63" fmla="*/ 9 h 26"/>
                  <a:gd name="T64" fmla="*/ 8 w 54"/>
                  <a:gd name="T65" fmla="*/ 10 h 26"/>
                  <a:gd name="T66" fmla="*/ 13 w 54"/>
                  <a:gd name="T67" fmla="*/ 11 h 26"/>
                  <a:gd name="T68" fmla="*/ 11 w 54"/>
                  <a:gd name="T69" fmla="*/ 12 h 26"/>
                  <a:gd name="T70" fmla="*/ 12 w 54"/>
                  <a:gd name="T71" fmla="*/ 13 h 26"/>
                  <a:gd name="T72" fmla="*/ 8 w 54"/>
                  <a:gd name="T73" fmla="*/ 14 h 26"/>
                  <a:gd name="T74" fmla="*/ 3 w 54"/>
                  <a:gd name="T75" fmla="*/ 15 h 26"/>
                  <a:gd name="T76" fmla="*/ 10 w 54"/>
                  <a:gd name="T77" fmla="*/ 16 h 26"/>
                  <a:gd name="T78" fmla="*/ 12 w 54"/>
                  <a:gd name="T79" fmla="*/ 18 h 26"/>
                  <a:gd name="T80" fmla="*/ 15 w 54"/>
                  <a:gd name="T81" fmla="*/ 17 h 26"/>
                  <a:gd name="T82" fmla="*/ 13 w 54"/>
                  <a:gd name="T83" fmla="*/ 18 h 26"/>
                  <a:gd name="T84" fmla="*/ 15 w 54"/>
                  <a:gd name="T85" fmla="*/ 18 h 26"/>
                  <a:gd name="T86" fmla="*/ 10 w 54"/>
                  <a:gd name="T87" fmla="*/ 23 h 26"/>
                  <a:gd name="T88" fmla="*/ 15 w 54"/>
                  <a:gd name="T89" fmla="*/ 23 h 26"/>
                  <a:gd name="T90" fmla="*/ 21 w 54"/>
                  <a:gd name="T91" fmla="*/ 24 h 26"/>
                  <a:gd name="T92" fmla="*/ 20 w 54"/>
                  <a:gd name="T93" fmla="*/ 24 h 26"/>
                  <a:gd name="T94" fmla="*/ 22 w 54"/>
                  <a:gd name="T95" fmla="*/ 25 h 26"/>
                  <a:gd name="T96" fmla="*/ 29 w 54"/>
                  <a:gd name="T97" fmla="*/ 26 h 26"/>
                  <a:gd name="T98" fmla="*/ 33 w 54"/>
                  <a:gd name="T99" fmla="*/ 25 h 26"/>
                  <a:gd name="T100" fmla="*/ 39 w 54"/>
                  <a:gd name="T101" fmla="*/ 23 h 26"/>
                  <a:gd name="T102" fmla="*/ 46 w 54"/>
                  <a:gd name="T103" fmla="*/ 19 h 26"/>
                  <a:gd name="T104" fmla="*/ 52 w 54"/>
                  <a:gd name="T105" fmla="*/ 16 h 26"/>
                  <a:gd name="T106" fmla="*/ 52 w 54"/>
                  <a:gd name="T107" fmla="*/ 14 h 26"/>
                  <a:gd name="T108" fmla="*/ 54 w 54"/>
                  <a:gd name="T109" fmla="*/ 13 h 26"/>
                  <a:gd name="T110" fmla="*/ 52 w 54"/>
                  <a:gd name="T111" fmla="*/ 12 h 26"/>
                  <a:gd name="T112" fmla="*/ 53 w 54"/>
                  <a:gd name="T113" fmla="*/ 10 h 26"/>
                  <a:gd name="T114" fmla="*/ 53 w 54"/>
                  <a:gd name="T115" fmla="*/ 1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4" h="26">
                    <a:moveTo>
                      <a:pt x="53" y="10"/>
                    </a:moveTo>
                    <a:cubicBezTo>
                      <a:pt x="53" y="10"/>
                      <a:pt x="49" y="9"/>
                      <a:pt x="49" y="9"/>
                    </a:cubicBezTo>
                    <a:cubicBezTo>
                      <a:pt x="49" y="9"/>
                      <a:pt x="50" y="8"/>
                      <a:pt x="50" y="8"/>
                    </a:cubicBezTo>
                    <a:cubicBezTo>
                      <a:pt x="49" y="8"/>
                      <a:pt x="47" y="8"/>
                      <a:pt x="48" y="7"/>
                    </a:cubicBezTo>
                    <a:cubicBezTo>
                      <a:pt x="48" y="7"/>
                      <a:pt x="49" y="6"/>
                      <a:pt x="49" y="6"/>
                    </a:cubicBezTo>
                    <a:cubicBezTo>
                      <a:pt x="48" y="5"/>
                      <a:pt x="46" y="5"/>
                      <a:pt x="46" y="5"/>
                    </a:cubicBezTo>
                    <a:cubicBezTo>
                      <a:pt x="46" y="4"/>
                      <a:pt x="48" y="3"/>
                      <a:pt x="48" y="3"/>
                    </a:cubicBezTo>
                    <a:cubicBezTo>
                      <a:pt x="48" y="3"/>
                      <a:pt x="44" y="4"/>
                      <a:pt x="43" y="3"/>
                    </a:cubicBezTo>
                    <a:cubicBezTo>
                      <a:pt x="42" y="2"/>
                      <a:pt x="41" y="1"/>
                      <a:pt x="39" y="1"/>
                    </a:cubicBezTo>
                    <a:cubicBezTo>
                      <a:pt x="38" y="1"/>
                      <a:pt x="40" y="3"/>
                      <a:pt x="39" y="4"/>
                    </a:cubicBezTo>
                    <a:cubicBezTo>
                      <a:pt x="38" y="5"/>
                      <a:pt x="37" y="4"/>
                      <a:pt x="36" y="5"/>
                    </a:cubicBezTo>
                    <a:cubicBezTo>
                      <a:pt x="35" y="6"/>
                      <a:pt x="34" y="5"/>
                      <a:pt x="32" y="5"/>
                    </a:cubicBezTo>
                    <a:cubicBezTo>
                      <a:pt x="30" y="4"/>
                      <a:pt x="33" y="8"/>
                      <a:pt x="32" y="9"/>
                    </a:cubicBezTo>
                    <a:cubicBezTo>
                      <a:pt x="32" y="9"/>
                      <a:pt x="28" y="2"/>
                      <a:pt x="26" y="5"/>
                    </a:cubicBezTo>
                    <a:cubicBezTo>
                      <a:pt x="25" y="5"/>
                      <a:pt x="26" y="7"/>
                      <a:pt x="25" y="8"/>
                    </a:cubicBezTo>
                    <a:cubicBezTo>
                      <a:pt x="25" y="9"/>
                      <a:pt x="22" y="5"/>
                      <a:pt x="21" y="5"/>
                    </a:cubicBezTo>
                    <a:cubicBezTo>
                      <a:pt x="20" y="5"/>
                      <a:pt x="23" y="9"/>
                      <a:pt x="21" y="9"/>
                    </a:cubicBezTo>
                    <a:cubicBezTo>
                      <a:pt x="20" y="9"/>
                      <a:pt x="20" y="9"/>
                      <a:pt x="19" y="9"/>
                    </a:cubicBezTo>
                    <a:cubicBezTo>
                      <a:pt x="18" y="9"/>
                      <a:pt x="17" y="11"/>
                      <a:pt x="17" y="12"/>
                    </a:cubicBezTo>
                    <a:cubicBezTo>
                      <a:pt x="17" y="11"/>
                      <a:pt x="14" y="9"/>
                      <a:pt x="14" y="8"/>
                    </a:cubicBezTo>
                    <a:cubicBezTo>
                      <a:pt x="14" y="8"/>
                      <a:pt x="16" y="8"/>
                      <a:pt x="16" y="8"/>
                    </a:cubicBezTo>
                    <a:cubicBezTo>
                      <a:pt x="16" y="7"/>
                      <a:pt x="14" y="5"/>
                      <a:pt x="14" y="5"/>
                    </a:cubicBezTo>
                    <a:cubicBezTo>
                      <a:pt x="13" y="5"/>
                      <a:pt x="8" y="0"/>
                      <a:pt x="7" y="2"/>
                    </a:cubicBezTo>
                    <a:cubicBezTo>
                      <a:pt x="7" y="3"/>
                      <a:pt x="10" y="3"/>
                      <a:pt x="9" y="4"/>
                    </a:cubicBezTo>
                    <a:cubicBezTo>
                      <a:pt x="9" y="4"/>
                      <a:pt x="9" y="4"/>
                      <a:pt x="8" y="4"/>
                    </a:cubicBezTo>
                    <a:cubicBezTo>
                      <a:pt x="10" y="3"/>
                      <a:pt x="11" y="7"/>
                      <a:pt x="10" y="8"/>
                    </a:cubicBezTo>
                    <a:cubicBezTo>
                      <a:pt x="10" y="8"/>
                      <a:pt x="2" y="1"/>
                      <a:pt x="5" y="6"/>
                    </a:cubicBezTo>
                    <a:cubicBezTo>
                      <a:pt x="5" y="6"/>
                      <a:pt x="3" y="6"/>
                      <a:pt x="3" y="6"/>
                    </a:cubicBezTo>
                    <a:cubicBezTo>
                      <a:pt x="3" y="7"/>
                      <a:pt x="5" y="7"/>
                      <a:pt x="5" y="7"/>
                    </a:cubicBezTo>
                    <a:cubicBezTo>
                      <a:pt x="5" y="6"/>
                      <a:pt x="5" y="8"/>
                      <a:pt x="5" y="8"/>
                    </a:cubicBezTo>
                    <a:cubicBezTo>
                      <a:pt x="5" y="8"/>
                      <a:pt x="3" y="7"/>
                      <a:pt x="2" y="7"/>
                    </a:cubicBezTo>
                    <a:cubicBezTo>
                      <a:pt x="3" y="7"/>
                      <a:pt x="0" y="10"/>
                      <a:pt x="1" y="9"/>
                    </a:cubicBezTo>
                    <a:cubicBezTo>
                      <a:pt x="0" y="11"/>
                      <a:pt x="8" y="10"/>
                      <a:pt x="8" y="10"/>
                    </a:cubicBezTo>
                    <a:cubicBezTo>
                      <a:pt x="9" y="10"/>
                      <a:pt x="13" y="11"/>
                      <a:pt x="13" y="11"/>
                    </a:cubicBezTo>
                    <a:cubicBezTo>
                      <a:pt x="12" y="11"/>
                      <a:pt x="11" y="11"/>
                      <a:pt x="11" y="12"/>
                    </a:cubicBezTo>
                    <a:cubicBezTo>
                      <a:pt x="11" y="12"/>
                      <a:pt x="12" y="13"/>
                      <a:pt x="12" y="13"/>
                    </a:cubicBezTo>
                    <a:cubicBezTo>
                      <a:pt x="11" y="14"/>
                      <a:pt x="9" y="14"/>
                      <a:pt x="8" y="14"/>
                    </a:cubicBezTo>
                    <a:cubicBezTo>
                      <a:pt x="8" y="14"/>
                      <a:pt x="2" y="15"/>
                      <a:pt x="3" y="15"/>
                    </a:cubicBezTo>
                    <a:cubicBezTo>
                      <a:pt x="5" y="16"/>
                      <a:pt x="8" y="15"/>
                      <a:pt x="10" y="16"/>
                    </a:cubicBezTo>
                    <a:cubicBezTo>
                      <a:pt x="11" y="17"/>
                      <a:pt x="11" y="18"/>
                      <a:pt x="12" y="18"/>
                    </a:cubicBezTo>
                    <a:cubicBezTo>
                      <a:pt x="12" y="18"/>
                      <a:pt x="14" y="17"/>
                      <a:pt x="15" y="17"/>
                    </a:cubicBezTo>
                    <a:cubicBezTo>
                      <a:pt x="14" y="17"/>
                      <a:pt x="13" y="18"/>
                      <a:pt x="13" y="18"/>
                    </a:cubicBezTo>
                    <a:cubicBezTo>
                      <a:pt x="13" y="19"/>
                      <a:pt x="15" y="18"/>
                      <a:pt x="15" y="18"/>
                    </a:cubicBezTo>
                    <a:cubicBezTo>
                      <a:pt x="16" y="19"/>
                      <a:pt x="8" y="23"/>
                      <a:pt x="10" y="23"/>
                    </a:cubicBezTo>
                    <a:cubicBezTo>
                      <a:pt x="12" y="24"/>
                      <a:pt x="14" y="23"/>
                      <a:pt x="15" y="23"/>
                    </a:cubicBezTo>
                    <a:cubicBezTo>
                      <a:pt x="17" y="23"/>
                      <a:pt x="19" y="23"/>
                      <a:pt x="21" y="24"/>
                    </a:cubicBezTo>
                    <a:cubicBezTo>
                      <a:pt x="20" y="23"/>
                      <a:pt x="20" y="24"/>
                      <a:pt x="20" y="24"/>
                    </a:cubicBezTo>
                    <a:cubicBezTo>
                      <a:pt x="21" y="25"/>
                      <a:pt x="22" y="25"/>
                      <a:pt x="22" y="25"/>
                    </a:cubicBezTo>
                    <a:cubicBezTo>
                      <a:pt x="24" y="26"/>
                      <a:pt x="27" y="26"/>
                      <a:pt x="29" y="26"/>
                    </a:cubicBezTo>
                    <a:cubicBezTo>
                      <a:pt x="31" y="26"/>
                      <a:pt x="31" y="25"/>
                      <a:pt x="33" y="25"/>
                    </a:cubicBezTo>
                    <a:cubicBezTo>
                      <a:pt x="35" y="24"/>
                      <a:pt x="37" y="24"/>
                      <a:pt x="39" y="23"/>
                    </a:cubicBezTo>
                    <a:cubicBezTo>
                      <a:pt x="42" y="21"/>
                      <a:pt x="43" y="20"/>
                      <a:pt x="46" y="19"/>
                    </a:cubicBezTo>
                    <a:cubicBezTo>
                      <a:pt x="48" y="19"/>
                      <a:pt x="49" y="16"/>
                      <a:pt x="52" y="16"/>
                    </a:cubicBezTo>
                    <a:cubicBezTo>
                      <a:pt x="52" y="15"/>
                      <a:pt x="53" y="15"/>
                      <a:pt x="52" y="14"/>
                    </a:cubicBezTo>
                    <a:cubicBezTo>
                      <a:pt x="51" y="13"/>
                      <a:pt x="53" y="13"/>
                      <a:pt x="54" y="13"/>
                    </a:cubicBezTo>
                    <a:cubicBezTo>
                      <a:pt x="54" y="13"/>
                      <a:pt x="52" y="12"/>
                      <a:pt x="52" y="12"/>
                    </a:cubicBezTo>
                    <a:cubicBezTo>
                      <a:pt x="52" y="11"/>
                      <a:pt x="54" y="10"/>
                      <a:pt x="53" y="10"/>
                    </a:cubicBezTo>
                    <a:cubicBezTo>
                      <a:pt x="51" y="9"/>
                      <a:pt x="54" y="10"/>
                      <a:pt x="53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" name="Freeform 406"/>
              <p:cNvSpPr>
                <a:spLocks/>
              </p:cNvSpPr>
              <p:nvPr/>
            </p:nvSpPr>
            <p:spPr bwMode="auto">
              <a:xfrm>
                <a:off x="14085545" y="4439516"/>
                <a:ext cx="840765" cy="579771"/>
              </a:xfrm>
              <a:custGeom>
                <a:avLst/>
                <a:gdLst>
                  <a:gd name="T0" fmla="*/ 77 w 90"/>
                  <a:gd name="T1" fmla="*/ 2 h 62"/>
                  <a:gd name="T2" fmla="*/ 66 w 90"/>
                  <a:gd name="T3" fmla="*/ 6 h 62"/>
                  <a:gd name="T4" fmla="*/ 51 w 90"/>
                  <a:gd name="T5" fmla="*/ 8 h 62"/>
                  <a:gd name="T6" fmla="*/ 48 w 90"/>
                  <a:gd name="T7" fmla="*/ 9 h 62"/>
                  <a:gd name="T8" fmla="*/ 39 w 90"/>
                  <a:gd name="T9" fmla="*/ 11 h 62"/>
                  <a:gd name="T10" fmla="*/ 32 w 90"/>
                  <a:gd name="T11" fmla="*/ 14 h 62"/>
                  <a:gd name="T12" fmla="*/ 26 w 90"/>
                  <a:gd name="T13" fmla="*/ 19 h 62"/>
                  <a:gd name="T14" fmla="*/ 26 w 90"/>
                  <a:gd name="T15" fmla="*/ 21 h 62"/>
                  <a:gd name="T16" fmla="*/ 27 w 90"/>
                  <a:gd name="T17" fmla="*/ 23 h 62"/>
                  <a:gd name="T18" fmla="*/ 23 w 90"/>
                  <a:gd name="T19" fmla="*/ 25 h 62"/>
                  <a:gd name="T20" fmla="*/ 21 w 90"/>
                  <a:gd name="T21" fmla="*/ 28 h 62"/>
                  <a:gd name="T22" fmla="*/ 21 w 90"/>
                  <a:gd name="T23" fmla="*/ 29 h 62"/>
                  <a:gd name="T24" fmla="*/ 14 w 90"/>
                  <a:gd name="T25" fmla="*/ 31 h 62"/>
                  <a:gd name="T26" fmla="*/ 19 w 90"/>
                  <a:gd name="T27" fmla="*/ 34 h 62"/>
                  <a:gd name="T28" fmla="*/ 9 w 90"/>
                  <a:gd name="T29" fmla="*/ 38 h 62"/>
                  <a:gd name="T30" fmla="*/ 6 w 90"/>
                  <a:gd name="T31" fmla="*/ 41 h 62"/>
                  <a:gd name="T32" fmla="*/ 5 w 90"/>
                  <a:gd name="T33" fmla="*/ 47 h 62"/>
                  <a:gd name="T34" fmla="*/ 4 w 90"/>
                  <a:gd name="T35" fmla="*/ 53 h 62"/>
                  <a:gd name="T36" fmla="*/ 12 w 90"/>
                  <a:gd name="T37" fmla="*/ 55 h 62"/>
                  <a:gd name="T38" fmla="*/ 12 w 90"/>
                  <a:gd name="T39" fmla="*/ 56 h 62"/>
                  <a:gd name="T40" fmla="*/ 16 w 90"/>
                  <a:gd name="T41" fmla="*/ 62 h 62"/>
                  <a:gd name="T42" fmla="*/ 26 w 90"/>
                  <a:gd name="T43" fmla="*/ 61 h 62"/>
                  <a:gd name="T44" fmla="*/ 26 w 90"/>
                  <a:gd name="T45" fmla="*/ 59 h 62"/>
                  <a:gd name="T46" fmla="*/ 20 w 90"/>
                  <a:gd name="T47" fmla="*/ 48 h 62"/>
                  <a:gd name="T48" fmla="*/ 20 w 90"/>
                  <a:gd name="T49" fmla="*/ 42 h 62"/>
                  <a:gd name="T50" fmla="*/ 22 w 90"/>
                  <a:gd name="T51" fmla="*/ 40 h 62"/>
                  <a:gd name="T52" fmla="*/ 21 w 90"/>
                  <a:gd name="T53" fmla="*/ 36 h 62"/>
                  <a:gd name="T54" fmla="*/ 27 w 90"/>
                  <a:gd name="T55" fmla="*/ 34 h 62"/>
                  <a:gd name="T56" fmla="*/ 27 w 90"/>
                  <a:gd name="T57" fmla="*/ 32 h 62"/>
                  <a:gd name="T58" fmla="*/ 32 w 90"/>
                  <a:gd name="T59" fmla="*/ 31 h 62"/>
                  <a:gd name="T60" fmla="*/ 35 w 90"/>
                  <a:gd name="T61" fmla="*/ 29 h 62"/>
                  <a:gd name="T62" fmla="*/ 35 w 90"/>
                  <a:gd name="T63" fmla="*/ 26 h 62"/>
                  <a:gd name="T64" fmla="*/ 42 w 90"/>
                  <a:gd name="T65" fmla="*/ 24 h 62"/>
                  <a:gd name="T66" fmla="*/ 45 w 90"/>
                  <a:gd name="T67" fmla="*/ 22 h 62"/>
                  <a:gd name="T68" fmla="*/ 58 w 90"/>
                  <a:gd name="T69" fmla="*/ 15 h 62"/>
                  <a:gd name="T70" fmla="*/ 81 w 90"/>
                  <a:gd name="T71" fmla="*/ 8 h 62"/>
                  <a:gd name="T72" fmla="*/ 84 w 90"/>
                  <a:gd name="T73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0" h="62">
                    <a:moveTo>
                      <a:pt x="84" y="1"/>
                    </a:moveTo>
                    <a:cubicBezTo>
                      <a:pt x="81" y="1"/>
                      <a:pt x="80" y="0"/>
                      <a:pt x="77" y="2"/>
                    </a:cubicBezTo>
                    <a:cubicBezTo>
                      <a:pt x="76" y="2"/>
                      <a:pt x="72" y="3"/>
                      <a:pt x="73" y="4"/>
                    </a:cubicBezTo>
                    <a:cubicBezTo>
                      <a:pt x="72" y="4"/>
                      <a:pt x="68" y="6"/>
                      <a:pt x="66" y="6"/>
                    </a:cubicBezTo>
                    <a:cubicBezTo>
                      <a:pt x="64" y="6"/>
                      <a:pt x="61" y="7"/>
                      <a:pt x="59" y="8"/>
                    </a:cubicBezTo>
                    <a:cubicBezTo>
                      <a:pt x="56" y="8"/>
                      <a:pt x="54" y="8"/>
                      <a:pt x="51" y="8"/>
                    </a:cubicBezTo>
                    <a:cubicBezTo>
                      <a:pt x="51" y="8"/>
                      <a:pt x="45" y="8"/>
                      <a:pt x="46" y="9"/>
                    </a:cubicBezTo>
                    <a:cubicBezTo>
                      <a:pt x="46" y="9"/>
                      <a:pt x="48" y="9"/>
                      <a:pt x="48" y="9"/>
                    </a:cubicBezTo>
                    <a:cubicBezTo>
                      <a:pt x="47" y="10"/>
                      <a:pt x="45" y="10"/>
                      <a:pt x="44" y="11"/>
                    </a:cubicBezTo>
                    <a:cubicBezTo>
                      <a:pt x="43" y="11"/>
                      <a:pt x="41" y="11"/>
                      <a:pt x="39" y="11"/>
                    </a:cubicBezTo>
                    <a:cubicBezTo>
                      <a:pt x="38" y="11"/>
                      <a:pt x="38" y="11"/>
                      <a:pt x="36" y="12"/>
                    </a:cubicBezTo>
                    <a:cubicBezTo>
                      <a:pt x="35" y="15"/>
                      <a:pt x="34" y="14"/>
                      <a:pt x="32" y="14"/>
                    </a:cubicBezTo>
                    <a:cubicBezTo>
                      <a:pt x="30" y="15"/>
                      <a:pt x="31" y="17"/>
                      <a:pt x="28" y="17"/>
                    </a:cubicBezTo>
                    <a:cubicBezTo>
                      <a:pt x="26" y="17"/>
                      <a:pt x="27" y="19"/>
                      <a:pt x="26" y="19"/>
                    </a:cubicBezTo>
                    <a:cubicBezTo>
                      <a:pt x="25" y="20"/>
                      <a:pt x="22" y="18"/>
                      <a:pt x="23" y="19"/>
                    </a:cubicBezTo>
                    <a:cubicBezTo>
                      <a:pt x="23" y="20"/>
                      <a:pt x="26" y="21"/>
                      <a:pt x="26" y="21"/>
                    </a:cubicBezTo>
                    <a:cubicBezTo>
                      <a:pt x="26" y="21"/>
                      <a:pt x="22" y="22"/>
                      <a:pt x="22" y="22"/>
                    </a:cubicBezTo>
                    <a:cubicBezTo>
                      <a:pt x="22" y="23"/>
                      <a:pt x="27" y="23"/>
                      <a:pt x="27" y="23"/>
                    </a:cubicBezTo>
                    <a:cubicBezTo>
                      <a:pt x="27" y="24"/>
                      <a:pt x="20" y="24"/>
                      <a:pt x="21" y="25"/>
                    </a:cubicBezTo>
                    <a:cubicBezTo>
                      <a:pt x="21" y="24"/>
                      <a:pt x="23" y="25"/>
                      <a:pt x="23" y="25"/>
                    </a:cubicBezTo>
                    <a:cubicBezTo>
                      <a:pt x="21" y="26"/>
                      <a:pt x="20" y="25"/>
                      <a:pt x="20" y="26"/>
                    </a:cubicBezTo>
                    <a:cubicBezTo>
                      <a:pt x="19" y="27"/>
                      <a:pt x="21" y="28"/>
                      <a:pt x="21" y="28"/>
                    </a:cubicBezTo>
                    <a:cubicBezTo>
                      <a:pt x="20" y="28"/>
                      <a:pt x="19" y="28"/>
                      <a:pt x="18" y="28"/>
                    </a:cubicBezTo>
                    <a:cubicBezTo>
                      <a:pt x="18" y="28"/>
                      <a:pt x="20" y="29"/>
                      <a:pt x="21" y="29"/>
                    </a:cubicBezTo>
                    <a:cubicBezTo>
                      <a:pt x="19" y="29"/>
                      <a:pt x="18" y="29"/>
                      <a:pt x="17" y="30"/>
                    </a:cubicBezTo>
                    <a:cubicBezTo>
                      <a:pt x="16" y="31"/>
                      <a:pt x="15" y="31"/>
                      <a:pt x="14" y="31"/>
                    </a:cubicBezTo>
                    <a:cubicBezTo>
                      <a:pt x="12" y="32"/>
                      <a:pt x="12" y="33"/>
                      <a:pt x="14" y="33"/>
                    </a:cubicBezTo>
                    <a:cubicBezTo>
                      <a:pt x="15" y="33"/>
                      <a:pt x="18" y="34"/>
                      <a:pt x="19" y="34"/>
                    </a:cubicBezTo>
                    <a:cubicBezTo>
                      <a:pt x="17" y="35"/>
                      <a:pt x="15" y="33"/>
                      <a:pt x="15" y="36"/>
                    </a:cubicBezTo>
                    <a:cubicBezTo>
                      <a:pt x="15" y="37"/>
                      <a:pt x="10" y="37"/>
                      <a:pt x="9" y="38"/>
                    </a:cubicBezTo>
                    <a:cubicBezTo>
                      <a:pt x="8" y="39"/>
                      <a:pt x="9" y="39"/>
                      <a:pt x="9" y="40"/>
                    </a:cubicBezTo>
                    <a:cubicBezTo>
                      <a:pt x="9" y="40"/>
                      <a:pt x="6" y="41"/>
                      <a:pt x="6" y="41"/>
                    </a:cubicBezTo>
                    <a:cubicBezTo>
                      <a:pt x="2" y="42"/>
                      <a:pt x="7" y="42"/>
                      <a:pt x="7" y="43"/>
                    </a:cubicBezTo>
                    <a:cubicBezTo>
                      <a:pt x="8" y="44"/>
                      <a:pt x="5" y="47"/>
                      <a:pt x="5" y="47"/>
                    </a:cubicBezTo>
                    <a:cubicBezTo>
                      <a:pt x="3" y="49"/>
                      <a:pt x="0" y="47"/>
                      <a:pt x="0" y="51"/>
                    </a:cubicBezTo>
                    <a:cubicBezTo>
                      <a:pt x="0" y="55"/>
                      <a:pt x="2" y="53"/>
                      <a:pt x="4" y="53"/>
                    </a:cubicBezTo>
                    <a:cubicBezTo>
                      <a:pt x="6" y="54"/>
                      <a:pt x="7" y="55"/>
                      <a:pt x="9" y="54"/>
                    </a:cubicBezTo>
                    <a:cubicBezTo>
                      <a:pt x="9" y="54"/>
                      <a:pt x="11" y="56"/>
                      <a:pt x="12" y="55"/>
                    </a:cubicBezTo>
                    <a:cubicBezTo>
                      <a:pt x="12" y="55"/>
                      <a:pt x="10" y="55"/>
                      <a:pt x="10" y="56"/>
                    </a:cubicBezTo>
                    <a:cubicBezTo>
                      <a:pt x="11" y="56"/>
                      <a:pt x="12" y="56"/>
                      <a:pt x="12" y="56"/>
                    </a:cubicBezTo>
                    <a:cubicBezTo>
                      <a:pt x="12" y="56"/>
                      <a:pt x="10" y="60"/>
                      <a:pt x="10" y="60"/>
                    </a:cubicBezTo>
                    <a:cubicBezTo>
                      <a:pt x="12" y="61"/>
                      <a:pt x="14" y="61"/>
                      <a:pt x="16" y="62"/>
                    </a:cubicBezTo>
                    <a:cubicBezTo>
                      <a:pt x="19" y="62"/>
                      <a:pt x="20" y="62"/>
                      <a:pt x="23" y="62"/>
                    </a:cubicBezTo>
                    <a:cubicBezTo>
                      <a:pt x="24" y="61"/>
                      <a:pt x="25" y="61"/>
                      <a:pt x="26" y="61"/>
                    </a:cubicBezTo>
                    <a:cubicBezTo>
                      <a:pt x="27" y="62"/>
                      <a:pt x="28" y="62"/>
                      <a:pt x="30" y="62"/>
                    </a:cubicBezTo>
                    <a:cubicBezTo>
                      <a:pt x="31" y="62"/>
                      <a:pt x="27" y="59"/>
                      <a:pt x="26" y="59"/>
                    </a:cubicBezTo>
                    <a:cubicBezTo>
                      <a:pt x="24" y="57"/>
                      <a:pt x="23" y="55"/>
                      <a:pt x="22" y="53"/>
                    </a:cubicBezTo>
                    <a:cubicBezTo>
                      <a:pt x="20" y="51"/>
                      <a:pt x="21" y="50"/>
                      <a:pt x="20" y="48"/>
                    </a:cubicBezTo>
                    <a:cubicBezTo>
                      <a:pt x="19" y="45"/>
                      <a:pt x="18" y="45"/>
                      <a:pt x="20" y="43"/>
                    </a:cubicBezTo>
                    <a:cubicBezTo>
                      <a:pt x="21" y="43"/>
                      <a:pt x="20" y="43"/>
                      <a:pt x="20" y="42"/>
                    </a:cubicBezTo>
                    <a:cubicBezTo>
                      <a:pt x="21" y="41"/>
                      <a:pt x="24" y="42"/>
                      <a:pt x="24" y="41"/>
                    </a:cubicBezTo>
                    <a:cubicBezTo>
                      <a:pt x="24" y="41"/>
                      <a:pt x="22" y="40"/>
                      <a:pt x="22" y="40"/>
                    </a:cubicBezTo>
                    <a:cubicBezTo>
                      <a:pt x="23" y="39"/>
                      <a:pt x="26" y="40"/>
                      <a:pt x="26" y="39"/>
                    </a:cubicBezTo>
                    <a:cubicBezTo>
                      <a:pt x="26" y="38"/>
                      <a:pt x="21" y="37"/>
                      <a:pt x="21" y="36"/>
                    </a:cubicBezTo>
                    <a:cubicBezTo>
                      <a:pt x="21" y="36"/>
                      <a:pt x="29" y="37"/>
                      <a:pt x="29" y="37"/>
                    </a:cubicBezTo>
                    <a:cubicBezTo>
                      <a:pt x="29" y="36"/>
                      <a:pt x="27" y="35"/>
                      <a:pt x="27" y="34"/>
                    </a:cubicBezTo>
                    <a:cubicBezTo>
                      <a:pt x="27" y="33"/>
                      <a:pt x="30" y="35"/>
                      <a:pt x="31" y="34"/>
                    </a:cubicBezTo>
                    <a:cubicBezTo>
                      <a:pt x="31" y="33"/>
                      <a:pt x="27" y="31"/>
                      <a:pt x="27" y="32"/>
                    </a:cubicBezTo>
                    <a:cubicBezTo>
                      <a:pt x="27" y="31"/>
                      <a:pt x="31" y="33"/>
                      <a:pt x="32" y="32"/>
                    </a:cubicBezTo>
                    <a:cubicBezTo>
                      <a:pt x="32" y="32"/>
                      <a:pt x="33" y="31"/>
                      <a:pt x="32" y="31"/>
                    </a:cubicBezTo>
                    <a:cubicBezTo>
                      <a:pt x="32" y="31"/>
                      <a:pt x="30" y="29"/>
                      <a:pt x="30" y="29"/>
                    </a:cubicBezTo>
                    <a:cubicBezTo>
                      <a:pt x="32" y="29"/>
                      <a:pt x="33" y="30"/>
                      <a:pt x="35" y="29"/>
                    </a:cubicBezTo>
                    <a:cubicBezTo>
                      <a:pt x="35" y="28"/>
                      <a:pt x="37" y="27"/>
                      <a:pt x="37" y="27"/>
                    </a:cubicBezTo>
                    <a:cubicBezTo>
                      <a:pt x="37" y="26"/>
                      <a:pt x="35" y="26"/>
                      <a:pt x="35" y="26"/>
                    </a:cubicBezTo>
                    <a:cubicBezTo>
                      <a:pt x="36" y="26"/>
                      <a:pt x="39" y="26"/>
                      <a:pt x="39" y="24"/>
                    </a:cubicBezTo>
                    <a:cubicBezTo>
                      <a:pt x="39" y="22"/>
                      <a:pt x="41" y="25"/>
                      <a:pt x="42" y="24"/>
                    </a:cubicBezTo>
                    <a:cubicBezTo>
                      <a:pt x="42" y="24"/>
                      <a:pt x="41" y="23"/>
                      <a:pt x="41" y="23"/>
                    </a:cubicBezTo>
                    <a:cubicBezTo>
                      <a:pt x="42" y="22"/>
                      <a:pt x="45" y="23"/>
                      <a:pt x="45" y="22"/>
                    </a:cubicBezTo>
                    <a:cubicBezTo>
                      <a:pt x="46" y="21"/>
                      <a:pt x="45" y="20"/>
                      <a:pt x="44" y="20"/>
                    </a:cubicBezTo>
                    <a:cubicBezTo>
                      <a:pt x="49" y="18"/>
                      <a:pt x="53" y="16"/>
                      <a:pt x="58" y="15"/>
                    </a:cubicBezTo>
                    <a:cubicBezTo>
                      <a:pt x="61" y="14"/>
                      <a:pt x="65" y="13"/>
                      <a:pt x="68" y="12"/>
                    </a:cubicBezTo>
                    <a:cubicBezTo>
                      <a:pt x="73" y="11"/>
                      <a:pt x="77" y="10"/>
                      <a:pt x="81" y="8"/>
                    </a:cubicBezTo>
                    <a:cubicBezTo>
                      <a:pt x="83" y="8"/>
                      <a:pt x="86" y="6"/>
                      <a:pt x="88" y="4"/>
                    </a:cubicBezTo>
                    <a:cubicBezTo>
                      <a:pt x="90" y="2"/>
                      <a:pt x="86" y="1"/>
                      <a:pt x="84" y="1"/>
                    </a:cubicBezTo>
                    <a:cubicBezTo>
                      <a:pt x="82" y="1"/>
                      <a:pt x="86" y="1"/>
                      <a:pt x="84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" name="Freeform 407"/>
              <p:cNvSpPr>
                <a:spLocks/>
              </p:cNvSpPr>
              <p:nvPr/>
            </p:nvSpPr>
            <p:spPr bwMode="auto">
              <a:xfrm>
                <a:off x="16241600" y="4197415"/>
                <a:ext cx="299364" cy="149721"/>
              </a:xfrm>
              <a:custGeom>
                <a:avLst/>
                <a:gdLst>
                  <a:gd name="T0" fmla="*/ 16 w 32"/>
                  <a:gd name="T1" fmla="*/ 6 h 16"/>
                  <a:gd name="T2" fmla="*/ 19 w 32"/>
                  <a:gd name="T3" fmla="*/ 1 h 16"/>
                  <a:gd name="T4" fmla="*/ 16 w 32"/>
                  <a:gd name="T5" fmla="*/ 0 h 16"/>
                  <a:gd name="T6" fmla="*/ 15 w 32"/>
                  <a:gd name="T7" fmla="*/ 2 h 16"/>
                  <a:gd name="T8" fmla="*/ 10 w 32"/>
                  <a:gd name="T9" fmla="*/ 2 h 16"/>
                  <a:gd name="T10" fmla="*/ 9 w 32"/>
                  <a:gd name="T11" fmla="*/ 4 h 16"/>
                  <a:gd name="T12" fmla="*/ 12 w 32"/>
                  <a:gd name="T13" fmla="*/ 4 h 16"/>
                  <a:gd name="T14" fmla="*/ 10 w 32"/>
                  <a:gd name="T15" fmla="*/ 8 h 16"/>
                  <a:gd name="T16" fmla="*/ 5 w 32"/>
                  <a:gd name="T17" fmla="*/ 10 h 16"/>
                  <a:gd name="T18" fmla="*/ 1 w 32"/>
                  <a:gd name="T19" fmla="*/ 15 h 16"/>
                  <a:gd name="T20" fmla="*/ 8 w 32"/>
                  <a:gd name="T21" fmla="*/ 15 h 16"/>
                  <a:gd name="T22" fmla="*/ 17 w 32"/>
                  <a:gd name="T23" fmla="*/ 14 h 16"/>
                  <a:gd name="T24" fmla="*/ 28 w 32"/>
                  <a:gd name="T25" fmla="*/ 12 h 16"/>
                  <a:gd name="T26" fmla="*/ 29 w 32"/>
                  <a:gd name="T27" fmla="*/ 7 h 16"/>
                  <a:gd name="T28" fmla="*/ 22 w 32"/>
                  <a:gd name="T29" fmla="*/ 3 h 16"/>
                  <a:gd name="T30" fmla="*/ 16 w 32"/>
                  <a:gd name="T31" fmla="*/ 6 h 16"/>
                  <a:gd name="T32" fmla="*/ 16 w 32"/>
                  <a:gd name="T33" fmla="*/ 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" h="16">
                    <a:moveTo>
                      <a:pt x="16" y="6"/>
                    </a:moveTo>
                    <a:cubicBezTo>
                      <a:pt x="16" y="6"/>
                      <a:pt x="19" y="2"/>
                      <a:pt x="19" y="1"/>
                    </a:cubicBezTo>
                    <a:cubicBezTo>
                      <a:pt x="18" y="0"/>
                      <a:pt x="17" y="0"/>
                      <a:pt x="16" y="0"/>
                    </a:cubicBezTo>
                    <a:cubicBezTo>
                      <a:pt x="15" y="0"/>
                      <a:pt x="15" y="2"/>
                      <a:pt x="15" y="2"/>
                    </a:cubicBezTo>
                    <a:cubicBezTo>
                      <a:pt x="13" y="2"/>
                      <a:pt x="12" y="0"/>
                      <a:pt x="10" y="2"/>
                    </a:cubicBezTo>
                    <a:cubicBezTo>
                      <a:pt x="10" y="2"/>
                      <a:pt x="8" y="3"/>
                      <a:pt x="9" y="4"/>
                    </a:cubicBezTo>
                    <a:cubicBezTo>
                      <a:pt x="10" y="4"/>
                      <a:pt x="11" y="5"/>
                      <a:pt x="12" y="4"/>
                    </a:cubicBezTo>
                    <a:cubicBezTo>
                      <a:pt x="10" y="5"/>
                      <a:pt x="5" y="6"/>
                      <a:pt x="10" y="8"/>
                    </a:cubicBezTo>
                    <a:cubicBezTo>
                      <a:pt x="7" y="7"/>
                      <a:pt x="6" y="8"/>
                      <a:pt x="5" y="10"/>
                    </a:cubicBezTo>
                    <a:cubicBezTo>
                      <a:pt x="4" y="11"/>
                      <a:pt x="0" y="15"/>
                      <a:pt x="1" y="15"/>
                    </a:cubicBezTo>
                    <a:cubicBezTo>
                      <a:pt x="3" y="16"/>
                      <a:pt x="6" y="16"/>
                      <a:pt x="8" y="15"/>
                    </a:cubicBezTo>
                    <a:cubicBezTo>
                      <a:pt x="11" y="13"/>
                      <a:pt x="14" y="13"/>
                      <a:pt x="17" y="14"/>
                    </a:cubicBezTo>
                    <a:cubicBezTo>
                      <a:pt x="21" y="14"/>
                      <a:pt x="24" y="13"/>
                      <a:pt x="28" y="12"/>
                    </a:cubicBezTo>
                    <a:cubicBezTo>
                      <a:pt x="30" y="11"/>
                      <a:pt x="32" y="8"/>
                      <a:pt x="29" y="7"/>
                    </a:cubicBezTo>
                    <a:cubicBezTo>
                      <a:pt x="27" y="6"/>
                      <a:pt x="24" y="2"/>
                      <a:pt x="22" y="3"/>
                    </a:cubicBezTo>
                    <a:cubicBezTo>
                      <a:pt x="20" y="3"/>
                      <a:pt x="18" y="6"/>
                      <a:pt x="16" y="6"/>
                    </a:cubicBezTo>
                    <a:cubicBezTo>
                      <a:pt x="15" y="6"/>
                      <a:pt x="17" y="6"/>
                      <a:pt x="16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" name="Freeform 408"/>
              <p:cNvSpPr>
                <a:spLocks/>
              </p:cNvSpPr>
              <p:nvPr/>
            </p:nvSpPr>
            <p:spPr bwMode="auto">
              <a:xfrm>
                <a:off x="15999561" y="4111405"/>
                <a:ext cx="280256" cy="149721"/>
              </a:xfrm>
              <a:custGeom>
                <a:avLst/>
                <a:gdLst>
                  <a:gd name="T0" fmla="*/ 26 w 30"/>
                  <a:gd name="T1" fmla="*/ 10 h 16"/>
                  <a:gd name="T2" fmla="*/ 28 w 30"/>
                  <a:gd name="T3" fmla="*/ 7 h 16"/>
                  <a:gd name="T4" fmla="*/ 29 w 30"/>
                  <a:gd name="T5" fmla="*/ 5 h 16"/>
                  <a:gd name="T6" fmla="*/ 26 w 30"/>
                  <a:gd name="T7" fmla="*/ 3 h 16"/>
                  <a:gd name="T8" fmla="*/ 22 w 30"/>
                  <a:gd name="T9" fmla="*/ 3 h 16"/>
                  <a:gd name="T10" fmla="*/ 17 w 30"/>
                  <a:gd name="T11" fmla="*/ 4 h 16"/>
                  <a:gd name="T12" fmla="*/ 18 w 30"/>
                  <a:gd name="T13" fmla="*/ 1 h 16"/>
                  <a:gd name="T14" fmla="*/ 12 w 30"/>
                  <a:gd name="T15" fmla="*/ 1 h 16"/>
                  <a:gd name="T16" fmla="*/ 5 w 30"/>
                  <a:gd name="T17" fmla="*/ 4 h 16"/>
                  <a:gd name="T18" fmla="*/ 7 w 30"/>
                  <a:gd name="T19" fmla="*/ 4 h 16"/>
                  <a:gd name="T20" fmla="*/ 0 w 30"/>
                  <a:gd name="T21" fmla="*/ 8 h 16"/>
                  <a:gd name="T22" fmla="*/ 4 w 30"/>
                  <a:gd name="T23" fmla="*/ 9 h 16"/>
                  <a:gd name="T24" fmla="*/ 7 w 30"/>
                  <a:gd name="T25" fmla="*/ 12 h 16"/>
                  <a:gd name="T26" fmla="*/ 12 w 30"/>
                  <a:gd name="T27" fmla="*/ 13 h 16"/>
                  <a:gd name="T28" fmla="*/ 19 w 30"/>
                  <a:gd name="T29" fmla="*/ 16 h 16"/>
                  <a:gd name="T30" fmla="*/ 28 w 30"/>
                  <a:gd name="T31" fmla="*/ 15 h 16"/>
                  <a:gd name="T32" fmla="*/ 26 w 30"/>
                  <a:gd name="T33" fmla="*/ 10 h 16"/>
                  <a:gd name="T34" fmla="*/ 26 w 30"/>
                  <a:gd name="T35" fmla="*/ 1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" h="16">
                    <a:moveTo>
                      <a:pt x="26" y="10"/>
                    </a:moveTo>
                    <a:cubicBezTo>
                      <a:pt x="29" y="11"/>
                      <a:pt x="27" y="9"/>
                      <a:pt x="28" y="7"/>
                    </a:cubicBezTo>
                    <a:cubicBezTo>
                      <a:pt x="28" y="6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5" y="2"/>
                      <a:pt x="23" y="2"/>
                      <a:pt x="22" y="3"/>
                    </a:cubicBezTo>
                    <a:cubicBezTo>
                      <a:pt x="22" y="3"/>
                      <a:pt x="17" y="4"/>
                      <a:pt x="17" y="4"/>
                    </a:cubicBezTo>
                    <a:cubicBezTo>
                      <a:pt x="17" y="4"/>
                      <a:pt x="21" y="2"/>
                      <a:pt x="18" y="1"/>
                    </a:cubicBezTo>
                    <a:cubicBezTo>
                      <a:pt x="16" y="0"/>
                      <a:pt x="14" y="1"/>
                      <a:pt x="12" y="1"/>
                    </a:cubicBezTo>
                    <a:cubicBezTo>
                      <a:pt x="11" y="1"/>
                      <a:pt x="6" y="2"/>
                      <a:pt x="5" y="4"/>
                    </a:cubicBezTo>
                    <a:cubicBezTo>
                      <a:pt x="5" y="4"/>
                      <a:pt x="7" y="4"/>
                      <a:pt x="7" y="4"/>
                    </a:cubicBezTo>
                    <a:cubicBezTo>
                      <a:pt x="7" y="4"/>
                      <a:pt x="0" y="7"/>
                      <a:pt x="0" y="8"/>
                    </a:cubicBezTo>
                    <a:cubicBezTo>
                      <a:pt x="0" y="8"/>
                      <a:pt x="4" y="9"/>
                      <a:pt x="4" y="9"/>
                    </a:cubicBezTo>
                    <a:cubicBezTo>
                      <a:pt x="5" y="9"/>
                      <a:pt x="6" y="11"/>
                      <a:pt x="7" y="12"/>
                    </a:cubicBezTo>
                    <a:cubicBezTo>
                      <a:pt x="9" y="13"/>
                      <a:pt x="10" y="13"/>
                      <a:pt x="12" y="13"/>
                    </a:cubicBezTo>
                    <a:cubicBezTo>
                      <a:pt x="14" y="14"/>
                      <a:pt x="17" y="16"/>
                      <a:pt x="19" y="16"/>
                    </a:cubicBezTo>
                    <a:cubicBezTo>
                      <a:pt x="22" y="16"/>
                      <a:pt x="25" y="16"/>
                      <a:pt x="28" y="15"/>
                    </a:cubicBezTo>
                    <a:cubicBezTo>
                      <a:pt x="30" y="15"/>
                      <a:pt x="26" y="10"/>
                      <a:pt x="26" y="10"/>
                    </a:cubicBezTo>
                    <a:cubicBezTo>
                      <a:pt x="27" y="10"/>
                      <a:pt x="25" y="10"/>
                      <a:pt x="26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" name="Freeform 409"/>
              <p:cNvSpPr>
                <a:spLocks/>
              </p:cNvSpPr>
              <p:nvPr/>
            </p:nvSpPr>
            <p:spPr bwMode="auto">
              <a:xfrm>
                <a:off x="15916758" y="4120960"/>
                <a:ext cx="140127" cy="47785"/>
              </a:xfrm>
              <a:custGeom>
                <a:avLst/>
                <a:gdLst>
                  <a:gd name="T0" fmla="*/ 9 w 15"/>
                  <a:gd name="T1" fmla="*/ 1 h 5"/>
                  <a:gd name="T2" fmla="*/ 4 w 15"/>
                  <a:gd name="T3" fmla="*/ 1 h 5"/>
                  <a:gd name="T4" fmla="*/ 0 w 15"/>
                  <a:gd name="T5" fmla="*/ 1 h 5"/>
                  <a:gd name="T6" fmla="*/ 1 w 15"/>
                  <a:gd name="T7" fmla="*/ 3 h 5"/>
                  <a:gd name="T8" fmla="*/ 6 w 15"/>
                  <a:gd name="T9" fmla="*/ 5 h 5"/>
                  <a:gd name="T10" fmla="*/ 9 w 15"/>
                  <a:gd name="T11" fmla="*/ 1 h 5"/>
                  <a:gd name="T12" fmla="*/ 9 w 15"/>
                  <a:gd name="T13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5">
                    <a:moveTo>
                      <a:pt x="9" y="1"/>
                    </a:moveTo>
                    <a:cubicBezTo>
                      <a:pt x="8" y="1"/>
                      <a:pt x="6" y="1"/>
                      <a:pt x="4" y="1"/>
                    </a:cubicBezTo>
                    <a:cubicBezTo>
                      <a:pt x="3" y="1"/>
                      <a:pt x="1" y="0"/>
                      <a:pt x="0" y="1"/>
                    </a:cubicBezTo>
                    <a:cubicBezTo>
                      <a:pt x="0" y="1"/>
                      <a:pt x="0" y="3"/>
                      <a:pt x="1" y="3"/>
                    </a:cubicBezTo>
                    <a:cubicBezTo>
                      <a:pt x="3" y="4"/>
                      <a:pt x="4" y="5"/>
                      <a:pt x="6" y="5"/>
                    </a:cubicBezTo>
                    <a:cubicBezTo>
                      <a:pt x="8" y="5"/>
                      <a:pt x="15" y="2"/>
                      <a:pt x="9" y="1"/>
                    </a:cubicBezTo>
                    <a:cubicBezTo>
                      <a:pt x="8" y="1"/>
                      <a:pt x="10" y="2"/>
                      <a:pt x="9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" name="Freeform 410"/>
              <p:cNvSpPr>
                <a:spLocks/>
              </p:cNvSpPr>
              <p:nvPr/>
            </p:nvSpPr>
            <p:spPr bwMode="auto">
              <a:xfrm>
                <a:off x="15942235" y="3990355"/>
                <a:ext cx="235667" cy="149721"/>
              </a:xfrm>
              <a:custGeom>
                <a:avLst/>
                <a:gdLst>
                  <a:gd name="T0" fmla="*/ 7 w 25"/>
                  <a:gd name="T1" fmla="*/ 15 h 16"/>
                  <a:gd name="T2" fmla="*/ 3 w 25"/>
                  <a:gd name="T3" fmla="*/ 13 h 16"/>
                  <a:gd name="T4" fmla="*/ 4 w 25"/>
                  <a:gd name="T5" fmla="*/ 12 h 16"/>
                  <a:gd name="T6" fmla="*/ 0 w 25"/>
                  <a:gd name="T7" fmla="*/ 12 h 16"/>
                  <a:gd name="T8" fmla="*/ 3 w 25"/>
                  <a:gd name="T9" fmla="*/ 11 h 16"/>
                  <a:gd name="T10" fmla="*/ 2 w 25"/>
                  <a:gd name="T11" fmla="*/ 10 h 16"/>
                  <a:gd name="T12" fmla="*/ 6 w 25"/>
                  <a:gd name="T13" fmla="*/ 6 h 16"/>
                  <a:gd name="T14" fmla="*/ 5 w 25"/>
                  <a:gd name="T15" fmla="*/ 6 h 16"/>
                  <a:gd name="T16" fmla="*/ 11 w 25"/>
                  <a:gd name="T17" fmla="*/ 3 h 16"/>
                  <a:gd name="T18" fmla="*/ 18 w 25"/>
                  <a:gd name="T19" fmla="*/ 0 h 16"/>
                  <a:gd name="T20" fmla="*/ 20 w 25"/>
                  <a:gd name="T21" fmla="*/ 4 h 16"/>
                  <a:gd name="T22" fmla="*/ 25 w 25"/>
                  <a:gd name="T23" fmla="*/ 7 h 16"/>
                  <a:gd name="T24" fmla="*/ 21 w 25"/>
                  <a:gd name="T25" fmla="*/ 9 h 16"/>
                  <a:gd name="T26" fmla="*/ 23 w 25"/>
                  <a:gd name="T27" fmla="*/ 12 h 16"/>
                  <a:gd name="T28" fmla="*/ 19 w 25"/>
                  <a:gd name="T29" fmla="*/ 13 h 16"/>
                  <a:gd name="T30" fmla="*/ 7 w 25"/>
                  <a:gd name="T31" fmla="*/ 15 h 16"/>
                  <a:gd name="T32" fmla="*/ 7 w 25"/>
                  <a:gd name="T33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16">
                    <a:moveTo>
                      <a:pt x="7" y="15"/>
                    </a:moveTo>
                    <a:cubicBezTo>
                      <a:pt x="6" y="14"/>
                      <a:pt x="4" y="14"/>
                      <a:pt x="3" y="13"/>
                    </a:cubicBezTo>
                    <a:cubicBezTo>
                      <a:pt x="2" y="12"/>
                      <a:pt x="4" y="12"/>
                      <a:pt x="4" y="12"/>
                    </a:cubicBezTo>
                    <a:cubicBezTo>
                      <a:pt x="4" y="12"/>
                      <a:pt x="0" y="13"/>
                      <a:pt x="0" y="12"/>
                    </a:cubicBezTo>
                    <a:cubicBezTo>
                      <a:pt x="0" y="10"/>
                      <a:pt x="3" y="11"/>
                      <a:pt x="3" y="11"/>
                    </a:cubicBezTo>
                    <a:cubicBezTo>
                      <a:pt x="3" y="10"/>
                      <a:pt x="2" y="10"/>
                      <a:pt x="2" y="10"/>
                    </a:cubicBezTo>
                    <a:cubicBezTo>
                      <a:pt x="2" y="10"/>
                      <a:pt x="7" y="7"/>
                      <a:pt x="6" y="6"/>
                    </a:cubicBezTo>
                    <a:cubicBezTo>
                      <a:pt x="6" y="6"/>
                      <a:pt x="5" y="6"/>
                      <a:pt x="5" y="6"/>
                    </a:cubicBezTo>
                    <a:cubicBezTo>
                      <a:pt x="6" y="4"/>
                      <a:pt x="9" y="4"/>
                      <a:pt x="11" y="3"/>
                    </a:cubicBezTo>
                    <a:cubicBezTo>
                      <a:pt x="13" y="2"/>
                      <a:pt x="16" y="1"/>
                      <a:pt x="18" y="0"/>
                    </a:cubicBezTo>
                    <a:cubicBezTo>
                      <a:pt x="18" y="0"/>
                      <a:pt x="19" y="3"/>
                      <a:pt x="20" y="4"/>
                    </a:cubicBezTo>
                    <a:cubicBezTo>
                      <a:pt x="20" y="4"/>
                      <a:pt x="25" y="6"/>
                      <a:pt x="25" y="7"/>
                    </a:cubicBezTo>
                    <a:cubicBezTo>
                      <a:pt x="25" y="8"/>
                      <a:pt x="20" y="7"/>
                      <a:pt x="21" y="9"/>
                    </a:cubicBezTo>
                    <a:cubicBezTo>
                      <a:pt x="21" y="9"/>
                      <a:pt x="23" y="10"/>
                      <a:pt x="23" y="12"/>
                    </a:cubicBezTo>
                    <a:cubicBezTo>
                      <a:pt x="22" y="12"/>
                      <a:pt x="20" y="12"/>
                      <a:pt x="19" y="13"/>
                    </a:cubicBezTo>
                    <a:cubicBezTo>
                      <a:pt x="16" y="14"/>
                      <a:pt x="10" y="16"/>
                      <a:pt x="7" y="15"/>
                    </a:cubicBezTo>
                    <a:cubicBezTo>
                      <a:pt x="6" y="14"/>
                      <a:pt x="9" y="16"/>
                      <a:pt x="7" y="1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" name="Freeform 411"/>
              <p:cNvSpPr>
                <a:spLocks/>
              </p:cNvSpPr>
              <p:nvPr/>
            </p:nvSpPr>
            <p:spPr bwMode="auto">
              <a:xfrm>
                <a:off x="18426316" y="4579679"/>
                <a:ext cx="235667" cy="76452"/>
              </a:xfrm>
              <a:custGeom>
                <a:avLst/>
                <a:gdLst>
                  <a:gd name="T0" fmla="*/ 5 w 25"/>
                  <a:gd name="T1" fmla="*/ 3 h 8"/>
                  <a:gd name="T2" fmla="*/ 3 w 25"/>
                  <a:gd name="T3" fmla="*/ 1 h 8"/>
                  <a:gd name="T4" fmla="*/ 1 w 25"/>
                  <a:gd name="T5" fmla="*/ 2 h 8"/>
                  <a:gd name="T6" fmla="*/ 2 w 25"/>
                  <a:gd name="T7" fmla="*/ 4 h 8"/>
                  <a:gd name="T8" fmla="*/ 5 w 25"/>
                  <a:gd name="T9" fmla="*/ 6 h 8"/>
                  <a:gd name="T10" fmla="*/ 16 w 25"/>
                  <a:gd name="T11" fmla="*/ 8 h 8"/>
                  <a:gd name="T12" fmla="*/ 24 w 25"/>
                  <a:gd name="T13" fmla="*/ 5 h 8"/>
                  <a:gd name="T14" fmla="*/ 23 w 25"/>
                  <a:gd name="T15" fmla="*/ 6 h 8"/>
                  <a:gd name="T16" fmla="*/ 20 w 25"/>
                  <a:gd name="T17" fmla="*/ 4 h 8"/>
                  <a:gd name="T18" fmla="*/ 15 w 25"/>
                  <a:gd name="T19" fmla="*/ 4 h 8"/>
                  <a:gd name="T20" fmla="*/ 10 w 25"/>
                  <a:gd name="T21" fmla="*/ 2 h 8"/>
                  <a:gd name="T22" fmla="*/ 5 w 25"/>
                  <a:gd name="T23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" h="8">
                    <a:moveTo>
                      <a:pt x="5" y="3"/>
                    </a:moveTo>
                    <a:cubicBezTo>
                      <a:pt x="4" y="3"/>
                      <a:pt x="4" y="1"/>
                      <a:pt x="3" y="1"/>
                    </a:cubicBezTo>
                    <a:cubicBezTo>
                      <a:pt x="3" y="0"/>
                      <a:pt x="1" y="2"/>
                      <a:pt x="1" y="2"/>
                    </a:cubicBezTo>
                    <a:cubicBezTo>
                      <a:pt x="0" y="4"/>
                      <a:pt x="1" y="4"/>
                      <a:pt x="2" y="4"/>
                    </a:cubicBezTo>
                    <a:cubicBezTo>
                      <a:pt x="3" y="4"/>
                      <a:pt x="4" y="6"/>
                      <a:pt x="5" y="6"/>
                    </a:cubicBezTo>
                    <a:cubicBezTo>
                      <a:pt x="9" y="7"/>
                      <a:pt x="12" y="8"/>
                      <a:pt x="16" y="8"/>
                    </a:cubicBezTo>
                    <a:cubicBezTo>
                      <a:pt x="17" y="8"/>
                      <a:pt x="25" y="7"/>
                      <a:pt x="24" y="5"/>
                    </a:cubicBezTo>
                    <a:cubicBezTo>
                      <a:pt x="23" y="5"/>
                      <a:pt x="23" y="6"/>
                      <a:pt x="23" y="6"/>
                    </a:cubicBezTo>
                    <a:cubicBezTo>
                      <a:pt x="22" y="6"/>
                      <a:pt x="21" y="5"/>
                      <a:pt x="20" y="4"/>
                    </a:cubicBezTo>
                    <a:cubicBezTo>
                      <a:pt x="19" y="4"/>
                      <a:pt x="17" y="3"/>
                      <a:pt x="15" y="4"/>
                    </a:cubicBezTo>
                    <a:cubicBezTo>
                      <a:pt x="14" y="4"/>
                      <a:pt x="12" y="2"/>
                      <a:pt x="10" y="2"/>
                    </a:cubicBezTo>
                    <a:cubicBezTo>
                      <a:pt x="8" y="2"/>
                      <a:pt x="7" y="3"/>
                      <a:pt x="5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" name="Freeform 412"/>
              <p:cNvSpPr>
                <a:spLocks/>
              </p:cNvSpPr>
              <p:nvPr/>
            </p:nvSpPr>
            <p:spPr bwMode="auto">
              <a:xfrm>
                <a:off x="18126952" y="4729398"/>
                <a:ext cx="197453" cy="76452"/>
              </a:xfrm>
              <a:custGeom>
                <a:avLst/>
                <a:gdLst>
                  <a:gd name="T0" fmla="*/ 2 w 21"/>
                  <a:gd name="T1" fmla="*/ 6 h 8"/>
                  <a:gd name="T2" fmla="*/ 8 w 21"/>
                  <a:gd name="T3" fmla="*/ 6 h 8"/>
                  <a:gd name="T4" fmla="*/ 14 w 21"/>
                  <a:gd name="T5" fmla="*/ 8 h 8"/>
                  <a:gd name="T6" fmla="*/ 19 w 21"/>
                  <a:gd name="T7" fmla="*/ 7 h 8"/>
                  <a:gd name="T8" fmla="*/ 17 w 21"/>
                  <a:gd name="T9" fmla="*/ 4 h 8"/>
                  <a:gd name="T10" fmla="*/ 7 w 21"/>
                  <a:gd name="T11" fmla="*/ 2 h 8"/>
                  <a:gd name="T12" fmla="*/ 4 w 21"/>
                  <a:gd name="T13" fmla="*/ 5 h 8"/>
                  <a:gd name="T14" fmla="*/ 2 w 21"/>
                  <a:gd name="T15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8">
                    <a:moveTo>
                      <a:pt x="2" y="6"/>
                    </a:moveTo>
                    <a:cubicBezTo>
                      <a:pt x="5" y="6"/>
                      <a:pt x="6" y="6"/>
                      <a:pt x="8" y="6"/>
                    </a:cubicBezTo>
                    <a:cubicBezTo>
                      <a:pt x="10" y="7"/>
                      <a:pt x="12" y="7"/>
                      <a:pt x="14" y="8"/>
                    </a:cubicBezTo>
                    <a:cubicBezTo>
                      <a:pt x="16" y="8"/>
                      <a:pt x="18" y="8"/>
                      <a:pt x="19" y="7"/>
                    </a:cubicBezTo>
                    <a:cubicBezTo>
                      <a:pt x="21" y="6"/>
                      <a:pt x="18" y="5"/>
                      <a:pt x="17" y="4"/>
                    </a:cubicBezTo>
                    <a:cubicBezTo>
                      <a:pt x="14" y="2"/>
                      <a:pt x="11" y="0"/>
                      <a:pt x="7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5"/>
                      <a:pt x="0" y="6"/>
                      <a:pt x="2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" name="Freeform 413"/>
              <p:cNvSpPr>
                <a:spLocks/>
              </p:cNvSpPr>
              <p:nvPr/>
            </p:nvSpPr>
            <p:spPr bwMode="auto">
              <a:xfrm>
                <a:off x="18136507" y="4694361"/>
                <a:ext cx="76432" cy="44598"/>
              </a:xfrm>
              <a:custGeom>
                <a:avLst/>
                <a:gdLst>
                  <a:gd name="T0" fmla="*/ 3 w 8"/>
                  <a:gd name="T1" fmla="*/ 5 h 5"/>
                  <a:gd name="T2" fmla="*/ 4 w 8"/>
                  <a:gd name="T3" fmla="*/ 1 h 5"/>
                  <a:gd name="T4" fmla="*/ 3 w 8"/>
                  <a:gd name="T5" fmla="*/ 5 h 5"/>
                  <a:gd name="T6" fmla="*/ 3 w 8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5">
                    <a:moveTo>
                      <a:pt x="3" y="5"/>
                    </a:moveTo>
                    <a:cubicBezTo>
                      <a:pt x="0" y="5"/>
                      <a:pt x="1" y="0"/>
                      <a:pt x="4" y="1"/>
                    </a:cubicBezTo>
                    <a:cubicBezTo>
                      <a:pt x="8" y="2"/>
                      <a:pt x="6" y="4"/>
                      <a:pt x="3" y="5"/>
                    </a:cubicBezTo>
                    <a:cubicBezTo>
                      <a:pt x="1" y="5"/>
                      <a:pt x="5" y="5"/>
                      <a:pt x="3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" name="Freeform 414"/>
              <p:cNvSpPr>
                <a:spLocks/>
              </p:cNvSpPr>
              <p:nvPr/>
            </p:nvSpPr>
            <p:spPr bwMode="auto">
              <a:xfrm>
                <a:off x="17932683" y="4560566"/>
                <a:ext cx="28662" cy="47785"/>
              </a:xfrm>
              <a:custGeom>
                <a:avLst/>
                <a:gdLst>
                  <a:gd name="T0" fmla="*/ 1 w 3"/>
                  <a:gd name="T1" fmla="*/ 3 h 5"/>
                  <a:gd name="T2" fmla="*/ 3 w 3"/>
                  <a:gd name="T3" fmla="*/ 1 h 5"/>
                  <a:gd name="T4" fmla="*/ 1 w 3"/>
                  <a:gd name="T5" fmla="*/ 5 h 5"/>
                  <a:gd name="T6" fmla="*/ 1 w 3"/>
                  <a:gd name="T7" fmla="*/ 3 h 5"/>
                  <a:gd name="T8" fmla="*/ 1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1" y="3"/>
                    </a:moveTo>
                    <a:cubicBezTo>
                      <a:pt x="0" y="2"/>
                      <a:pt x="2" y="0"/>
                      <a:pt x="3" y="1"/>
                    </a:cubicBezTo>
                    <a:cubicBezTo>
                      <a:pt x="3" y="2"/>
                      <a:pt x="2" y="5"/>
                      <a:pt x="1" y="5"/>
                    </a:cubicBezTo>
                    <a:cubicBezTo>
                      <a:pt x="1" y="5"/>
                      <a:pt x="1" y="3"/>
                      <a:pt x="1" y="3"/>
                    </a:cubicBezTo>
                    <a:cubicBezTo>
                      <a:pt x="0" y="2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" name="Freeform 415"/>
              <p:cNvSpPr>
                <a:spLocks/>
              </p:cNvSpPr>
              <p:nvPr/>
            </p:nvSpPr>
            <p:spPr bwMode="auto">
              <a:xfrm>
                <a:off x="17932683" y="4700729"/>
                <a:ext cx="38217" cy="47785"/>
              </a:xfrm>
              <a:custGeom>
                <a:avLst/>
                <a:gdLst>
                  <a:gd name="T0" fmla="*/ 4 w 4"/>
                  <a:gd name="T1" fmla="*/ 4 h 5"/>
                  <a:gd name="T2" fmla="*/ 0 w 4"/>
                  <a:gd name="T3" fmla="*/ 1 h 5"/>
                  <a:gd name="T4" fmla="*/ 4 w 4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5">
                    <a:moveTo>
                      <a:pt x="4" y="4"/>
                    </a:moveTo>
                    <a:cubicBezTo>
                      <a:pt x="4" y="3"/>
                      <a:pt x="1" y="0"/>
                      <a:pt x="0" y="1"/>
                    </a:cubicBezTo>
                    <a:cubicBezTo>
                      <a:pt x="0" y="1"/>
                      <a:pt x="3" y="5"/>
                      <a:pt x="4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" name="Freeform 416"/>
              <p:cNvSpPr>
                <a:spLocks/>
              </p:cNvSpPr>
              <p:nvPr/>
            </p:nvSpPr>
            <p:spPr bwMode="auto">
              <a:xfrm>
                <a:off x="17996378" y="4525526"/>
                <a:ext cx="394905" cy="149721"/>
              </a:xfrm>
              <a:custGeom>
                <a:avLst/>
                <a:gdLst>
                  <a:gd name="T0" fmla="*/ 34 w 42"/>
                  <a:gd name="T1" fmla="*/ 4 h 16"/>
                  <a:gd name="T2" fmla="*/ 29 w 42"/>
                  <a:gd name="T3" fmla="*/ 3 h 16"/>
                  <a:gd name="T4" fmla="*/ 23 w 42"/>
                  <a:gd name="T5" fmla="*/ 0 h 16"/>
                  <a:gd name="T6" fmla="*/ 22 w 42"/>
                  <a:gd name="T7" fmla="*/ 2 h 16"/>
                  <a:gd name="T8" fmla="*/ 20 w 42"/>
                  <a:gd name="T9" fmla="*/ 6 h 16"/>
                  <a:gd name="T10" fmla="*/ 11 w 42"/>
                  <a:gd name="T11" fmla="*/ 1 h 16"/>
                  <a:gd name="T12" fmla="*/ 4 w 42"/>
                  <a:gd name="T13" fmla="*/ 3 h 16"/>
                  <a:gd name="T14" fmla="*/ 2 w 42"/>
                  <a:gd name="T15" fmla="*/ 6 h 16"/>
                  <a:gd name="T16" fmla="*/ 1 w 42"/>
                  <a:gd name="T17" fmla="*/ 10 h 16"/>
                  <a:gd name="T18" fmla="*/ 9 w 42"/>
                  <a:gd name="T19" fmla="*/ 14 h 16"/>
                  <a:gd name="T20" fmla="*/ 13 w 42"/>
                  <a:gd name="T21" fmla="*/ 15 h 16"/>
                  <a:gd name="T22" fmla="*/ 15 w 42"/>
                  <a:gd name="T23" fmla="*/ 13 h 16"/>
                  <a:gd name="T24" fmla="*/ 16 w 42"/>
                  <a:gd name="T25" fmla="*/ 14 h 16"/>
                  <a:gd name="T26" fmla="*/ 18 w 42"/>
                  <a:gd name="T27" fmla="*/ 14 h 16"/>
                  <a:gd name="T28" fmla="*/ 25 w 42"/>
                  <a:gd name="T29" fmla="*/ 12 h 16"/>
                  <a:gd name="T30" fmla="*/ 28 w 42"/>
                  <a:gd name="T31" fmla="*/ 14 h 16"/>
                  <a:gd name="T32" fmla="*/ 34 w 42"/>
                  <a:gd name="T33" fmla="*/ 13 h 16"/>
                  <a:gd name="T34" fmla="*/ 33 w 42"/>
                  <a:gd name="T35" fmla="*/ 12 h 16"/>
                  <a:gd name="T36" fmla="*/ 37 w 42"/>
                  <a:gd name="T37" fmla="*/ 12 h 16"/>
                  <a:gd name="T38" fmla="*/ 39 w 42"/>
                  <a:gd name="T39" fmla="*/ 11 h 16"/>
                  <a:gd name="T40" fmla="*/ 40 w 42"/>
                  <a:gd name="T41" fmla="*/ 9 h 16"/>
                  <a:gd name="T42" fmla="*/ 39 w 42"/>
                  <a:gd name="T43" fmla="*/ 9 h 16"/>
                  <a:gd name="T44" fmla="*/ 42 w 42"/>
                  <a:gd name="T45" fmla="*/ 6 h 16"/>
                  <a:gd name="T46" fmla="*/ 34 w 42"/>
                  <a:gd name="T47" fmla="*/ 4 h 16"/>
                  <a:gd name="T48" fmla="*/ 34 w 42"/>
                  <a:gd name="T49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" h="16">
                    <a:moveTo>
                      <a:pt x="34" y="4"/>
                    </a:moveTo>
                    <a:cubicBezTo>
                      <a:pt x="32" y="3"/>
                      <a:pt x="31" y="4"/>
                      <a:pt x="29" y="3"/>
                    </a:cubicBezTo>
                    <a:cubicBezTo>
                      <a:pt x="29" y="3"/>
                      <a:pt x="24" y="0"/>
                      <a:pt x="23" y="0"/>
                    </a:cubicBezTo>
                    <a:cubicBezTo>
                      <a:pt x="23" y="0"/>
                      <a:pt x="24" y="1"/>
                      <a:pt x="22" y="2"/>
                    </a:cubicBezTo>
                    <a:cubicBezTo>
                      <a:pt x="20" y="2"/>
                      <a:pt x="22" y="5"/>
                      <a:pt x="20" y="6"/>
                    </a:cubicBezTo>
                    <a:cubicBezTo>
                      <a:pt x="19" y="6"/>
                      <a:pt x="12" y="1"/>
                      <a:pt x="11" y="1"/>
                    </a:cubicBezTo>
                    <a:cubicBezTo>
                      <a:pt x="9" y="0"/>
                      <a:pt x="4" y="1"/>
                      <a:pt x="4" y="3"/>
                    </a:cubicBezTo>
                    <a:cubicBezTo>
                      <a:pt x="4" y="5"/>
                      <a:pt x="0" y="4"/>
                      <a:pt x="2" y="6"/>
                    </a:cubicBezTo>
                    <a:cubicBezTo>
                      <a:pt x="3" y="7"/>
                      <a:pt x="0" y="9"/>
                      <a:pt x="1" y="10"/>
                    </a:cubicBezTo>
                    <a:cubicBezTo>
                      <a:pt x="3" y="12"/>
                      <a:pt x="6" y="13"/>
                      <a:pt x="9" y="14"/>
                    </a:cubicBezTo>
                    <a:cubicBezTo>
                      <a:pt x="10" y="15"/>
                      <a:pt x="12" y="16"/>
                      <a:pt x="13" y="15"/>
                    </a:cubicBezTo>
                    <a:cubicBezTo>
                      <a:pt x="14" y="15"/>
                      <a:pt x="14" y="12"/>
                      <a:pt x="15" y="13"/>
                    </a:cubicBezTo>
                    <a:cubicBezTo>
                      <a:pt x="15" y="13"/>
                      <a:pt x="15" y="14"/>
                      <a:pt x="16" y="14"/>
                    </a:cubicBezTo>
                    <a:cubicBezTo>
                      <a:pt x="17" y="14"/>
                      <a:pt x="18" y="14"/>
                      <a:pt x="18" y="14"/>
                    </a:cubicBezTo>
                    <a:cubicBezTo>
                      <a:pt x="20" y="13"/>
                      <a:pt x="22" y="13"/>
                      <a:pt x="25" y="12"/>
                    </a:cubicBezTo>
                    <a:cubicBezTo>
                      <a:pt x="27" y="12"/>
                      <a:pt x="27" y="14"/>
                      <a:pt x="28" y="14"/>
                    </a:cubicBezTo>
                    <a:cubicBezTo>
                      <a:pt x="29" y="14"/>
                      <a:pt x="34" y="13"/>
                      <a:pt x="34" y="13"/>
                    </a:cubicBezTo>
                    <a:cubicBezTo>
                      <a:pt x="34" y="13"/>
                      <a:pt x="33" y="12"/>
                      <a:pt x="33" y="12"/>
                    </a:cubicBezTo>
                    <a:cubicBezTo>
                      <a:pt x="33" y="11"/>
                      <a:pt x="36" y="12"/>
                      <a:pt x="37" y="12"/>
                    </a:cubicBezTo>
                    <a:cubicBezTo>
                      <a:pt x="37" y="12"/>
                      <a:pt x="39" y="12"/>
                      <a:pt x="39" y="11"/>
                    </a:cubicBezTo>
                    <a:cubicBezTo>
                      <a:pt x="39" y="10"/>
                      <a:pt x="40" y="9"/>
                      <a:pt x="40" y="9"/>
                    </a:cubicBezTo>
                    <a:cubicBezTo>
                      <a:pt x="40" y="9"/>
                      <a:pt x="40" y="9"/>
                      <a:pt x="39" y="9"/>
                    </a:cubicBezTo>
                    <a:cubicBezTo>
                      <a:pt x="39" y="8"/>
                      <a:pt x="42" y="7"/>
                      <a:pt x="42" y="6"/>
                    </a:cubicBezTo>
                    <a:cubicBezTo>
                      <a:pt x="41" y="5"/>
                      <a:pt x="36" y="4"/>
                      <a:pt x="34" y="4"/>
                    </a:cubicBezTo>
                    <a:cubicBezTo>
                      <a:pt x="32" y="3"/>
                      <a:pt x="36" y="4"/>
                      <a:pt x="34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" name="Freeform 417"/>
              <p:cNvSpPr>
                <a:spLocks/>
              </p:cNvSpPr>
              <p:nvPr/>
            </p:nvSpPr>
            <p:spPr bwMode="auto">
              <a:xfrm>
                <a:off x="18222495" y="4570124"/>
                <a:ext cx="73248" cy="76452"/>
              </a:xfrm>
              <a:custGeom>
                <a:avLst/>
                <a:gdLst>
                  <a:gd name="T0" fmla="*/ 7 w 8"/>
                  <a:gd name="T1" fmla="*/ 6 h 8"/>
                  <a:gd name="T2" fmla="*/ 4 w 8"/>
                  <a:gd name="T3" fmla="*/ 0 h 8"/>
                  <a:gd name="T4" fmla="*/ 6 w 8"/>
                  <a:gd name="T5" fmla="*/ 2 h 8"/>
                  <a:gd name="T6" fmla="*/ 7 w 8"/>
                  <a:gd name="T7" fmla="*/ 6 h 8"/>
                  <a:gd name="T8" fmla="*/ 7 w 8"/>
                  <a:gd name="T9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7" y="6"/>
                    </a:moveTo>
                    <a:cubicBezTo>
                      <a:pt x="6" y="7"/>
                      <a:pt x="0" y="1"/>
                      <a:pt x="4" y="0"/>
                    </a:cubicBezTo>
                    <a:cubicBezTo>
                      <a:pt x="5" y="0"/>
                      <a:pt x="8" y="0"/>
                      <a:pt x="6" y="2"/>
                    </a:cubicBezTo>
                    <a:cubicBezTo>
                      <a:pt x="3" y="4"/>
                      <a:pt x="7" y="4"/>
                      <a:pt x="7" y="6"/>
                    </a:cubicBezTo>
                    <a:cubicBezTo>
                      <a:pt x="6" y="8"/>
                      <a:pt x="7" y="5"/>
                      <a:pt x="7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" name="Freeform 418"/>
              <p:cNvSpPr>
                <a:spLocks/>
              </p:cNvSpPr>
              <p:nvPr/>
            </p:nvSpPr>
            <p:spPr bwMode="auto">
              <a:xfrm>
                <a:off x="19445425" y="5076623"/>
                <a:ext cx="101909" cy="57338"/>
              </a:xfrm>
              <a:custGeom>
                <a:avLst/>
                <a:gdLst>
                  <a:gd name="T0" fmla="*/ 3 w 11"/>
                  <a:gd name="T1" fmla="*/ 4 h 6"/>
                  <a:gd name="T2" fmla="*/ 1 w 11"/>
                  <a:gd name="T3" fmla="*/ 1 h 6"/>
                  <a:gd name="T4" fmla="*/ 6 w 11"/>
                  <a:gd name="T5" fmla="*/ 1 h 6"/>
                  <a:gd name="T6" fmla="*/ 3 w 11"/>
                  <a:gd name="T7" fmla="*/ 4 h 6"/>
                  <a:gd name="T8" fmla="*/ 3 w 11"/>
                  <a:gd name="T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6">
                    <a:moveTo>
                      <a:pt x="3" y="4"/>
                    </a:moveTo>
                    <a:cubicBezTo>
                      <a:pt x="1" y="3"/>
                      <a:pt x="0" y="3"/>
                      <a:pt x="1" y="1"/>
                    </a:cubicBezTo>
                    <a:cubicBezTo>
                      <a:pt x="2" y="0"/>
                      <a:pt x="4" y="1"/>
                      <a:pt x="6" y="1"/>
                    </a:cubicBezTo>
                    <a:cubicBezTo>
                      <a:pt x="11" y="2"/>
                      <a:pt x="6" y="6"/>
                      <a:pt x="3" y="4"/>
                    </a:cubicBezTo>
                    <a:cubicBezTo>
                      <a:pt x="2" y="3"/>
                      <a:pt x="4" y="5"/>
                      <a:pt x="3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" name="Freeform 419"/>
              <p:cNvSpPr>
                <a:spLocks/>
              </p:cNvSpPr>
              <p:nvPr/>
            </p:nvSpPr>
            <p:spPr bwMode="auto">
              <a:xfrm>
                <a:off x="19247970" y="5898496"/>
                <a:ext cx="57323" cy="47785"/>
              </a:xfrm>
              <a:custGeom>
                <a:avLst/>
                <a:gdLst>
                  <a:gd name="T0" fmla="*/ 5 w 6"/>
                  <a:gd name="T1" fmla="*/ 2 h 5"/>
                  <a:gd name="T2" fmla="*/ 5 w 6"/>
                  <a:gd name="T3" fmla="*/ 1 h 5"/>
                  <a:gd name="T4" fmla="*/ 2 w 6"/>
                  <a:gd name="T5" fmla="*/ 1 h 5"/>
                  <a:gd name="T6" fmla="*/ 1 w 6"/>
                  <a:gd name="T7" fmla="*/ 3 h 5"/>
                  <a:gd name="T8" fmla="*/ 0 w 6"/>
                  <a:gd name="T9" fmla="*/ 4 h 5"/>
                  <a:gd name="T10" fmla="*/ 5 w 6"/>
                  <a:gd name="T11" fmla="*/ 2 h 5"/>
                  <a:gd name="T12" fmla="*/ 5 w 6"/>
                  <a:gd name="T13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5">
                    <a:moveTo>
                      <a:pt x="5" y="2"/>
                    </a:moveTo>
                    <a:cubicBezTo>
                      <a:pt x="6" y="2"/>
                      <a:pt x="5" y="1"/>
                      <a:pt x="5" y="1"/>
                    </a:cubicBezTo>
                    <a:cubicBezTo>
                      <a:pt x="4" y="0"/>
                      <a:pt x="3" y="1"/>
                      <a:pt x="2" y="1"/>
                    </a:cubicBezTo>
                    <a:cubicBezTo>
                      <a:pt x="1" y="1"/>
                      <a:pt x="0" y="2"/>
                      <a:pt x="1" y="3"/>
                    </a:cubicBezTo>
                    <a:cubicBezTo>
                      <a:pt x="1" y="3"/>
                      <a:pt x="0" y="5"/>
                      <a:pt x="0" y="4"/>
                    </a:cubicBezTo>
                    <a:cubicBezTo>
                      <a:pt x="0" y="4"/>
                      <a:pt x="5" y="2"/>
                      <a:pt x="5" y="2"/>
                    </a:cubicBezTo>
                    <a:cubicBezTo>
                      <a:pt x="6" y="2"/>
                      <a:pt x="3" y="3"/>
                      <a:pt x="5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" name="Freeform 420"/>
              <p:cNvSpPr>
                <a:spLocks/>
              </p:cNvSpPr>
              <p:nvPr/>
            </p:nvSpPr>
            <p:spPr bwMode="auto">
              <a:xfrm>
                <a:off x="18005931" y="6172454"/>
                <a:ext cx="47770" cy="25484"/>
              </a:xfrm>
              <a:custGeom>
                <a:avLst/>
                <a:gdLst>
                  <a:gd name="T0" fmla="*/ 3 w 5"/>
                  <a:gd name="T1" fmla="*/ 3 h 3"/>
                  <a:gd name="T2" fmla="*/ 3 w 5"/>
                  <a:gd name="T3" fmla="*/ 0 h 3"/>
                  <a:gd name="T4" fmla="*/ 3 w 5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3" y="3"/>
                    </a:moveTo>
                    <a:cubicBezTo>
                      <a:pt x="1" y="3"/>
                      <a:pt x="0" y="1"/>
                      <a:pt x="3" y="0"/>
                    </a:cubicBezTo>
                    <a:cubicBezTo>
                      <a:pt x="5" y="0"/>
                      <a:pt x="4" y="3"/>
                      <a:pt x="3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" name="Freeform 421"/>
              <p:cNvSpPr>
                <a:spLocks/>
              </p:cNvSpPr>
              <p:nvPr/>
            </p:nvSpPr>
            <p:spPr bwMode="auto">
              <a:xfrm>
                <a:off x="18846696" y="6452780"/>
                <a:ext cx="47770" cy="44598"/>
              </a:xfrm>
              <a:custGeom>
                <a:avLst/>
                <a:gdLst>
                  <a:gd name="T0" fmla="*/ 5 w 5"/>
                  <a:gd name="T1" fmla="*/ 1 h 5"/>
                  <a:gd name="T2" fmla="*/ 1 w 5"/>
                  <a:gd name="T3" fmla="*/ 5 h 5"/>
                  <a:gd name="T4" fmla="*/ 4 w 5"/>
                  <a:gd name="T5" fmla="*/ 3 h 5"/>
                  <a:gd name="T6" fmla="*/ 5 w 5"/>
                  <a:gd name="T7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1"/>
                      <a:pt x="0" y="5"/>
                      <a:pt x="1" y="5"/>
                    </a:cubicBezTo>
                    <a:cubicBezTo>
                      <a:pt x="2" y="5"/>
                      <a:pt x="4" y="3"/>
                      <a:pt x="4" y="3"/>
                    </a:cubicBezTo>
                    <a:cubicBezTo>
                      <a:pt x="5" y="2"/>
                      <a:pt x="5" y="0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" name="Freeform 422"/>
              <p:cNvSpPr>
                <a:spLocks/>
              </p:cNvSpPr>
              <p:nvPr/>
            </p:nvSpPr>
            <p:spPr bwMode="auto">
              <a:xfrm>
                <a:off x="18818035" y="6526047"/>
                <a:ext cx="19109" cy="9556"/>
              </a:xfrm>
              <a:custGeom>
                <a:avLst/>
                <a:gdLst>
                  <a:gd name="T0" fmla="*/ 1 w 2"/>
                  <a:gd name="T1" fmla="*/ 0 h 1"/>
                  <a:gd name="T2" fmla="*/ 1 w 2"/>
                  <a:gd name="T3" fmla="*/ 1 h 1"/>
                  <a:gd name="T4" fmla="*/ 1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" name="Freeform 423"/>
              <p:cNvSpPr>
                <a:spLocks/>
              </p:cNvSpPr>
              <p:nvPr/>
            </p:nvSpPr>
            <p:spPr bwMode="auto">
              <a:xfrm>
                <a:off x="18687463" y="6675768"/>
                <a:ext cx="28662" cy="9556"/>
              </a:xfrm>
              <a:custGeom>
                <a:avLst/>
                <a:gdLst>
                  <a:gd name="T0" fmla="*/ 2 w 3"/>
                  <a:gd name="T1" fmla="*/ 0 h 1"/>
                  <a:gd name="T2" fmla="*/ 1 w 3"/>
                  <a:gd name="T3" fmla="*/ 1 h 1"/>
                  <a:gd name="T4" fmla="*/ 2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2" y="0"/>
                    </a:moveTo>
                    <a:cubicBezTo>
                      <a:pt x="2" y="0"/>
                      <a:pt x="0" y="1"/>
                      <a:pt x="1" y="1"/>
                    </a:cubicBezTo>
                    <a:cubicBezTo>
                      <a:pt x="1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" name="Freeform 424"/>
              <p:cNvSpPr>
                <a:spLocks/>
              </p:cNvSpPr>
              <p:nvPr/>
            </p:nvSpPr>
            <p:spPr bwMode="auto">
              <a:xfrm>
                <a:off x="18575996" y="6723551"/>
                <a:ext cx="66879" cy="38227"/>
              </a:xfrm>
              <a:custGeom>
                <a:avLst/>
                <a:gdLst>
                  <a:gd name="T0" fmla="*/ 6 w 7"/>
                  <a:gd name="T1" fmla="*/ 0 h 4"/>
                  <a:gd name="T2" fmla="*/ 1 w 7"/>
                  <a:gd name="T3" fmla="*/ 3 h 4"/>
                  <a:gd name="T4" fmla="*/ 6 w 7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6" y="0"/>
                    </a:moveTo>
                    <a:cubicBezTo>
                      <a:pt x="5" y="0"/>
                      <a:pt x="0" y="2"/>
                      <a:pt x="1" y="3"/>
                    </a:cubicBezTo>
                    <a:cubicBezTo>
                      <a:pt x="2" y="4"/>
                      <a:pt x="7" y="0"/>
                      <a:pt x="6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" name="Freeform 425"/>
              <p:cNvSpPr>
                <a:spLocks/>
              </p:cNvSpPr>
              <p:nvPr/>
            </p:nvSpPr>
            <p:spPr bwMode="auto">
              <a:xfrm>
                <a:off x="18502748" y="6761778"/>
                <a:ext cx="54139" cy="35042"/>
              </a:xfrm>
              <a:custGeom>
                <a:avLst/>
                <a:gdLst>
                  <a:gd name="T0" fmla="*/ 5 w 6"/>
                  <a:gd name="T1" fmla="*/ 0 h 4"/>
                  <a:gd name="T2" fmla="*/ 1 w 6"/>
                  <a:gd name="T3" fmla="*/ 3 h 4"/>
                  <a:gd name="T4" fmla="*/ 5 w 6"/>
                  <a:gd name="T5" fmla="*/ 0 h 4"/>
                  <a:gd name="T6" fmla="*/ 5 w 6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5" y="0"/>
                    </a:moveTo>
                    <a:cubicBezTo>
                      <a:pt x="5" y="0"/>
                      <a:pt x="0" y="2"/>
                      <a:pt x="1" y="3"/>
                    </a:cubicBezTo>
                    <a:cubicBezTo>
                      <a:pt x="2" y="4"/>
                      <a:pt x="5" y="0"/>
                      <a:pt x="5" y="0"/>
                    </a:cubicBezTo>
                    <a:cubicBezTo>
                      <a:pt x="5" y="0"/>
                      <a:pt x="6" y="0"/>
                      <a:pt x="5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" name="Freeform 426"/>
              <p:cNvSpPr>
                <a:spLocks/>
              </p:cNvSpPr>
              <p:nvPr/>
            </p:nvSpPr>
            <p:spPr bwMode="auto">
              <a:xfrm>
                <a:off x="18454978" y="6790447"/>
                <a:ext cx="47770" cy="44598"/>
              </a:xfrm>
              <a:custGeom>
                <a:avLst/>
                <a:gdLst>
                  <a:gd name="T0" fmla="*/ 4 w 5"/>
                  <a:gd name="T1" fmla="*/ 0 h 5"/>
                  <a:gd name="T2" fmla="*/ 0 w 5"/>
                  <a:gd name="T3" fmla="*/ 4 h 5"/>
                  <a:gd name="T4" fmla="*/ 4 w 5"/>
                  <a:gd name="T5" fmla="*/ 0 h 5"/>
                  <a:gd name="T6" fmla="*/ 4 w 5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4" y="0"/>
                    </a:moveTo>
                    <a:cubicBezTo>
                      <a:pt x="4" y="0"/>
                      <a:pt x="0" y="4"/>
                      <a:pt x="0" y="4"/>
                    </a:cubicBezTo>
                    <a:cubicBezTo>
                      <a:pt x="2" y="5"/>
                      <a:pt x="4" y="0"/>
                      <a:pt x="4" y="0"/>
                    </a:cubicBezTo>
                    <a:cubicBezTo>
                      <a:pt x="4" y="0"/>
                      <a:pt x="5" y="0"/>
                      <a:pt x="4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" name="Freeform 427"/>
              <p:cNvSpPr>
                <a:spLocks/>
              </p:cNvSpPr>
              <p:nvPr/>
            </p:nvSpPr>
            <p:spPr bwMode="auto">
              <a:xfrm>
                <a:off x="18445422" y="6854158"/>
                <a:ext cx="9553" cy="9556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" name="Freeform 428"/>
              <p:cNvSpPr>
                <a:spLocks/>
              </p:cNvSpPr>
              <p:nvPr/>
            </p:nvSpPr>
            <p:spPr bwMode="auto">
              <a:xfrm>
                <a:off x="18397652" y="6815931"/>
                <a:ext cx="47770" cy="38227"/>
              </a:xfrm>
              <a:custGeom>
                <a:avLst/>
                <a:gdLst>
                  <a:gd name="T0" fmla="*/ 4 w 5"/>
                  <a:gd name="T1" fmla="*/ 1 h 4"/>
                  <a:gd name="T2" fmla="*/ 0 w 5"/>
                  <a:gd name="T3" fmla="*/ 4 h 4"/>
                  <a:gd name="T4" fmla="*/ 4 w 5"/>
                  <a:gd name="T5" fmla="*/ 1 h 4"/>
                  <a:gd name="T6" fmla="*/ 4 w 5"/>
                  <a:gd name="T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4">
                    <a:moveTo>
                      <a:pt x="4" y="1"/>
                    </a:moveTo>
                    <a:cubicBezTo>
                      <a:pt x="2" y="2"/>
                      <a:pt x="0" y="3"/>
                      <a:pt x="0" y="4"/>
                    </a:cubicBezTo>
                    <a:cubicBezTo>
                      <a:pt x="0" y="4"/>
                      <a:pt x="4" y="1"/>
                      <a:pt x="4" y="1"/>
                    </a:cubicBezTo>
                    <a:cubicBezTo>
                      <a:pt x="3" y="1"/>
                      <a:pt x="5" y="0"/>
                      <a:pt x="4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" name="Freeform 429"/>
              <p:cNvSpPr>
                <a:spLocks/>
              </p:cNvSpPr>
              <p:nvPr/>
            </p:nvSpPr>
            <p:spPr bwMode="auto">
              <a:xfrm>
                <a:off x="18053701" y="7163156"/>
                <a:ext cx="19109" cy="28669"/>
              </a:xfrm>
              <a:custGeom>
                <a:avLst/>
                <a:gdLst>
                  <a:gd name="T0" fmla="*/ 1 w 2"/>
                  <a:gd name="T1" fmla="*/ 0 h 3"/>
                  <a:gd name="T2" fmla="*/ 1 w 2"/>
                  <a:gd name="T3" fmla="*/ 3 h 3"/>
                  <a:gd name="T4" fmla="*/ 1 w 2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3"/>
                      <a:pt x="1" y="3"/>
                    </a:cubicBezTo>
                    <a:cubicBezTo>
                      <a:pt x="2" y="3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grpSp>
            <p:nvGrpSpPr>
              <p:cNvPr id="33" name="Group 601"/>
              <p:cNvGrpSpPr/>
              <p:nvPr/>
            </p:nvGrpSpPr>
            <p:grpSpPr>
              <a:xfrm>
                <a:off x="17709756" y="6761778"/>
                <a:ext cx="697449" cy="662593"/>
                <a:chOff x="5961121" y="2686387"/>
                <a:chExt cx="288233" cy="273757"/>
              </a:xfrm>
              <a:grpFill/>
            </p:grpSpPr>
            <p:sp>
              <p:nvSpPr>
                <p:cNvPr id="398" name="Freeform 430"/>
                <p:cNvSpPr>
                  <a:spLocks/>
                </p:cNvSpPr>
                <p:nvPr/>
              </p:nvSpPr>
              <p:spPr bwMode="auto">
                <a:xfrm>
                  <a:off x="6130902" y="2686387"/>
                  <a:ext cx="118452" cy="100026"/>
                </a:xfrm>
                <a:custGeom>
                  <a:avLst/>
                  <a:gdLst>
                    <a:gd name="T0" fmla="*/ 28 w 31"/>
                    <a:gd name="T1" fmla="*/ 10 h 26"/>
                    <a:gd name="T2" fmla="*/ 29 w 31"/>
                    <a:gd name="T3" fmla="*/ 7 h 26"/>
                    <a:gd name="T4" fmla="*/ 27 w 31"/>
                    <a:gd name="T5" fmla="*/ 10 h 26"/>
                    <a:gd name="T6" fmla="*/ 20 w 31"/>
                    <a:gd name="T7" fmla="*/ 8 h 26"/>
                    <a:gd name="T8" fmla="*/ 11 w 31"/>
                    <a:gd name="T9" fmla="*/ 1 h 26"/>
                    <a:gd name="T10" fmla="*/ 11 w 31"/>
                    <a:gd name="T11" fmla="*/ 5 h 26"/>
                    <a:gd name="T12" fmla="*/ 9 w 31"/>
                    <a:gd name="T13" fmla="*/ 11 h 26"/>
                    <a:gd name="T14" fmla="*/ 7 w 31"/>
                    <a:gd name="T15" fmla="*/ 14 h 26"/>
                    <a:gd name="T16" fmla="*/ 4 w 31"/>
                    <a:gd name="T17" fmla="*/ 14 h 26"/>
                    <a:gd name="T18" fmla="*/ 5 w 31"/>
                    <a:gd name="T19" fmla="*/ 16 h 26"/>
                    <a:gd name="T20" fmla="*/ 1 w 31"/>
                    <a:gd name="T21" fmla="*/ 18 h 26"/>
                    <a:gd name="T22" fmla="*/ 2 w 31"/>
                    <a:gd name="T23" fmla="*/ 23 h 26"/>
                    <a:gd name="T24" fmla="*/ 4 w 31"/>
                    <a:gd name="T25" fmla="*/ 25 h 26"/>
                    <a:gd name="T26" fmla="*/ 6 w 31"/>
                    <a:gd name="T27" fmla="*/ 23 h 26"/>
                    <a:gd name="T28" fmla="*/ 7 w 31"/>
                    <a:gd name="T29" fmla="*/ 23 h 26"/>
                    <a:gd name="T30" fmla="*/ 4 w 31"/>
                    <a:gd name="T31" fmla="*/ 20 h 26"/>
                    <a:gd name="T32" fmla="*/ 7 w 31"/>
                    <a:gd name="T33" fmla="*/ 19 h 26"/>
                    <a:gd name="T34" fmla="*/ 12 w 31"/>
                    <a:gd name="T35" fmla="*/ 18 h 26"/>
                    <a:gd name="T36" fmla="*/ 17 w 31"/>
                    <a:gd name="T37" fmla="*/ 21 h 26"/>
                    <a:gd name="T38" fmla="*/ 21 w 31"/>
                    <a:gd name="T39" fmla="*/ 16 h 26"/>
                    <a:gd name="T40" fmla="*/ 31 w 31"/>
                    <a:gd name="T41" fmla="*/ 14 h 26"/>
                    <a:gd name="T42" fmla="*/ 29 w 31"/>
                    <a:gd name="T43" fmla="*/ 12 h 26"/>
                    <a:gd name="T44" fmla="*/ 28 w 31"/>
                    <a:gd name="T45" fmla="*/ 10 h 26"/>
                    <a:gd name="T46" fmla="*/ 28 w 31"/>
                    <a:gd name="T47" fmla="*/ 1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1" h="26">
                      <a:moveTo>
                        <a:pt x="28" y="10"/>
                      </a:moveTo>
                      <a:cubicBezTo>
                        <a:pt x="28" y="10"/>
                        <a:pt x="29" y="8"/>
                        <a:pt x="29" y="7"/>
                      </a:cubicBezTo>
                      <a:cubicBezTo>
                        <a:pt x="29" y="8"/>
                        <a:pt x="27" y="10"/>
                        <a:pt x="27" y="10"/>
                      </a:cubicBezTo>
                      <a:cubicBezTo>
                        <a:pt x="25" y="10"/>
                        <a:pt x="21" y="9"/>
                        <a:pt x="20" y="8"/>
                      </a:cubicBezTo>
                      <a:cubicBezTo>
                        <a:pt x="17" y="7"/>
                        <a:pt x="15" y="2"/>
                        <a:pt x="11" y="1"/>
                      </a:cubicBezTo>
                      <a:cubicBezTo>
                        <a:pt x="9" y="0"/>
                        <a:pt x="10" y="4"/>
                        <a:pt x="11" y="5"/>
                      </a:cubicBezTo>
                      <a:cubicBezTo>
                        <a:pt x="11" y="7"/>
                        <a:pt x="10" y="9"/>
                        <a:pt x="9" y="11"/>
                      </a:cubicBezTo>
                      <a:cubicBezTo>
                        <a:pt x="8" y="12"/>
                        <a:pt x="10" y="15"/>
                        <a:pt x="7" y="14"/>
                      </a:cubicBezTo>
                      <a:cubicBezTo>
                        <a:pt x="7" y="14"/>
                        <a:pt x="5" y="13"/>
                        <a:pt x="4" y="14"/>
                      </a:cubicBezTo>
                      <a:cubicBezTo>
                        <a:pt x="4" y="15"/>
                        <a:pt x="5" y="16"/>
                        <a:pt x="5" y="16"/>
                      </a:cubicBezTo>
                      <a:cubicBezTo>
                        <a:pt x="5" y="16"/>
                        <a:pt x="2" y="18"/>
                        <a:pt x="1" y="18"/>
                      </a:cubicBezTo>
                      <a:cubicBezTo>
                        <a:pt x="0" y="20"/>
                        <a:pt x="3" y="21"/>
                        <a:pt x="2" y="23"/>
                      </a:cubicBezTo>
                      <a:cubicBezTo>
                        <a:pt x="1" y="24"/>
                        <a:pt x="3" y="26"/>
                        <a:pt x="4" y="25"/>
                      </a:cubicBezTo>
                      <a:cubicBezTo>
                        <a:pt x="5" y="24"/>
                        <a:pt x="5" y="23"/>
                        <a:pt x="6" y="23"/>
                      </a:cubicBezTo>
                      <a:cubicBezTo>
                        <a:pt x="6" y="23"/>
                        <a:pt x="7" y="24"/>
                        <a:pt x="7" y="23"/>
                      </a:cubicBezTo>
                      <a:cubicBezTo>
                        <a:pt x="7" y="22"/>
                        <a:pt x="5" y="21"/>
                        <a:pt x="4" y="20"/>
                      </a:cubicBezTo>
                      <a:cubicBezTo>
                        <a:pt x="3" y="18"/>
                        <a:pt x="7" y="19"/>
                        <a:pt x="7" y="19"/>
                      </a:cubicBezTo>
                      <a:cubicBezTo>
                        <a:pt x="9" y="19"/>
                        <a:pt x="10" y="17"/>
                        <a:pt x="12" y="18"/>
                      </a:cubicBezTo>
                      <a:cubicBezTo>
                        <a:pt x="14" y="19"/>
                        <a:pt x="15" y="20"/>
                        <a:pt x="17" y="21"/>
                      </a:cubicBezTo>
                      <a:cubicBezTo>
                        <a:pt x="20" y="23"/>
                        <a:pt x="19" y="17"/>
                        <a:pt x="21" y="16"/>
                      </a:cubicBezTo>
                      <a:cubicBezTo>
                        <a:pt x="21" y="16"/>
                        <a:pt x="31" y="16"/>
                        <a:pt x="31" y="14"/>
                      </a:cubicBezTo>
                      <a:cubicBezTo>
                        <a:pt x="30" y="13"/>
                        <a:pt x="27" y="15"/>
                        <a:pt x="29" y="12"/>
                      </a:cubicBezTo>
                      <a:cubicBezTo>
                        <a:pt x="30" y="11"/>
                        <a:pt x="27" y="12"/>
                        <a:pt x="28" y="10"/>
                      </a:cubicBezTo>
                      <a:cubicBezTo>
                        <a:pt x="29" y="7"/>
                        <a:pt x="28" y="11"/>
                        <a:pt x="28" y="10"/>
                      </a:cubicBezTo>
                      <a:close/>
                    </a:path>
                  </a:pathLst>
                </a:custGeom>
                <a:grpFill/>
                <a:ln w="952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217">
                    <a:defRPr/>
                  </a:pPr>
                  <a:endParaRPr lang="id-ID" sz="900"/>
                </a:p>
              </p:txBody>
            </p:sp>
            <p:sp>
              <p:nvSpPr>
                <p:cNvPr id="399" name="Freeform 431"/>
                <p:cNvSpPr>
                  <a:spLocks/>
                </p:cNvSpPr>
                <p:nvPr/>
              </p:nvSpPr>
              <p:spPr bwMode="auto">
                <a:xfrm>
                  <a:off x="5961121" y="2778517"/>
                  <a:ext cx="215847" cy="181627"/>
                </a:xfrm>
                <a:custGeom>
                  <a:avLst/>
                  <a:gdLst>
                    <a:gd name="T0" fmla="*/ 52 w 56"/>
                    <a:gd name="T1" fmla="*/ 1 h 47"/>
                    <a:gd name="T2" fmla="*/ 51 w 56"/>
                    <a:gd name="T3" fmla="*/ 1 h 47"/>
                    <a:gd name="T4" fmla="*/ 52 w 56"/>
                    <a:gd name="T5" fmla="*/ 3 h 47"/>
                    <a:gd name="T6" fmla="*/ 49 w 56"/>
                    <a:gd name="T7" fmla="*/ 3 h 47"/>
                    <a:gd name="T8" fmla="*/ 47 w 56"/>
                    <a:gd name="T9" fmla="*/ 5 h 47"/>
                    <a:gd name="T10" fmla="*/ 45 w 56"/>
                    <a:gd name="T11" fmla="*/ 6 h 47"/>
                    <a:gd name="T12" fmla="*/ 46 w 56"/>
                    <a:gd name="T13" fmla="*/ 7 h 47"/>
                    <a:gd name="T14" fmla="*/ 46 w 56"/>
                    <a:gd name="T15" fmla="*/ 10 h 47"/>
                    <a:gd name="T16" fmla="*/ 46 w 56"/>
                    <a:gd name="T17" fmla="*/ 13 h 47"/>
                    <a:gd name="T18" fmla="*/ 41 w 56"/>
                    <a:gd name="T19" fmla="*/ 22 h 47"/>
                    <a:gd name="T20" fmla="*/ 36 w 56"/>
                    <a:gd name="T21" fmla="*/ 27 h 47"/>
                    <a:gd name="T22" fmla="*/ 31 w 56"/>
                    <a:gd name="T23" fmla="*/ 27 h 47"/>
                    <a:gd name="T24" fmla="*/ 32 w 56"/>
                    <a:gd name="T25" fmla="*/ 24 h 47"/>
                    <a:gd name="T26" fmla="*/ 30 w 56"/>
                    <a:gd name="T27" fmla="*/ 25 h 47"/>
                    <a:gd name="T28" fmla="*/ 29 w 56"/>
                    <a:gd name="T29" fmla="*/ 27 h 47"/>
                    <a:gd name="T30" fmla="*/ 25 w 56"/>
                    <a:gd name="T31" fmla="*/ 33 h 47"/>
                    <a:gd name="T32" fmla="*/ 25 w 56"/>
                    <a:gd name="T33" fmla="*/ 34 h 47"/>
                    <a:gd name="T34" fmla="*/ 23 w 56"/>
                    <a:gd name="T35" fmla="*/ 36 h 47"/>
                    <a:gd name="T36" fmla="*/ 21 w 56"/>
                    <a:gd name="T37" fmla="*/ 35 h 47"/>
                    <a:gd name="T38" fmla="*/ 17 w 56"/>
                    <a:gd name="T39" fmla="*/ 35 h 47"/>
                    <a:gd name="T40" fmla="*/ 9 w 56"/>
                    <a:gd name="T41" fmla="*/ 36 h 47"/>
                    <a:gd name="T42" fmla="*/ 2 w 56"/>
                    <a:gd name="T43" fmla="*/ 42 h 47"/>
                    <a:gd name="T44" fmla="*/ 1 w 56"/>
                    <a:gd name="T45" fmla="*/ 44 h 47"/>
                    <a:gd name="T46" fmla="*/ 3 w 56"/>
                    <a:gd name="T47" fmla="*/ 43 h 47"/>
                    <a:gd name="T48" fmla="*/ 5 w 56"/>
                    <a:gd name="T49" fmla="*/ 44 h 47"/>
                    <a:gd name="T50" fmla="*/ 22 w 56"/>
                    <a:gd name="T51" fmla="*/ 40 h 47"/>
                    <a:gd name="T52" fmla="*/ 21 w 56"/>
                    <a:gd name="T53" fmla="*/ 43 h 47"/>
                    <a:gd name="T54" fmla="*/ 24 w 56"/>
                    <a:gd name="T55" fmla="*/ 47 h 47"/>
                    <a:gd name="T56" fmla="*/ 27 w 56"/>
                    <a:gd name="T57" fmla="*/ 44 h 47"/>
                    <a:gd name="T58" fmla="*/ 30 w 56"/>
                    <a:gd name="T59" fmla="*/ 43 h 47"/>
                    <a:gd name="T60" fmla="*/ 31 w 56"/>
                    <a:gd name="T61" fmla="*/ 40 h 47"/>
                    <a:gd name="T62" fmla="*/ 38 w 56"/>
                    <a:gd name="T63" fmla="*/ 39 h 47"/>
                    <a:gd name="T64" fmla="*/ 41 w 56"/>
                    <a:gd name="T65" fmla="*/ 40 h 47"/>
                    <a:gd name="T66" fmla="*/ 43 w 56"/>
                    <a:gd name="T67" fmla="*/ 37 h 47"/>
                    <a:gd name="T68" fmla="*/ 45 w 56"/>
                    <a:gd name="T69" fmla="*/ 35 h 47"/>
                    <a:gd name="T70" fmla="*/ 46 w 56"/>
                    <a:gd name="T71" fmla="*/ 38 h 47"/>
                    <a:gd name="T72" fmla="*/ 48 w 56"/>
                    <a:gd name="T73" fmla="*/ 37 h 47"/>
                    <a:gd name="T74" fmla="*/ 49 w 56"/>
                    <a:gd name="T75" fmla="*/ 35 h 47"/>
                    <a:gd name="T76" fmla="*/ 49 w 56"/>
                    <a:gd name="T77" fmla="*/ 32 h 47"/>
                    <a:gd name="T78" fmla="*/ 51 w 56"/>
                    <a:gd name="T79" fmla="*/ 26 h 47"/>
                    <a:gd name="T80" fmla="*/ 51 w 56"/>
                    <a:gd name="T81" fmla="*/ 19 h 47"/>
                    <a:gd name="T82" fmla="*/ 53 w 56"/>
                    <a:gd name="T83" fmla="*/ 19 h 47"/>
                    <a:gd name="T84" fmla="*/ 55 w 56"/>
                    <a:gd name="T85" fmla="*/ 17 h 47"/>
                    <a:gd name="T86" fmla="*/ 55 w 56"/>
                    <a:gd name="T87" fmla="*/ 9 h 47"/>
                    <a:gd name="T88" fmla="*/ 52 w 56"/>
                    <a:gd name="T89" fmla="*/ 1 h 47"/>
                    <a:gd name="T90" fmla="*/ 52 w 56"/>
                    <a:gd name="T91" fmla="*/ 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56" h="47">
                      <a:moveTo>
                        <a:pt x="52" y="1"/>
                      </a:moveTo>
                      <a:cubicBezTo>
                        <a:pt x="51" y="1"/>
                        <a:pt x="51" y="0"/>
                        <a:pt x="51" y="1"/>
                      </a:cubicBezTo>
                      <a:cubicBezTo>
                        <a:pt x="49" y="2"/>
                        <a:pt x="51" y="2"/>
                        <a:pt x="52" y="3"/>
                      </a:cubicBezTo>
                      <a:cubicBezTo>
                        <a:pt x="53" y="4"/>
                        <a:pt x="50" y="5"/>
                        <a:pt x="49" y="3"/>
                      </a:cubicBezTo>
                      <a:cubicBezTo>
                        <a:pt x="48" y="1"/>
                        <a:pt x="47" y="4"/>
                        <a:pt x="47" y="5"/>
                      </a:cubicBezTo>
                      <a:cubicBezTo>
                        <a:pt x="46" y="5"/>
                        <a:pt x="45" y="6"/>
                        <a:pt x="45" y="6"/>
                      </a:cubicBezTo>
                      <a:cubicBezTo>
                        <a:pt x="45" y="8"/>
                        <a:pt x="46" y="7"/>
                        <a:pt x="46" y="7"/>
                      </a:cubicBezTo>
                      <a:cubicBezTo>
                        <a:pt x="46" y="8"/>
                        <a:pt x="46" y="9"/>
                        <a:pt x="46" y="10"/>
                      </a:cubicBezTo>
                      <a:cubicBezTo>
                        <a:pt x="46" y="11"/>
                        <a:pt x="47" y="11"/>
                        <a:pt x="46" y="13"/>
                      </a:cubicBezTo>
                      <a:cubicBezTo>
                        <a:pt x="44" y="16"/>
                        <a:pt x="43" y="19"/>
                        <a:pt x="41" y="22"/>
                      </a:cubicBezTo>
                      <a:cubicBezTo>
                        <a:pt x="40" y="23"/>
                        <a:pt x="37" y="27"/>
                        <a:pt x="36" y="27"/>
                      </a:cubicBezTo>
                      <a:cubicBezTo>
                        <a:pt x="34" y="27"/>
                        <a:pt x="32" y="28"/>
                        <a:pt x="31" y="27"/>
                      </a:cubicBezTo>
                      <a:cubicBezTo>
                        <a:pt x="30" y="26"/>
                        <a:pt x="32" y="25"/>
                        <a:pt x="32" y="24"/>
                      </a:cubicBezTo>
                      <a:cubicBezTo>
                        <a:pt x="33" y="23"/>
                        <a:pt x="30" y="25"/>
                        <a:pt x="30" y="25"/>
                      </a:cubicBezTo>
                      <a:cubicBezTo>
                        <a:pt x="29" y="26"/>
                        <a:pt x="29" y="26"/>
                        <a:pt x="29" y="27"/>
                      </a:cubicBezTo>
                      <a:cubicBezTo>
                        <a:pt x="29" y="30"/>
                        <a:pt x="26" y="31"/>
                        <a:pt x="25" y="33"/>
                      </a:cubicBezTo>
                      <a:cubicBezTo>
                        <a:pt x="25" y="33"/>
                        <a:pt x="25" y="34"/>
                        <a:pt x="25" y="34"/>
                      </a:cubicBezTo>
                      <a:cubicBezTo>
                        <a:pt x="25" y="35"/>
                        <a:pt x="23" y="36"/>
                        <a:pt x="23" y="36"/>
                      </a:cubicBezTo>
                      <a:cubicBezTo>
                        <a:pt x="22" y="36"/>
                        <a:pt x="23" y="35"/>
                        <a:pt x="21" y="35"/>
                      </a:cubicBezTo>
                      <a:cubicBezTo>
                        <a:pt x="20" y="35"/>
                        <a:pt x="19" y="35"/>
                        <a:pt x="17" y="35"/>
                      </a:cubicBezTo>
                      <a:cubicBezTo>
                        <a:pt x="14" y="36"/>
                        <a:pt x="12" y="35"/>
                        <a:pt x="9" y="36"/>
                      </a:cubicBezTo>
                      <a:cubicBezTo>
                        <a:pt x="7" y="38"/>
                        <a:pt x="4" y="40"/>
                        <a:pt x="2" y="42"/>
                      </a:cubicBezTo>
                      <a:cubicBezTo>
                        <a:pt x="0" y="42"/>
                        <a:pt x="0" y="45"/>
                        <a:pt x="1" y="44"/>
                      </a:cubicBezTo>
                      <a:cubicBezTo>
                        <a:pt x="2" y="44"/>
                        <a:pt x="2" y="43"/>
                        <a:pt x="3" y="43"/>
                      </a:cubicBezTo>
                      <a:cubicBezTo>
                        <a:pt x="4" y="44"/>
                        <a:pt x="5" y="45"/>
                        <a:pt x="5" y="44"/>
                      </a:cubicBezTo>
                      <a:cubicBezTo>
                        <a:pt x="10" y="43"/>
                        <a:pt x="17" y="39"/>
                        <a:pt x="22" y="40"/>
                      </a:cubicBezTo>
                      <a:cubicBezTo>
                        <a:pt x="23" y="41"/>
                        <a:pt x="21" y="43"/>
                        <a:pt x="21" y="43"/>
                      </a:cubicBezTo>
                      <a:cubicBezTo>
                        <a:pt x="22" y="44"/>
                        <a:pt x="23" y="47"/>
                        <a:pt x="24" y="47"/>
                      </a:cubicBezTo>
                      <a:cubicBezTo>
                        <a:pt x="25" y="46"/>
                        <a:pt x="26" y="45"/>
                        <a:pt x="27" y="44"/>
                      </a:cubicBezTo>
                      <a:cubicBezTo>
                        <a:pt x="28" y="42"/>
                        <a:pt x="28" y="43"/>
                        <a:pt x="30" y="43"/>
                      </a:cubicBezTo>
                      <a:cubicBezTo>
                        <a:pt x="29" y="43"/>
                        <a:pt x="28" y="35"/>
                        <a:pt x="31" y="40"/>
                      </a:cubicBezTo>
                      <a:cubicBezTo>
                        <a:pt x="32" y="42"/>
                        <a:pt x="37" y="40"/>
                        <a:pt x="38" y="39"/>
                      </a:cubicBezTo>
                      <a:cubicBezTo>
                        <a:pt x="40" y="36"/>
                        <a:pt x="40" y="42"/>
                        <a:pt x="41" y="40"/>
                      </a:cubicBezTo>
                      <a:cubicBezTo>
                        <a:pt x="41" y="39"/>
                        <a:pt x="42" y="37"/>
                        <a:pt x="43" y="37"/>
                      </a:cubicBezTo>
                      <a:cubicBezTo>
                        <a:pt x="44" y="36"/>
                        <a:pt x="44" y="37"/>
                        <a:pt x="45" y="35"/>
                      </a:cubicBezTo>
                      <a:cubicBezTo>
                        <a:pt x="45" y="35"/>
                        <a:pt x="45" y="39"/>
                        <a:pt x="46" y="38"/>
                      </a:cubicBezTo>
                      <a:cubicBezTo>
                        <a:pt x="46" y="38"/>
                        <a:pt x="47" y="38"/>
                        <a:pt x="48" y="37"/>
                      </a:cubicBezTo>
                      <a:cubicBezTo>
                        <a:pt x="49" y="37"/>
                        <a:pt x="48" y="36"/>
                        <a:pt x="49" y="35"/>
                      </a:cubicBezTo>
                      <a:cubicBezTo>
                        <a:pt x="51" y="34"/>
                        <a:pt x="51" y="34"/>
                        <a:pt x="49" y="32"/>
                      </a:cubicBezTo>
                      <a:cubicBezTo>
                        <a:pt x="48" y="31"/>
                        <a:pt x="51" y="28"/>
                        <a:pt x="51" y="26"/>
                      </a:cubicBezTo>
                      <a:cubicBezTo>
                        <a:pt x="52" y="24"/>
                        <a:pt x="50" y="21"/>
                        <a:pt x="51" y="19"/>
                      </a:cubicBezTo>
                      <a:cubicBezTo>
                        <a:pt x="52" y="18"/>
                        <a:pt x="52" y="19"/>
                        <a:pt x="53" y="19"/>
                      </a:cubicBezTo>
                      <a:cubicBezTo>
                        <a:pt x="54" y="19"/>
                        <a:pt x="55" y="17"/>
                        <a:pt x="55" y="17"/>
                      </a:cubicBezTo>
                      <a:cubicBezTo>
                        <a:pt x="56" y="14"/>
                        <a:pt x="56" y="11"/>
                        <a:pt x="55" y="9"/>
                      </a:cubicBezTo>
                      <a:cubicBezTo>
                        <a:pt x="55" y="8"/>
                        <a:pt x="52" y="1"/>
                        <a:pt x="52" y="1"/>
                      </a:cubicBezTo>
                      <a:cubicBezTo>
                        <a:pt x="52" y="1"/>
                        <a:pt x="52" y="1"/>
                        <a:pt x="52" y="1"/>
                      </a:cubicBezTo>
                      <a:close/>
                    </a:path>
                  </a:pathLst>
                </a:custGeom>
                <a:grpFill/>
                <a:ln w="952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217">
                    <a:defRPr/>
                  </a:pPr>
                  <a:endParaRPr lang="id-ID" sz="900"/>
                </a:p>
              </p:txBody>
            </p:sp>
          </p:grpSp>
          <p:sp>
            <p:nvSpPr>
              <p:cNvPr id="34" name="Freeform 432"/>
              <p:cNvSpPr>
                <a:spLocks/>
              </p:cNvSpPr>
              <p:nvPr/>
            </p:nvSpPr>
            <p:spPr bwMode="auto">
              <a:xfrm>
                <a:off x="17884911" y="7370216"/>
                <a:ext cx="19109" cy="25484"/>
              </a:xfrm>
              <a:custGeom>
                <a:avLst/>
                <a:gdLst>
                  <a:gd name="T0" fmla="*/ 2 w 2"/>
                  <a:gd name="T1" fmla="*/ 0 h 3"/>
                  <a:gd name="T2" fmla="*/ 0 w 2"/>
                  <a:gd name="T3" fmla="*/ 1 h 3"/>
                  <a:gd name="T4" fmla="*/ 2 w 2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2" y="0"/>
                      <a:pt x="0" y="1"/>
                      <a:pt x="0" y="1"/>
                    </a:cubicBezTo>
                    <a:cubicBezTo>
                      <a:pt x="1" y="3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" name="Freeform 433"/>
              <p:cNvSpPr>
                <a:spLocks/>
              </p:cNvSpPr>
              <p:nvPr/>
            </p:nvSpPr>
            <p:spPr bwMode="auto">
              <a:xfrm>
                <a:off x="17773446" y="7370216"/>
                <a:ext cx="121018" cy="92380"/>
              </a:xfrm>
              <a:custGeom>
                <a:avLst/>
                <a:gdLst>
                  <a:gd name="T0" fmla="*/ 11 w 13"/>
                  <a:gd name="T1" fmla="*/ 2 h 10"/>
                  <a:gd name="T2" fmla="*/ 7 w 13"/>
                  <a:gd name="T3" fmla="*/ 2 h 10"/>
                  <a:gd name="T4" fmla="*/ 5 w 13"/>
                  <a:gd name="T5" fmla="*/ 3 h 10"/>
                  <a:gd name="T6" fmla="*/ 3 w 13"/>
                  <a:gd name="T7" fmla="*/ 4 h 10"/>
                  <a:gd name="T8" fmla="*/ 0 w 13"/>
                  <a:gd name="T9" fmla="*/ 6 h 10"/>
                  <a:gd name="T10" fmla="*/ 3 w 13"/>
                  <a:gd name="T11" fmla="*/ 9 h 10"/>
                  <a:gd name="T12" fmla="*/ 6 w 13"/>
                  <a:gd name="T13" fmla="*/ 6 h 10"/>
                  <a:gd name="T14" fmla="*/ 10 w 13"/>
                  <a:gd name="T15" fmla="*/ 6 h 10"/>
                  <a:gd name="T16" fmla="*/ 11 w 13"/>
                  <a:gd name="T17" fmla="*/ 2 h 10"/>
                  <a:gd name="T18" fmla="*/ 11 w 13"/>
                  <a:gd name="T1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0">
                    <a:moveTo>
                      <a:pt x="11" y="2"/>
                    </a:moveTo>
                    <a:cubicBezTo>
                      <a:pt x="9" y="2"/>
                      <a:pt x="9" y="0"/>
                      <a:pt x="7" y="2"/>
                    </a:cubicBezTo>
                    <a:cubicBezTo>
                      <a:pt x="6" y="2"/>
                      <a:pt x="5" y="4"/>
                      <a:pt x="5" y="3"/>
                    </a:cubicBezTo>
                    <a:cubicBezTo>
                      <a:pt x="4" y="2"/>
                      <a:pt x="3" y="4"/>
                      <a:pt x="3" y="4"/>
                    </a:cubicBezTo>
                    <a:cubicBezTo>
                      <a:pt x="2" y="6"/>
                      <a:pt x="1" y="5"/>
                      <a:pt x="0" y="6"/>
                    </a:cubicBezTo>
                    <a:cubicBezTo>
                      <a:pt x="0" y="5"/>
                      <a:pt x="2" y="9"/>
                      <a:pt x="3" y="9"/>
                    </a:cubicBezTo>
                    <a:cubicBezTo>
                      <a:pt x="3" y="10"/>
                      <a:pt x="5" y="6"/>
                      <a:pt x="6" y="6"/>
                    </a:cubicBezTo>
                    <a:cubicBezTo>
                      <a:pt x="7" y="6"/>
                      <a:pt x="9" y="7"/>
                      <a:pt x="10" y="6"/>
                    </a:cubicBezTo>
                    <a:cubicBezTo>
                      <a:pt x="11" y="6"/>
                      <a:pt x="13" y="3"/>
                      <a:pt x="11" y="2"/>
                    </a:cubicBezTo>
                    <a:cubicBezTo>
                      <a:pt x="10" y="2"/>
                      <a:pt x="11" y="2"/>
                      <a:pt x="11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" name="Freeform 434"/>
              <p:cNvSpPr>
                <a:spLocks/>
              </p:cNvSpPr>
              <p:nvPr/>
            </p:nvSpPr>
            <p:spPr bwMode="auto">
              <a:xfrm>
                <a:off x="17652427" y="7405258"/>
                <a:ext cx="101909" cy="149721"/>
              </a:xfrm>
              <a:custGeom>
                <a:avLst/>
                <a:gdLst>
                  <a:gd name="T0" fmla="*/ 7 w 11"/>
                  <a:gd name="T1" fmla="*/ 0 h 16"/>
                  <a:gd name="T2" fmla="*/ 2 w 11"/>
                  <a:gd name="T3" fmla="*/ 2 h 16"/>
                  <a:gd name="T4" fmla="*/ 0 w 11"/>
                  <a:gd name="T5" fmla="*/ 6 h 16"/>
                  <a:gd name="T6" fmla="*/ 2 w 11"/>
                  <a:gd name="T7" fmla="*/ 6 h 16"/>
                  <a:gd name="T8" fmla="*/ 3 w 11"/>
                  <a:gd name="T9" fmla="*/ 4 h 16"/>
                  <a:gd name="T10" fmla="*/ 4 w 11"/>
                  <a:gd name="T11" fmla="*/ 5 h 16"/>
                  <a:gd name="T12" fmla="*/ 3 w 11"/>
                  <a:gd name="T13" fmla="*/ 10 h 16"/>
                  <a:gd name="T14" fmla="*/ 3 w 11"/>
                  <a:gd name="T15" fmla="*/ 11 h 16"/>
                  <a:gd name="T16" fmla="*/ 3 w 11"/>
                  <a:gd name="T17" fmla="*/ 13 h 16"/>
                  <a:gd name="T18" fmla="*/ 5 w 11"/>
                  <a:gd name="T19" fmla="*/ 12 h 16"/>
                  <a:gd name="T20" fmla="*/ 6 w 11"/>
                  <a:gd name="T21" fmla="*/ 15 h 16"/>
                  <a:gd name="T22" fmla="*/ 8 w 11"/>
                  <a:gd name="T23" fmla="*/ 12 h 16"/>
                  <a:gd name="T24" fmla="*/ 11 w 11"/>
                  <a:gd name="T25" fmla="*/ 7 h 16"/>
                  <a:gd name="T26" fmla="*/ 10 w 11"/>
                  <a:gd name="T27" fmla="*/ 2 h 16"/>
                  <a:gd name="T28" fmla="*/ 7 w 11"/>
                  <a:gd name="T2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" h="16">
                    <a:moveTo>
                      <a:pt x="7" y="0"/>
                    </a:moveTo>
                    <a:cubicBezTo>
                      <a:pt x="5" y="0"/>
                      <a:pt x="3" y="1"/>
                      <a:pt x="2" y="2"/>
                    </a:cubicBezTo>
                    <a:cubicBezTo>
                      <a:pt x="0" y="3"/>
                      <a:pt x="0" y="4"/>
                      <a:pt x="0" y="6"/>
                    </a:cubicBezTo>
                    <a:cubicBezTo>
                      <a:pt x="0" y="5"/>
                      <a:pt x="3" y="5"/>
                      <a:pt x="2" y="6"/>
                    </a:cubicBezTo>
                    <a:cubicBezTo>
                      <a:pt x="3" y="5"/>
                      <a:pt x="2" y="4"/>
                      <a:pt x="3" y="4"/>
                    </a:cubicBezTo>
                    <a:cubicBezTo>
                      <a:pt x="3" y="4"/>
                      <a:pt x="4" y="4"/>
                      <a:pt x="4" y="5"/>
                    </a:cubicBezTo>
                    <a:cubicBezTo>
                      <a:pt x="4" y="7"/>
                      <a:pt x="4" y="8"/>
                      <a:pt x="3" y="10"/>
                    </a:cubicBezTo>
                    <a:cubicBezTo>
                      <a:pt x="2" y="11"/>
                      <a:pt x="3" y="11"/>
                      <a:pt x="3" y="11"/>
                    </a:cubicBezTo>
                    <a:cubicBezTo>
                      <a:pt x="3" y="12"/>
                      <a:pt x="3" y="13"/>
                      <a:pt x="3" y="13"/>
                    </a:cubicBezTo>
                    <a:cubicBezTo>
                      <a:pt x="3" y="16"/>
                      <a:pt x="5" y="12"/>
                      <a:pt x="5" y="12"/>
                    </a:cubicBezTo>
                    <a:cubicBezTo>
                      <a:pt x="5" y="12"/>
                      <a:pt x="5" y="15"/>
                      <a:pt x="6" y="15"/>
                    </a:cubicBezTo>
                    <a:cubicBezTo>
                      <a:pt x="6" y="16"/>
                      <a:pt x="8" y="13"/>
                      <a:pt x="8" y="12"/>
                    </a:cubicBezTo>
                    <a:cubicBezTo>
                      <a:pt x="10" y="10"/>
                      <a:pt x="10" y="8"/>
                      <a:pt x="11" y="7"/>
                    </a:cubicBezTo>
                    <a:cubicBezTo>
                      <a:pt x="11" y="5"/>
                      <a:pt x="10" y="4"/>
                      <a:pt x="10" y="2"/>
                    </a:cubicBezTo>
                    <a:cubicBezTo>
                      <a:pt x="10" y="0"/>
                      <a:pt x="7" y="2"/>
                      <a:pt x="7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" name="Freeform 435"/>
              <p:cNvSpPr>
                <a:spLocks/>
              </p:cNvSpPr>
              <p:nvPr/>
            </p:nvSpPr>
            <p:spPr bwMode="auto">
              <a:xfrm>
                <a:off x="17550518" y="7771599"/>
                <a:ext cx="35033" cy="28669"/>
              </a:xfrm>
              <a:custGeom>
                <a:avLst/>
                <a:gdLst>
                  <a:gd name="T0" fmla="*/ 4 w 4"/>
                  <a:gd name="T1" fmla="*/ 0 h 3"/>
                  <a:gd name="T2" fmla="*/ 1 w 4"/>
                  <a:gd name="T3" fmla="*/ 3 h 3"/>
                  <a:gd name="T4" fmla="*/ 4 w 4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cubicBezTo>
                      <a:pt x="3" y="0"/>
                      <a:pt x="0" y="1"/>
                      <a:pt x="1" y="3"/>
                    </a:cubicBezTo>
                    <a:cubicBezTo>
                      <a:pt x="1" y="3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" name="Freeform 436"/>
              <p:cNvSpPr>
                <a:spLocks/>
              </p:cNvSpPr>
              <p:nvPr/>
            </p:nvSpPr>
            <p:spPr bwMode="auto">
              <a:xfrm>
                <a:off x="17633319" y="7679216"/>
                <a:ext cx="19109" cy="15928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1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" name="Freeform 437"/>
              <p:cNvSpPr>
                <a:spLocks/>
              </p:cNvSpPr>
              <p:nvPr/>
            </p:nvSpPr>
            <p:spPr bwMode="auto">
              <a:xfrm>
                <a:off x="17381727" y="7873535"/>
                <a:ext cx="19109" cy="9556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2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0" name="Freeform 438"/>
              <p:cNvSpPr>
                <a:spLocks/>
              </p:cNvSpPr>
              <p:nvPr/>
            </p:nvSpPr>
            <p:spPr bwMode="auto">
              <a:xfrm>
                <a:off x="17203386" y="7838493"/>
                <a:ext cx="111465" cy="156092"/>
              </a:xfrm>
              <a:custGeom>
                <a:avLst/>
                <a:gdLst>
                  <a:gd name="T0" fmla="*/ 8 w 12"/>
                  <a:gd name="T1" fmla="*/ 1 h 17"/>
                  <a:gd name="T2" fmla="*/ 0 w 12"/>
                  <a:gd name="T3" fmla="*/ 8 h 17"/>
                  <a:gd name="T4" fmla="*/ 1 w 12"/>
                  <a:gd name="T5" fmla="*/ 14 h 17"/>
                  <a:gd name="T6" fmla="*/ 3 w 12"/>
                  <a:gd name="T7" fmla="*/ 17 h 17"/>
                  <a:gd name="T8" fmla="*/ 8 w 12"/>
                  <a:gd name="T9" fmla="*/ 1 h 17"/>
                  <a:gd name="T10" fmla="*/ 8 w 12"/>
                  <a:gd name="T11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7">
                    <a:moveTo>
                      <a:pt x="8" y="1"/>
                    </a:moveTo>
                    <a:cubicBezTo>
                      <a:pt x="5" y="0"/>
                      <a:pt x="1" y="6"/>
                      <a:pt x="0" y="8"/>
                    </a:cubicBezTo>
                    <a:cubicBezTo>
                      <a:pt x="0" y="10"/>
                      <a:pt x="0" y="12"/>
                      <a:pt x="1" y="14"/>
                    </a:cubicBezTo>
                    <a:cubicBezTo>
                      <a:pt x="1" y="14"/>
                      <a:pt x="3" y="17"/>
                      <a:pt x="3" y="17"/>
                    </a:cubicBezTo>
                    <a:cubicBezTo>
                      <a:pt x="4" y="15"/>
                      <a:pt x="12" y="2"/>
                      <a:pt x="8" y="1"/>
                    </a:cubicBezTo>
                    <a:cubicBezTo>
                      <a:pt x="7" y="1"/>
                      <a:pt x="9" y="1"/>
                      <a:pt x="8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1" name="Freeform 439"/>
              <p:cNvSpPr>
                <a:spLocks/>
              </p:cNvSpPr>
              <p:nvPr/>
            </p:nvSpPr>
            <p:spPr bwMode="auto">
              <a:xfrm>
                <a:off x="16652429" y="8099708"/>
                <a:ext cx="130574" cy="92380"/>
              </a:xfrm>
              <a:custGeom>
                <a:avLst/>
                <a:gdLst>
                  <a:gd name="T0" fmla="*/ 13 w 14"/>
                  <a:gd name="T1" fmla="*/ 1 h 10"/>
                  <a:gd name="T2" fmla="*/ 9 w 14"/>
                  <a:gd name="T3" fmla="*/ 0 h 10"/>
                  <a:gd name="T4" fmla="*/ 4 w 14"/>
                  <a:gd name="T5" fmla="*/ 2 h 10"/>
                  <a:gd name="T6" fmla="*/ 4 w 14"/>
                  <a:gd name="T7" fmla="*/ 9 h 10"/>
                  <a:gd name="T8" fmla="*/ 11 w 14"/>
                  <a:gd name="T9" fmla="*/ 6 h 10"/>
                  <a:gd name="T10" fmla="*/ 13 w 14"/>
                  <a:gd name="T11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10">
                    <a:moveTo>
                      <a:pt x="13" y="1"/>
                    </a:moveTo>
                    <a:cubicBezTo>
                      <a:pt x="12" y="1"/>
                      <a:pt x="11" y="0"/>
                      <a:pt x="9" y="0"/>
                    </a:cubicBezTo>
                    <a:cubicBezTo>
                      <a:pt x="7" y="0"/>
                      <a:pt x="6" y="1"/>
                      <a:pt x="4" y="2"/>
                    </a:cubicBezTo>
                    <a:cubicBezTo>
                      <a:pt x="2" y="4"/>
                      <a:pt x="0" y="7"/>
                      <a:pt x="4" y="9"/>
                    </a:cubicBezTo>
                    <a:cubicBezTo>
                      <a:pt x="6" y="10"/>
                      <a:pt x="10" y="8"/>
                      <a:pt x="11" y="6"/>
                    </a:cubicBezTo>
                    <a:cubicBezTo>
                      <a:pt x="11" y="5"/>
                      <a:pt x="14" y="1"/>
                      <a:pt x="13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2" name="Freeform 440"/>
              <p:cNvSpPr>
                <a:spLocks/>
              </p:cNvSpPr>
              <p:nvPr/>
            </p:nvSpPr>
            <p:spPr bwMode="auto">
              <a:xfrm>
                <a:off x="17184277" y="8163419"/>
                <a:ext cx="187897" cy="264400"/>
              </a:xfrm>
              <a:custGeom>
                <a:avLst/>
                <a:gdLst>
                  <a:gd name="T0" fmla="*/ 12 w 20"/>
                  <a:gd name="T1" fmla="*/ 2 h 28"/>
                  <a:gd name="T2" fmla="*/ 9 w 20"/>
                  <a:gd name="T3" fmla="*/ 2 h 28"/>
                  <a:gd name="T4" fmla="*/ 4 w 20"/>
                  <a:gd name="T5" fmla="*/ 3 h 28"/>
                  <a:gd name="T6" fmla="*/ 3 w 20"/>
                  <a:gd name="T7" fmla="*/ 11 h 28"/>
                  <a:gd name="T8" fmla="*/ 3 w 20"/>
                  <a:gd name="T9" fmla="*/ 13 h 28"/>
                  <a:gd name="T10" fmla="*/ 0 w 20"/>
                  <a:gd name="T11" fmla="*/ 13 h 28"/>
                  <a:gd name="T12" fmla="*/ 3 w 20"/>
                  <a:gd name="T13" fmla="*/ 22 h 28"/>
                  <a:gd name="T14" fmla="*/ 5 w 20"/>
                  <a:gd name="T15" fmla="*/ 20 h 28"/>
                  <a:gd name="T16" fmla="*/ 7 w 20"/>
                  <a:gd name="T17" fmla="*/ 22 h 28"/>
                  <a:gd name="T18" fmla="*/ 4 w 20"/>
                  <a:gd name="T19" fmla="*/ 23 h 28"/>
                  <a:gd name="T20" fmla="*/ 8 w 20"/>
                  <a:gd name="T21" fmla="*/ 26 h 28"/>
                  <a:gd name="T22" fmla="*/ 11 w 20"/>
                  <a:gd name="T23" fmla="*/ 25 h 28"/>
                  <a:gd name="T24" fmla="*/ 15 w 20"/>
                  <a:gd name="T25" fmla="*/ 28 h 28"/>
                  <a:gd name="T26" fmla="*/ 14 w 20"/>
                  <a:gd name="T27" fmla="*/ 25 h 28"/>
                  <a:gd name="T28" fmla="*/ 17 w 20"/>
                  <a:gd name="T29" fmla="*/ 24 h 28"/>
                  <a:gd name="T30" fmla="*/ 10 w 20"/>
                  <a:gd name="T31" fmla="*/ 22 h 28"/>
                  <a:gd name="T32" fmla="*/ 9 w 20"/>
                  <a:gd name="T33" fmla="*/ 16 h 28"/>
                  <a:gd name="T34" fmla="*/ 12 w 20"/>
                  <a:gd name="T35" fmla="*/ 12 h 28"/>
                  <a:gd name="T36" fmla="*/ 13 w 20"/>
                  <a:gd name="T37" fmla="*/ 7 h 28"/>
                  <a:gd name="T38" fmla="*/ 12 w 20"/>
                  <a:gd name="T39" fmla="*/ 2 h 28"/>
                  <a:gd name="T40" fmla="*/ 12 w 20"/>
                  <a:gd name="T41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2" y="2"/>
                    </a:moveTo>
                    <a:cubicBezTo>
                      <a:pt x="10" y="1"/>
                      <a:pt x="11" y="5"/>
                      <a:pt x="9" y="2"/>
                    </a:cubicBezTo>
                    <a:cubicBezTo>
                      <a:pt x="8" y="0"/>
                      <a:pt x="4" y="1"/>
                      <a:pt x="4" y="3"/>
                    </a:cubicBezTo>
                    <a:cubicBezTo>
                      <a:pt x="3" y="6"/>
                      <a:pt x="4" y="8"/>
                      <a:pt x="3" y="11"/>
                    </a:cubicBezTo>
                    <a:cubicBezTo>
                      <a:pt x="3" y="12"/>
                      <a:pt x="3" y="13"/>
                      <a:pt x="3" y="13"/>
                    </a:cubicBezTo>
                    <a:cubicBezTo>
                      <a:pt x="2" y="14"/>
                      <a:pt x="0" y="13"/>
                      <a:pt x="0" y="13"/>
                    </a:cubicBezTo>
                    <a:cubicBezTo>
                      <a:pt x="0" y="13"/>
                      <a:pt x="2" y="22"/>
                      <a:pt x="3" y="22"/>
                    </a:cubicBezTo>
                    <a:cubicBezTo>
                      <a:pt x="3" y="22"/>
                      <a:pt x="4" y="19"/>
                      <a:pt x="5" y="20"/>
                    </a:cubicBezTo>
                    <a:cubicBezTo>
                      <a:pt x="5" y="20"/>
                      <a:pt x="7" y="21"/>
                      <a:pt x="7" y="22"/>
                    </a:cubicBezTo>
                    <a:cubicBezTo>
                      <a:pt x="7" y="23"/>
                      <a:pt x="4" y="21"/>
                      <a:pt x="4" y="23"/>
                    </a:cubicBezTo>
                    <a:cubicBezTo>
                      <a:pt x="4" y="25"/>
                      <a:pt x="6" y="27"/>
                      <a:pt x="8" y="26"/>
                    </a:cubicBezTo>
                    <a:cubicBezTo>
                      <a:pt x="9" y="26"/>
                      <a:pt x="10" y="24"/>
                      <a:pt x="11" y="25"/>
                    </a:cubicBezTo>
                    <a:cubicBezTo>
                      <a:pt x="11" y="25"/>
                      <a:pt x="15" y="28"/>
                      <a:pt x="15" y="28"/>
                    </a:cubicBezTo>
                    <a:cubicBezTo>
                      <a:pt x="16" y="27"/>
                      <a:pt x="13" y="26"/>
                      <a:pt x="14" y="25"/>
                    </a:cubicBezTo>
                    <a:cubicBezTo>
                      <a:pt x="13" y="26"/>
                      <a:pt x="20" y="28"/>
                      <a:pt x="17" y="24"/>
                    </a:cubicBezTo>
                    <a:cubicBezTo>
                      <a:pt x="15" y="22"/>
                      <a:pt x="11" y="25"/>
                      <a:pt x="10" y="22"/>
                    </a:cubicBezTo>
                    <a:cubicBezTo>
                      <a:pt x="9" y="20"/>
                      <a:pt x="9" y="19"/>
                      <a:pt x="9" y="16"/>
                    </a:cubicBezTo>
                    <a:cubicBezTo>
                      <a:pt x="9" y="14"/>
                      <a:pt x="11" y="14"/>
                      <a:pt x="12" y="12"/>
                    </a:cubicBezTo>
                    <a:cubicBezTo>
                      <a:pt x="14" y="10"/>
                      <a:pt x="14" y="9"/>
                      <a:pt x="13" y="7"/>
                    </a:cubicBezTo>
                    <a:cubicBezTo>
                      <a:pt x="13" y="7"/>
                      <a:pt x="13" y="2"/>
                      <a:pt x="12" y="2"/>
                    </a:cubicBezTo>
                    <a:cubicBezTo>
                      <a:pt x="11" y="2"/>
                      <a:pt x="13" y="2"/>
                      <a:pt x="12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3" name="Freeform 441"/>
              <p:cNvSpPr>
                <a:spLocks/>
              </p:cNvSpPr>
              <p:nvPr/>
            </p:nvSpPr>
            <p:spPr bwMode="auto">
              <a:xfrm>
                <a:off x="17343512" y="8389592"/>
                <a:ext cx="57323" cy="73269"/>
              </a:xfrm>
              <a:custGeom>
                <a:avLst/>
                <a:gdLst>
                  <a:gd name="T0" fmla="*/ 3 w 6"/>
                  <a:gd name="T1" fmla="*/ 1 h 8"/>
                  <a:gd name="T2" fmla="*/ 1 w 6"/>
                  <a:gd name="T3" fmla="*/ 1 h 8"/>
                  <a:gd name="T4" fmla="*/ 0 w 6"/>
                  <a:gd name="T5" fmla="*/ 3 h 8"/>
                  <a:gd name="T6" fmla="*/ 2 w 6"/>
                  <a:gd name="T7" fmla="*/ 6 h 8"/>
                  <a:gd name="T8" fmla="*/ 5 w 6"/>
                  <a:gd name="T9" fmla="*/ 7 h 8"/>
                  <a:gd name="T10" fmla="*/ 4 w 6"/>
                  <a:gd name="T11" fmla="*/ 4 h 8"/>
                  <a:gd name="T12" fmla="*/ 3 w 6"/>
                  <a:gd name="T13" fmla="*/ 1 h 8"/>
                  <a:gd name="T14" fmla="*/ 3 w 6"/>
                  <a:gd name="T1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8">
                    <a:moveTo>
                      <a:pt x="3" y="1"/>
                    </a:moveTo>
                    <a:cubicBezTo>
                      <a:pt x="3" y="1"/>
                      <a:pt x="2" y="0"/>
                      <a:pt x="1" y="1"/>
                    </a:cubicBezTo>
                    <a:cubicBezTo>
                      <a:pt x="1" y="2"/>
                      <a:pt x="0" y="2"/>
                      <a:pt x="0" y="3"/>
                    </a:cubicBezTo>
                    <a:cubicBezTo>
                      <a:pt x="1" y="4"/>
                      <a:pt x="0" y="5"/>
                      <a:pt x="2" y="6"/>
                    </a:cubicBezTo>
                    <a:cubicBezTo>
                      <a:pt x="2" y="6"/>
                      <a:pt x="6" y="8"/>
                      <a:pt x="5" y="7"/>
                    </a:cubicBezTo>
                    <a:cubicBezTo>
                      <a:pt x="5" y="6"/>
                      <a:pt x="5" y="5"/>
                      <a:pt x="4" y="4"/>
                    </a:cubicBezTo>
                    <a:cubicBezTo>
                      <a:pt x="2" y="4"/>
                      <a:pt x="2" y="1"/>
                      <a:pt x="3" y="1"/>
                    </a:cubicBezTo>
                    <a:cubicBezTo>
                      <a:pt x="2" y="1"/>
                      <a:pt x="4" y="1"/>
                      <a:pt x="3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4" name="Freeform 442"/>
              <p:cNvSpPr>
                <a:spLocks/>
              </p:cNvSpPr>
              <p:nvPr/>
            </p:nvSpPr>
            <p:spPr bwMode="auto">
              <a:xfrm>
                <a:off x="17381727" y="8453303"/>
                <a:ext cx="92356" cy="124237"/>
              </a:xfrm>
              <a:custGeom>
                <a:avLst/>
                <a:gdLst>
                  <a:gd name="T0" fmla="*/ 4 w 10"/>
                  <a:gd name="T1" fmla="*/ 0 h 13"/>
                  <a:gd name="T2" fmla="*/ 2 w 10"/>
                  <a:gd name="T3" fmla="*/ 1 h 13"/>
                  <a:gd name="T4" fmla="*/ 4 w 10"/>
                  <a:gd name="T5" fmla="*/ 4 h 13"/>
                  <a:gd name="T6" fmla="*/ 4 w 10"/>
                  <a:gd name="T7" fmla="*/ 9 h 13"/>
                  <a:gd name="T8" fmla="*/ 5 w 10"/>
                  <a:gd name="T9" fmla="*/ 13 h 13"/>
                  <a:gd name="T10" fmla="*/ 5 w 10"/>
                  <a:gd name="T11" fmla="*/ 11 h 13"/>
                  <a:gd name="T12" fmla="*/ 9 w 10"/>
                  <a:gd name="T13" fmla="*/ 8 h 13"/>
                  <a:gd name="T14" fmla="*/ 8 w 10"/>
                  <a:gd name="T15" fmla="*/ 6 h 13"/>
                  <a:gd name="T16" fmla="*/ 9 w 10"/>
                  <a:gd name="T17" fmla="*/ 5 h 13"/>
                  <a:gd name="T18" fmla="*/ 7 w 10"/>
                  <a:gd name="T19" fmla="*/ 1 h 13"/>
                  <a:gd name="T20" fmla="*/ 4 w 10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3">
                    <a:moveTo>
                      <a:pt x="4" y="0"/>
                    </a:moveTo>
                    <a:cubicBezTo>
                      <a:pt x="3" y="0"/>
                      <a:pt x="4" y="0"/>
                      <a:pt x="2" y="1"/>
                    </a:cubicBezTo>
                    <a:cubicBezTo>
                      <a:pt x="1" y="2"/>
                      <a:pt x="3" y="3"/>
                      <a:pt x="4" y="4"/>
                    </a:cubicBezTo>
                    <a:cubicBezTo>
                      <a:pt x="5" y="6"/>
                      <a:pt x="0" y="7"/>
                      <a:pt x="4" y="9"/>
                    </a:cubicBezTo>
                    <a:cubicBezTo>
                      <a:pt x="5" y="10"/>
                      <a:pt x="3" y="12"/>
                      <a:pt x="5" y="13"/>
                    </a:cubicBezTo>
                    <a:cubicBezTo>
                      <a:pt x="6" y="13"/>
                      <a:pt x="6" y="12"/>
                      <a:pt x="5" y="11"/>
                    </a:cubicBezTo>
                    <a:cubicBezTo>
                      <a:pt x="3" y="5"/>
                      <a:pt x="9" y="10"/>
                      <a:pt x="9" y="8"/>
                    </a:cubicBezTo>
                    <a:cubicBezTo>
                      <a:pt x="9" y="7"/>
                      <a:pt x="7" y="6"/>
                      <a:pt x="8" y="6"/>
                    </a:cubicBezTo>
                    <a:cubicBezTo>
                      <a:pt x="8" y="5"/>
                      <a:pt x="10" y="6"/>
                      <a:pt x="9" y="5"/>
                    </a:cubicBezTo>
                    <a:cubicBezTo>
                      <a:pt x="8" y="4"/>
                      <a:pt x="6" y="3"/>
                      <a:pt x="7" y="1"/>
                    </a:cubicBezTo>
                    <a:cubicBezTo>
                      <a:pt x="7" y="0"/>
                      <a:pt x="5" y="0"/>
                      <a:pt x="4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5" name="Freeform 443"/>
              <p:cNvSpPr>
                <a:spLocks/>
              </p:cNvSpPr>
              <p:nvPr/>
            </p:nvSpPr>
            <p:spPr bwMode="auto">
              <a:xfrm>
                <a:off x="17212936" y="8399150"/>
                <a:ext cx="57323" cy="73269"/>
              </a:xfrm>
              <a:custGeom>
                <a:avLst/>
                <a:gdLst>
                  <a:gd name="T0" fmla="*/ 6 w 6"/>
                  <a:gd name="T1" fmla="*/ 5 h 8"/>
                  <a:gd name="T2" fmla="*/ 0 w 6"/>
                  <a:gd name="T3" fmla="*/ 2 h 8"/>
                  <a:gd name="T4" fmla="*/ 3 w 6"/>
                  <a:gd name="T5" fmla="*/ 6 h 8"/>
                  <a:gd name="T6" fmla="*/ 6 w 6"/>
                  <a:gd name="T7" fmla="*/ 5 h 8"/>
                  <a:gd name="T8" fmla="*/ 6 w 6"/>
                  <a:gd name="T9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6" y="5"/>
                    </a:moveTo>
                    <a:cubicBezTo>
                      <a:pt x="5" y="4"/>
                      <a:pt x="3" y="0"/>
                      <a:pt x="0" y="2"/>
                    </a:cubicBezTo>
                    <a:cubicBezTo>
                      <a:pt x="0" y="2"/>
                      <a:pt x="3" y="5"/>
                      <a:pt x="3" y="6"/>
                    </a:cubicBezTo>
                    <a:cubicBezTo>
                      <a:pt x="3" y="8"/>
                      <a:pt x="6" y="8"/>
                      <a:pt x="6" y="5"/>
                    </a:cubicBezTo>
                    <a:cubicBezTo>
                      <a:pt x="6" y="5"/>
                      <a:pt x="6" y="6"/>
                      <a:pt x="6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6" name="Freeform 444"/>
              <p:cNvSpPr>
                <a:spLocks/>
              </p:cNvSpPr>
              <p:nvPr/>
            </p:nvSpPr>
            <p:spPr bwMode="auto">
              <a:xfrm>
                <a:off x="17279818" y="8472417"/>
                <a:ext cx="82803" cy="95566"/>
              </a:xfrm>
              <a:custGeom>
                <a:avLst/>
                <a:gdLst>
                  <a:gd name="T0" fmla="*/ 3 w 9"/>
                  <a:gd name="T1" fmla="*/ 2 h 10"/>
                  <a:gd name="T2" fmla="*/ 0 w 9"/>
                  <a:gd name="T3" fmla="*/ 2 h 10"/>
                  <a:gd name="T4" fmla="*/ 2 w 9"/>
                  <a:gd name="T5" fmla="*/ 4 h 10"/>
                  <a:gd name="T6" fmla="*/ 1 w 9"/>
                  <a:gd name="T7" fmla="*/ 9 h 10"/>
                  <a:gd name="T8" fmla="*/ 6 w 9"/>
                  <a:gd name="T9" fmla="*/ 6 h 10"/>
                  <a:gd name="T10" fmla="*/ 3 w 9"/>
                  <a:gd name="T11" fmla="*/ 2 h 10"/>
                  <a:gd name="T12" fmla="*/ 3 w 9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0">
                    <a:moveTo>
                      <a:pt x="3" y="2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0" y="3"/>
                      <a:pt x="2" y="3"/>
                      <a:pt x="2" y="4"/>
                    </a:cubicBezTo>
                    <a:cubicBezTo>
                      <a:pt x="3" y="5"/>
                      <a:pt x="0" y="8"/>
                      <a:pt x="1" y="9"/>
                    </a:cubicBezTo>
                    <a:cubicBezTo>
                      <a:pt x="1" y="10"/>
                      <a:pt x="5" y="6"/>
                      <a:pt x="6" y="6"/>
                    </a:cubicBezTo>
                    <a:cubicBezTo>
                      <a:pt x="9" y="6"/>
                      <a:pt x="3" y="2"/>
                      <a:pt x="3" y="2"/>
                    </a:cubicBezTo>
                    <a:cubicBezTo>
                      <a:pt x="1" y="0"/>
                      <a:pt x="3" y="2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7" name="Freeform 445"/>
              <p:cNvSpPr>
                <a:spLocks/>
              </p:cNvSpPr>
              <p:nvPr/>
            </p:nvSpPr>
            <p:spPr bwMode="auto">
              <a:xfrm>
                <a:off x="17298926" y="8529755"/>
                <a:ext cx="63695" cy="101936"/>
              </a:xfrm>
              <a:custGeom>
                <a:avLst/>
                <a:gdLst>
                  <a:gd name="T0" fmla="*/ 6 w 7"/>
                  <a:gd name="T1" fmla="*/ 1 h 11"/>
                  <a:gd name="T2" fmla="*/ 3 w 7"/>
                  <a:gd name="T3" fmla="*/ 5 h 11"/>
                  <a:gd name="T4" fmla="*/ 3 w 7"/>
                  <a:gd name="T5" fmla="*/ 9 h 11"/>
                  <a:gd name="T6" fmla="*/ 5 w 7"/>
                  <a:gd name="T7" fmla="*/ 6 h 11"/>
                  <a:gd name="T8" fmla="*/ 6 w 7"/>
                  <a:gd name="T9" fmla="*/ 1 h 11"/>
                  <a:gd name="T10" fmla="*/ 6 w 7"/>
                  <a:gd name="T11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1">
                    <a:moveTo>
                      <a:pt x="6" y="1"/>
                    </a:moveTo>
                    <a:cubicBezTo>
                      <a:pt x="3" y="1"/>
                      <a:pt x="4" y="4"/>
                      <a:pt x="3" y="5"/>
                    </a:cubicBezTo>
                    <a:cubicBezTo>
                      <a:pt x="0" y="7"/>
                      <a:pt x="1" y="7"/>
                      <a:pt x="3" y="9"/>
                    </a:cubicBezTo>
                    <a:cubicBezTo>
                      <a:pt x="6" y="11"/>
                      <a:pt x="4" y="8"/>
                      <a:pt x="5" y="6"/>
                    </a:cubicBezTo>
                    <a:cubicBezTo>
                      <a:pt x="5" y="6"/>
                      <a:pt x="7" y="0"/>
                      <a:pt x="6" y="1"/>
                    </a:cubicBezTo>
                    <a:cubicBezTo>
                      <a:pt x="5" y="1"/>
                      <a:pt x="6" y="0"/>
                      <a:pt x="6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8" name="Freeform 446"/>
              <p:cNvSpPr>
                <a:spLocks/>
              </p:cNvSpPr>
              <p:nvPr/>
            </p:nvSpPr>
            <p:spPr bwMode="auto">
              <a:xfrm>
                <a:off x="17353063" y="8520200"/>
                <a:ext cx="38217" cy="73269"/>
              </a:xfrm>
              <a:custGeom>
                <a:avLst/>
                <a:gdLst>
                  <a:gd name="T0" fmla="*/ 3 w 4"/>
                  <a:gd name="T1" fmla="*/ 1 h 8"/>
                  <a:gd name="T2" fmla="*/ 0 w 4"/>
                  <a:gd name="T3" fmla="*/ 8 h 8"/>
                  <a:gd name="T4" fmla="*/ 3 w 4"/>
                  <a:gd name="T5" fmla="*/ 5 h 8"/>
                  <a:gd name="T6" fmla="*/ 3 w 4"/>
                  <a:gd name="T7" fmla="*/ 1 h 8"/>
                  <a:gd name="T8" fmla="*/ 3 w 4"/>
                  <a:gd name="T9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3" y="1"/>
                    </a:moveTo>
                    <a:cubicBezTo>
                      <a:pt x="2" y="1"/>
                      <a:pt x="0" y="7"/>
                      <a:pt x="0" y="8"/>
                    </a:cubicBezTo>
                    <a:cubicBezTo>
                      <a:pt x="0" y="8"/>
                      <a:pt x="2" y="6"/>
                      <a:pt x="3" y="5"/>
                    </a:cubicBezTo>
                    <a:cubicBezTo>
                      <a:pt x="3" y="5"/>
                      <a:pt x="4" y="0"/>
                      <a:pt x="3" y="1"/>
                    </a:cubicBezTo>
                    <a:cubicBezTo>
                      <a:pt x="2" y="1"/>
                      <a:pt x="3" y="1"/>
                      <a:pt x="3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49" name="Freeform 447"/>
              <p:cNvSpPr>
                <a:spLocks/>
              </p:cNvSpPr>
              <p:nvPr/>
            </p:nvSpPr>
            <p:spPr bwMode="auto">
              <a:xfrm>
                <a:off x="17372174" y="8567983"/>
                <a:ext cx="57323" cy="35042"/>
              </a:xfrm>
              <a:custGeom>
                <a:avLst/>
                <a:gdLst>
                  <a:gd name="T0" fmla="*/ 1 w 6"/>
                  <a:gd name="T1" fmla="*/ 1 h 4"/>
                  <a:gd name="T2" fmla="*/ 3 w 6"/>
                  <a:gd name="T3" fmla="*/ 3 h 4"/>
                  <a:gd name="T4" fmla="*/ 1 w 6"/>
                  <a:gd name="T5" fmla="*/ 1 h 4"/>
                  <a:gd name="T6" fmla="*/ 1 w 6"/>
                  <a:gd name="T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1" y="1"/>
                    </a:moveTo>
                    <a:cubicBezTo>
                      <a:pt x="0" y="3"/>
                      <a:pt x="1" y="4"/>
                      <a:pt x="3" y="3"/>
                    </a:cubicBezTo>
                    <a:cubicBezTo>
                      <a:pt x="6" y="3"/>
                      <a:pt x="2" y="0"/>
                      <a:pt x="1" y="1"/>
                    </a:cubicBezTo>
                    <a:cubicBezTo>
                      <a:pt x="1" y="2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0" name="Freeform 448"/>
              <p:cNvSpPr>
                <a:spLocks/>
              </p:cNvSpPr>
              <p:nvPr/>
            </p:nvSpPr>
            <p:spPr bwMode="auto">
              <a:xfrm>
                <a:off x="17372174" y="8593469"/>
                <a:ext cx="130574" cy="197506"/>
              </a:xfrm>
              <a:custGeom>
                <a:avLst/>
                <a:gdLst>
                  <a:gd name="T0" fmla="*/ 10 w 14"/>
                  <a:gd name="T1" fmla="*/ 0 h 21"/>
                  <a:gd name="T2" fmla="*/ 9 w 14"/>
                  <a:gd name="T3" fmla="*/ 2 h 21"/>
                  <a:gd name="T4" fmla="*/ 7 w 14"/>
                  <a:gd name="T5" fmla="*/ 4 h 21"/>
                  <a:gd name="T6" fmla="*/ 3 w 14"/>
                  <a:gd name="T7" fmla="*/ 6 h 21"/>
                  <a:gd name="T8" fmla="*/ 2 w 14"/>
                  <a:gd name="T9" fmla="*/ 11 h 21"/>
                  <a:gd name="T10" fmla="*/ 2 w 14"/>
                  <a:gd name="T11" fmla="*/ 14 h 21"/>
                  <a:gd name="T12" fmla="*/ 3 w 14"/>
                  <a:gd name="T13" fmla="*/ 18 h 21"/>
                  <a:gd name="T14" fmla="*/ 8 w 14"/>
                  <a:gd name="T15" fmla="*/ 19 h 21"/>
                  <a:gd name="T16" fmla="*/ 8 w 14"/>
                  <a:gd name="T17" fmla="*/ 16 h 21"/>
                  <a:gd name="T18" fmla="*/ 10 w 14"/>
                  <a:gd name="T19" fmla="*/ 12 h 21"/>
                  <a:gd name="T20" fmla="*/ 12 w 14"/>
                  <a:gd name="T21" fmla="*/ 17 h 21"/>
                  <a:gd name="T22" fmla="*/ 13 w 14"/>
                  <a:gd name="T23" fmla="*/ 14 h 21"/>
                  <a:gd name="T24" fmla="*/ 13 w 14"/>
                  <a:gd name="T25" fmla="*/ 10 h 21"/>
                  <a:gd name="T26" fmla="*/ 10 w 14"/>
                  <a:gd name="T27" fmla="*/ 0 h 21"/>
                  <a:gd name="T28" fmla="*/ 10 w 14"/>
                  <a:gd name="T2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" h="21">
                    <a:moveTo>
                      <a:pt x="10" y="0"/>
                    </a:moveTo>
                    <a:cubicBezTo>
                      <a:pt x="9" y="0"/>
                      <a:pt x="9" y="1"/>
                      <a:pt x="9" y="2"/>
                    </a:cubicBezTo>
                    <a:cubicBezTo>
                      <a:pt x="9" y="3"/>
                      <a:pt x="9" y="3"/>
                      <a:pt x="7" y="4"/>
                    </a:cubicBezTo>
                    <a:cubicBezTo>
                      <a:pt x="6" y="4"/>
                      <a:pt x="4" y="6"/>
                      <a:pt x="3" y="6"/>
                    </a:cubicBezTo>
                    <a:cubicBezTo>
                      <a:pt x="1" y="9"/>
                      <a:pt x="0" y="9"/>
                      <a:pt x="2" y="11"/>
                    </a:cubicBezTo>
                    <a:cubicBezTo>
                      <a:pt x="3" y="12"/>
                      <a:pt x="2" y="13"/>
                      <a:pt x="2" y="14"/>
                    </a:cubicBezTo>
                    <a:cubicBezTo>
                      <a:pt x="1" y="16"/>
                      <a:pt x="2" y="17"/>
                      <a:pt x="3" y="18"/>
                    </a:cubicBezTo>
                    <a:cubicBezTo>
                      <a:pt x="5" y="19"/>
                      <a:pt x="7" y="19"/>
                      <a:pt x="8" y="19"/>
                    </a:cubicBezTo>
                    <a:cubicBezTo>
                      <a:pt x="11" y="21"/>
                      <a:pt x="9" y="18"/>
                      <a:pt x="8" y="16"/>
                    </a:cubicBezTo>
                    <a:cubicBezTo>
                      <a:pt x="8" y="16"/>
                      <a:pt x="8" y="12"/>
                      <a:pt x="10" y="12"/>
                    </a:cubicBezTo>
                    <a:cubicBezTo>
                      <a:pt x="11" y="12"/>
                      <a:pt x="11" y="17"/>
                      <a:pt x="12" y="17"/>
                    </a:cubicBezTo>
                    <a:cubicBezTo>
                      <a:pt x="12" y="17"/>
                      <a:pt x="13" y="14"/>
                      <a:pt x="13" y="14"/>
                    </a:cubicBezTo>
                    <a:cubicBezTo>
                      <a:pt x="14" y="12"/>
                      <a:pt x="14" y="11"/>
                      <a:pt x="13" y="10"/>
                    </a:cubicBezTo>
                    <a:cubicBezTo>
                      <a:pt x="13" y="7"/>
                      <a:pt x="13" y="1"/>
                      <a:pt x="10" y="0"/>
                    </a:cubicBezTo>
                    <a:cubicBezTo>
                      <a:pt x="9" y="0"/>
                      <a:pt x="10" y="1"/>
                      <a:pt x="1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1" name="Freeform 449"/>
              <p:cNvSpPr>
                <a:spLocks/>
              </p:cNvSpPr>
              <p:nvPr/>
            </p:nvSpPr>
            <p:spPr bwMode="auto">
              <a:xfrm>
                <a:off x="17289371" y="8631694"/>
                <a:ext cx="111465" cy="95566"/>
              </a:xfrm>
              <a:custGeom>
                <a:avLst/>
                <a:gdLst>
                  <a:gd name="T0" fmla="*/ 8 w 12"/>
                  <a:gd name="T1" fmla="*/ 1 h 10"/>
                  <a:gd name="T2" fmla="*/ 2 w 12"/>
                  <a:gd name="T3" fmla="*/ 4 h 10"/>
                  <a:gd name="T4" fmla="*/ 0 w 12"/>
                  <a:gd name="T5" fmla="*/ 10 h 10"/>
                  <a:gd name="T6" fmla="*/ 2 w 12"/>
                  <a:gd name="T7" fmla="*/ 6 h 10"/>
                  <a:gd name="T8" fmla="*/ 4 w 12"/>
                  <a:gd name="T9" fmla="*/ 6 h 10"/>
                  <a:gd name="T10" fmla="*/ 6 w 12"/>
                  <a:gd name="T11" fmla="*/ 7 h 10"/>
                  <a:gd name="T12" fmla="*/ 8 w 12"/>
                  <a:gd name="T13" fmla="*/ 7 h 10"/>
                  <a:gd name="T14" fmla="*/ 8 w 12"/>
                  <a:gd name="T15" fmla="*/ 5 h 10"/>
                  <a:gd name="T16" fmla="*/ 8 w 12"/>
                  <a:gd name="T17" fmla="*/ 1 h 10"/>
                  <a:gd name="T18" fmla="*/ 8 w 12"/>
                  <a:gd name="T19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0">
                    <a:moveTo>
                      <a:pt x="8" y="1"/>
                    </a:moveTo>
                    <a:cubicBezTo>
                      <a:pt x="6" y="0"/>
                      <a:pt x="5" y="4"/>
                      <a:pt x="2" y="4"/>
                    </a:cubicBezTo>
                    <a:cubicBezTo>
                      <a:pt x="0" y="5"/>
                      <a:pt x="0" y="9"/>
                      <a:pt x="0" y="10"/>
                    </a:cubicBezTo>
                    <a:cubicBezTo>
                      <a:pt x="1" y="9"/>
                      <a:pt x="1" y="7"/>
                      <a:pt x="2" y="6"/>
                    </a:cubicBezTo>
                    <a:cubicBezTo>
                      <a:pt x="2" y="6"/>
                      <a:pt x="4" y="5"/>
                      <a:pt x="4" y="6"/>
                    </a:cubicBezTo>
                    <a:cubicBezTo>
                      <a:pt x="4" y="7"/>
                      <a:pt x="6" y="7"/>
                      <a:pt x="6" y="7"/>
                    </a:cubicBezTo>
                    <a:cubicBezTo>
                      <a:pt x="7" y="7"/>
                      <a:pt x="7" y="8"/>
                      <a:pt x="8" y="7"/>
                    </a:cubicBezTo>
                    <a:cubicBezTo>
                      <a:pt x="8" y="7"/>
                      <a:pt x="8" y="5"/>
                      <a:pt x="8" y="5"/>
                    </a:cubicBezTo>
                    <a:cubicBezTo>
                      <a:pt x="9" y="3"/>
                      <a:pt x="11" y="2"/>
                      <a:pt x="8" y="1"/>
                    </a:cubicBezTo>
                    <a:cubicBezTo>
                      <a:pt x="7" y="1"/>
                      <a:pt x="12" y="3"/>
                      <a:pt x="8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2" name="Freeform 450"/>
              <p:cNvSpPr>
                <a:spLocks/>
              </p:cNvSpPr>
              <p:nvPr/>
            </p:nvSpPr>
            <p:spPr bwMode="auto">
              <a:xfrm>
                <a:off x="17063256" y="8539313"/>
                <a:ext cx="111465" cy="111494"/>
              </a:xfrm>
              <a:custGeom>
                <a:avLst/>
                <a:gdLst>
                  <a:gd name="T0" fmla="*/ 11 w 12"/>
                  <a:gd name="T1" fmla="*/ 0 h 12"/>
                  <a:gd name="T2" fmla="*/ 6 w 12"/>
                  <a:gd name="T3" fmla="*/ 6 h 12"/>
                  <a:gd name="T4" fmla="*/ 0 w 12"/>
                  <a:gd name="T5" fmla="*/ 12 h 12"/>
                  <a:gd name="T6" fmla="*/ 4 w 12"/>
                  <a:gd name="T7" fmla="*/ 10 h 12"/>
                  <a:gd name="T8" fmla="*/ 8 w 12"/>
                  <a:gd name="T9" fmla="*/ 7 h 12"/>
                  <a:gd name="T10" fmla="*/ 10 w 12"/>
                  <a:gd name="T11" fmla="*/ 3 h 12"/>
                  <a:gd name="T12" fmla="*/ 11 w 12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11" y="0"/>
                    </a:moveTo>
                    <a:cubicBezTo>
                      <a:pt x="9" y="1"/>
                      <a:pt x="7" y="4"/>
                      <a:pt x="6" y="6"/>
                    </a:cubicBezTo>
                    <a:cubicBezTo>
                      <a:pt x="5" y="7"/>
                      <a:pt x="0" y="10"/>
                      <a:pt x="0" y="12"/>
                    </a:cubicBezTo>
                    <a:cubicBezTo>
                      <a:pt x="0" y="12"/>
                      <a:pt x="3" y="11"/>
                      <a:pt x="4" y="10"/>
                    </a:cubicBezTo>
                    <a:cubicBezTo>
                      <a:pt x="5" y="10"/>
                      <a:pt x="7" y="8"/>
                      <a:pt x="8" y="7"/>
                    </a:cubicBezTo>
                    <a:cubicBezTo>
                      <a:pt x="8" y="5"/>
                      <a:pt x="9" y="4"/>
                      <a:pt x="10" y="3"/>
                    </a:cubicBezTo>
                    <a:cubicBezTo>
                      <a:pt x="11" y="3"/>
                      <a:pt x="12" y="0"/>
                      <a:pt x="1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3" name="Freeform 451"/>
              <p:cNvSpPr>
                <a:spLocks/>
              </p:cNvSpPr>
              <p:nvPr/>
            </p:nvSpPr>
            <p:spPr bwMode="auto">
              <a:xfrm>
                <a:off x="17391283" y="8399150"/>
                <a:ext cx="19109" cy="9556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2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4" name="Freeform 452"/>
              <p:cNvSpPr>
                <a:spLocks/>
              </p:cNvSpPr>
              <p:nvPr/>
            </p:nvSpPr>
            <p:spPr bwMode="auto">
              <a:xfrm>
                <a:off x="16037776" y="8781415"/>
                <a:ext cx="522294" cy="544729"/>
              </a:xfrm>
              <a:custGeom>
                <a:avLst/>
                <a:gdLst>
                  <a:gd name="T0" fmla="*/ 12 w 56"/>
                  <a:gd name="T1" fmla="*/ 3 h 58"/>
                  <a:gd name="T2" fmla="*/ 4 w 56"/>
                  <a:gd name="T3" fmla="*/ 2 h 58"/>
                  <a:gd name="T4" fmla="*/ 2 w 56"/>
                  <a:gd name="T5" fmla="*/ 3 h 58"/>
                  <a:gd name="T6" fmla="*/ 6 w 56"/>
                  <a:gd name="T7" fmla="*/ 9 h 58"/>
                  <a:gd name="T8" fmla="*/ 11 w 56"/>
                  <a:gd name="T9" fmla="*/ 13 h 58"/>
                  <a:gd name="T10" fmla="*/ 13 w 56"/>
                  <a:gd name="T11" fmla="*/ 17 h 58"/>
                  <a:gd name="T12" fmla="*/ 17 w 56"/>
                  <a:gd name="T13" fmla="*/ 19 h 58"/>
                  <a:gd name="T14" fmla="*/ 20 w 56"/>
                  <a:gd name="T15" fmla="*/ 26 h 58"/>
                  <a:gd name="T16" fmla="*/ 22 w 56"/>
                  <a:gd name="T17" fmla="*/ 28 h 58"/>
                  <a:gd name="T18" fmla="*/ 26 w 56"/>
                  <a:gd name="T19" fmla="*/ 33 h 58"/>
                  <a:gd name="T20" fmla="*/ 30 w 56"/>
                  <a:gd name="T21" fmla="*/ 42 h 58"/>
                  <a:gd name="T22" fmla="*/ 41 w 56"/>
                  <a:gd name="T23" fmla="*/ 52 h 58"/>
                  <a:gd name="T24" fmla="*/ 46 w 56"/>
                  <a:gd name="T25" fmla="*/ 57 h 58"/>
                  <a:gd name="T26" fmla="*/ 54 w 56"/>
                  <a:gd name="T27" fmla="*/ 57 h 58"/>
                  <a:gd name="T28" fmla="*/ 54 w 56"/>
                  <a:gd name="T29" fmla="*/ 46 h 58"/>
                  <a:gd name="T30" fmla="*/ 55 w 56"/>
                  <a:gd name="T31" fmla="*/ 44 h 58"/>
                  <a:gd name="T32" fmla="*/ 52 w 56"/>
                  <a:gd name="T33" fmla="*/ 41 h 58"/>
                  <a:gd name="T34" fmla="*/ 50 w 56"/>
                  <a:gd name="T35" fmla="*/ 40 h 58"/>
                  <a:gd name="T36" fmla="*/ 48 w 56"/>
                  <a:gd name="T37" fmla="*/ 42 h 58"/>
                  <a:gd name="T38" fmla="*/ 48 w 56"/>
                  <a:gd name="T39" fmla="*/ 38 h 58"/>
                  <a:gd name="T40" fmla="*/ 47 w 56"/>
                  <a:gd name="T41" fmla="*/ 36 h 58"/>
                  <a:gd name="T42" fmla="*/ 44 w 56"/>
                  <a:gd name="T43" fmla="*/ 34 h 58"/>
                  <a:gd name="T44" fmla="*/ 42 w 56"/>
                  <a:gd name="T45" fmla="*/ 30 h 58"/>
                  <a:gd name="T46" fmla="*/ 42 w 56"/>
                  <a:gd name="T47" fmla="*/ 29 h 58"/>
                  <a:gd name="T48" fmla="*/ 43 w 56"/>
                  <a:gd name="T49" fmla="*/ 28 h 58"/>
                  <a:gd name="T50" fmla="*/ 38 w 56"/>
                  <a:gd name="T51" fmla="*/ 27 h 58"/>
                  <a:gd name="T52" fmla="*/ 38 w 56"/>
                  <a:gd name="T53" fmla="*/ 25 h 58"/>
                  <a:gd name="T54" fmla="*/ 36 w 56"/>
                  <a:gd name="T55" fmla="*/ 24 h 58"/>
                  <a:gd name="T56" fmla="*/ 37 w 56"/>
                  <a:gd name="T57" fmla="*/ 23 h 58"/>
                  <a:gd name="T58" fmla="*/ 35 w 56"/>
                  <a:gd name="T59" fmla="*/ 22 h 58"/>
                  <a:gd name="T60" fmla="*/ 34 w 56"/>
                  <a:gd name="T61" fmla="*/ 21 h 58"/>
                  <a:gd name="T62" fmla="*/ 31 w 56"/>
                  <a:gd name="T63" fmla="*/ 19 h 58"/>
                  <a:gd name="T64" fmla="*/ 30 w 56"/>
                  <a:gd name="T65" fmla="*/ 19 h 58"/>
                  <a:gd name="T66" fmla="*/ 25 w 56"/>
                  <a:gd name="T67" fmla="*/ 16 h 58"/>
                  <a:gd name="T68" fmla="*/ 21 w 56"/>
                  <a:gd name="T69" fmla="*/ 11 h 58"/>
                  <a:gd name="T70" fmla="*/ 16 w 56"/>
                  <a:gd name="T71" fmla="*/ 7 h 58"/>
                  <a:gd name="T72" fmla="*/ 12 w 56"/>
                  <a:gd name="T73" fmla="*/ 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6" h="58">
                    <a:moveTo>
                      <a:pt x="12" y="3"/>
                    </a:moveTo>
                    <a:cubicBezTo>
                      <a:pt x="9" y="3"/>
                      <a:pt x="7" y="3"/>
                      <a:pt x="4" y="2"/>
                    </a:cubicBezTo>
                    <a:cubicBezTo>
                      <a:pt x="2" y="1"/>
                      <a:pt x="0" y="0"/>
                      <a:pt x="2" y="3"/>
                    </a:cubicBezTo>
                    <a:cubicBezTo>
                      <a:pt x="3" y="5"/>
                      <a:pt x="4" y="8"/>
                      <a:pt x="6" y="9"/>
                    </a:cubicBezTo>
                    <a:cubicBezTo>
                      <a:pt x="8" y="10"/>
                      <a:pt x="10" y="11"/>
                      <a:pt x="11" y="13"/>
                    </a:cubicBezTo>
                    <a:cubicBezTo>
                      <a:pt x="12" y="14"/>
                      <a:pt x="12" y="16"/>
                      <a:pt x="13" y="17"/>
                    </a:cubicBezTo>
                    <a:cubicBezTo>
                      <a:pt x="15" y="18"/>
                      <a:pt x="16" y="18"/>
                      <a:pt x="17" y="19"/>
                    </a:cubicBezTo>
                    <a:cubicBezTo>
                      <a:pt x="19" y="21"/>
                      <a:pt x="19" y="24"/>
                      <a:pt x="20" y="26"/>
                    </a:cubicBezTo>
                    <a:cubicBezTo>
                      <a:pt x="21" y="27"/>
                      <a:pt x="22" y="28"/>
                      <a:pt x="22" y="28"/>
                    </a:cubicBezTo>
                    <a:cubicBezTo>
                      <a:pt x="24" y="30"/>
                      <a:pt x="25" y="31"/>
                      <a:pt x="26" y="33"/>
                    </a:cubicBezTo>
                    <a:cubicBezTo>
                      <a:pt x="28" y="36"/>
                      <a:pt x="28" y="39"/>
                      <a:pt x="30" y="42"/>
                    </a:cubicBezTo>
                    <a:cubicBezTo>
                      <a:pt x="34" y="45"/>
                      <a:pt x="37" y="49"/>
                      <a:pt x="41" y="52"/>
                    </a:cubicBezTo>
                    <a:cubicBezTo>
                      <a:pt x="43" y="54"/>
                      <a:pt x="44" y="55"/>
                      <a:pt x="46" y="57"/>
                    </a:cubicBezTo>
                    <a:cubicBezTo>
                      <a:pt x="47" y="57"/>
                      <a:pt x="53" y="58"/>
                      <a:pt x="54" y="57"/>
                    </a:cubicBezTo>
                    <a:cubicBezTo>
                      <a:pt x="55" y="56"/>
                      <a:pt x="53" y="48"/>
                      <a:pt x="54" y="46"/>
                    </a:cubicBezTo>
                    <a:cubicBezTo>
                      <a:pt x="54" y="45"/>
                      <a:pt x="56" y="45"/>
                      <a:pt x="55" y="44"/>
                    </a:cubicBezTo>
                    <a:cubicBezTo>
                      <a:pt x="54" y="43"/>
                      <a:pt x="53" y="42"/>
                      <a:pt x="52" y="41"/>
                    </a:cubicBezTo>
                    <a:cubicBezTo>
                      <a:pt x="52" y="41"/>
                      <a:pt x="51" y="40"/>
                      <a:pt x="50" y="40"/>
                    </a:cubicBezTo>
                    <a:cubicBezTo>
                      <a:pt x="49" y="40"/>
                      <a:pt x="49" y="42"/>
                      <a:pt x="48" y="42"/>
                    </a:cubicBezTo>
                    <a:cubicBezTo>
                      <a:pt x="49" y="42"/>
                      <a:pt x="48" y="38"/>
                      <a:pt x="48" y="38"/>
                    </a:cubicBezTo>
                    <a:cubicBezTo>
                      <a:pt x="47" y="37"/>
                      <a:pt x="47" y="37"/>
                      <a:pt x="47" y="36"/>
                    </a:cubicBezTo>
                    <a:cubicBezTo>
                      <a:pt x="47" y="35"/>
                      <a:pt x="45" y="34"/>
                      <a:pt x="44" y="34"/>
                    </a:cubicBezTo>
                    <a:cubicBezTo>
                      <a:pt x="43" y="33"/>
                      <a:pt x="41" y="32"/>
                      <a:pt x="42" y="30"/>
                    </a:cubicBezTo>
                    <a:cubicBezTo>
                      <a:pt x="42" y="30"/>
                      <a:pt x="41" y="29"/>
                      <a:pt x="42" y="29"/>
                    </a:cubicBezTo>
                    <a:cubicBezTo>
                      <a:pt x="42" y="28"/>
                      <a:pt x="43" y="29"/>
                      <a:pt x="43" y="28"/>
                    </a:cubicBezTo>
                    <a:cubicBezTo>
                      <a:pt x="44" y="26"/>
                      <a:pt x="38" y="26"/>
                      <a:pt x="38" y="27"/>
                    </a:cubicBezTo>
                    <a:cubicBezTo>
                      <a:pt x="38" y="26"/>
                      <a:pt x="42" y="25"/>
                      <a:pt x="38" y="25"/>
                    </a:cubicBezTo>
                    <a:cubicBezTo>
                      <a:pt x="37" y="25"/>
                      <a:pt x="36" y="24"/>
                      <a:pt x="36" y="24"/>
                    </a:cubicBezTo>
                    <a:cubicBezTo>
                      <a:pt x="36" y="23"/>
                      <a:pt x="37" y="23"/>
                      <a:pt x="37" y="23"/>
                    </a:cubicBezTo>
                    <a:cubicBezTo>
                      <a:pt x="37" y="22"/>
                      <a:pt x="35" y="22"/>
                      <a:pt x="35" y="22"/>
                    </a:cubicBezTo>
                    <a:cubicBezTo>
                      <a:pt x="35" y="22"/>
                      <a:pt x="36" y="21"/>
                      <a:pt x="34" y="21"/>
                    </a:cubicBezTo>
                    <a:cubicBezTo>
                      <a:pt x="33" y="20"/>
                      <a:pt x="32" y="20"/>
                      <a:pt x="31" y="19"/>
                    </a:cubicBezTo>
                    <a:cubicBezTo>
                      <a:pt x="28" y="15"/>
                      <a:pt x="30" y="19"/>
                      <a:pt x="30" y="19"/>
                    </a:cubicBezTo>
                    <a:cubicBezTo>
                      <a:pt x="29" y="19"/>
                      <a:pt x="26" y="16"/>
                      <a:pt x="25" y="16"/>
                    </a:cubicBezTo>
                    <a:cubicBezTo>
                      <a:pt x="24" y="14"/>
                      <a:pt x="23" y="12"/>
                      <a:pt x="21" y="11"/>
                    </a:cubicBezTo>
                    <a:cubicBezTo>
                      <a:pt x="19" y="10"/>
                      <a:pt x="18" y="9"/>
                      <a:pt x="16" y="7"/>
                    </a:cubicBezTo>
                    <a:cubicBezTo>
                      <a:pt x="15" y="6"/>
                      <a:pt x="14" y="3"/>
                      <a:pt x="12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5" name="Freeform 453"/>
              <p:cNvSpPr>
                <a:spLocks/>
              </p:cNvSpPr>
              <p:nvPr/>
            </p:nvSpPr>
            <p:spPr bwMode="auto">
              <a:xfrm>
                <a:off x="16130132" y="8978921"/>
                <a:ext cx="47770" cy="47785"/>
              </a:xfrm>
              <a:custGeom>
                <a:avLst/>
                <a:gdLst>
                  <a:gd name="T0" fmla="*/ 4 w 5"/>
                  <a:gd name="T1" fmla="*/ 4 h 5"/>
                  <a:gd name="T2" fmla="*/ 1 w 5"/>
                  <a:gd name="T3" fmla="*/ 0 h 5"/>
                  <a:gd name="T4" fmla="*/ 4 w 5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5" y="3"/>
                      <a:pt x="2" y="0"/>
                      <a:pt x="1" y="0"/>
                    </a:cubicBezTo>
                    <a:cubicBezTo>
                      <a:pt x="0" y="1"/>
                      <a:pt x="3" y="5"/>
                      <a:pt x="4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6" name="Freeform 454"/>
              <p:cNvSpPr>
                <a:spLocks/>
              </p:cNvSpPr>
              <p:nvPr/>
            </p:nvSpPr>
            <p:spPr bwMode="auto">
              <a:xfrm>
                <a:off x="16197014" y="9090415"/>
                <a:ext cx="44586" cy="47785"/>
              </a:xfrm>
              <a:custGeom>
                <a:avLst/>
                <a:gdLst>
                  <a:gd name="T0" fmla="*/ 4 w 5"/>
                  <a:gd name="T1" fmla="*/ 4 h 5"/>
                  <a:gd name="T2" fmla="*/ 1 w 5"/>
                  <a:gd name="T3" fmla="*/ 0 h 5"/>
                  <a:gd name="T4" fmla="*/ 4 w 5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5" y="3"/>
                      <a:pt x="2" y="0"/>
                      <a:pt x="1" y="0"/>
                    </a:cubicBezTo>
                    <a:cubicBezTo>
                      <a:pt x="0" y="1"/>
                      <a:pt x="3" y="5"/>
                      <a:pt x="4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7" name="Freeform 455"/>
              <p:cNvSpPr>
                <a:spLocks/>
              </p:cNvSpPr>
              <p:nvPr/>
            </p:nvSpPr>
            <p:spPr bwMode="auto">
              <a:xfrm>
                <a:off x="16512300" y="9119082"/>
                <a:ext cx="66879" cy="66896"/>
              </a:xfrm>
              <a:custGeom>
                <a:avLst/>
                <a:gdLst>
                  <a:gd name="T0" fmla="*/ 7 w 7"/>
                  <a:gd name="T1" fmla="*/ 7 h 7"/>
                  <a:gd name="T2" fmla="*/ 5 w 7"/>
                  <a:gd name="T3" fmla="*/ 3 h 7"/>
                  <a:gd name="T4" fmla="*/ 0 w 7"/>
                  <a:gd name="T5" fmla="*/ 1 h 7"/>
                  <a:gd name="T6" fmla="*/ 1 w 7"/>
                  <a:gd name="T7" fmla="*/ 3 h 7"/>
                  <a:gd name="T8" fmla="*/ 3 w 7"/>
                  <a:gd name="T9" fmla="*/ 5 h 7"/>
                  <a:gd name="T10" fmla="*/ 7 w 7"/>
                  <a:gd name="T11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7">
                    <a:moveTo>
                      <a:pt x="7" y="7"/>
                    </a:moveTo>
                    <a:cubicBezTo>
                      <a:pt x="7" y="5"/>
                      <a:pt x="5" y="5"/>
                      <a:pt x="5" y="3"/>
                    </a:cubicBezTo>
                    <a:cubicBezTo>
                      <a:pt x="5" y="1"/>
                      <a:pt x="2" y="0"/>
                      <a:pt x="0" y="1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3" y="3"/>
                      <a:pt x="2" y="4"/>
                      <a:pt x="3" y="5"/>
                    </a:cubicBezTo>
                    <a:cubicBezTo>
                      <a:pt x="3" y="6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8" name="Freeform 456"/>
              <p:cNvSpPr>
                <a:spLocks/>
              </p:cNvSpPr>
              <p:nvPr/>
            </p:nvSpPr>
            <p:spPr bwMode="auto">
              <a:xfrm>
                <a:off x="16617396" y="9166867"/>
                <a:ext cx="35033" cy="35042"/>
              </a:xfrm>
              <a:custGeom>
                <a:avLst/>
                <a:gdLst>
                  <a:gd name="T0" fmla="*/ 2 w 4"/>
                  <a:gd name="T1" fmla="*/ 3 h 4"/>
                  <a:gd name="T2" fmla="*/ 2 w 4"/>
                  <a:gd name="T3" fmla="*/ 0 h 4"/>
                  <a:gd name="T4" fmla="*/ 2 w 4"/>
                  <a:gd name="T5" fmla="*/ 3 h 4"/>
                  <a:gd name="T6" fmla="*/ 2 w 4"/>
                  <a:gd name="T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2" y="3"/>
                    </a:moveTo>
                    <a:cubicBezTo>
                      <a:pt x="0" y="4"/>
                      <a:pt x="0" y="1"/>
                      <a:pt x="2" y="0"/>
                    </a:cubicBezTo>
                    <a:cubicBezTo>
                      <a:pt x="4" y="0"/>
                      <a:pt x="4" y="3"/>
                      <a:pt x="2" y="3"/>
                    </a:cubicBezTo>
                    <a:cubicBezTo>
                      <a:pt x="1" y="4"/>
                      <a:pt x="3" y="3"/>
                      <a:pt x="2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59" name="Freeform 457"/>
              <p:cNvSpPr>
                <a:spLocks/>
              </p:cNvSpPr>
              <p:nvPr/>
            </p:nvSpPr>
            <p:spPr bwMode="auto">
              <a:xfrm>
                <a:off x="16521853" y="9326144"/>
                <a:ext cx="429938" cy="140163"/>
              </a:xfrm>
              <a:custGeom>
                <a:avLst/>
                <a:gdLst>
                  <a:gd name="T0" fmla="*/ 9 w 46"/>
                  <a:gd name="T1" fmla="*/ 0 h 15"/>
                  <a:gd name="T2" fmla="*/ 3 w 46"/>
                  <a:gd name="T3" fmla="*/ 0 h 15"/>
                  <a:gd name="T4" fmla="*/ 0 w 46"/>
                  <a:gd name="T5" fmla="*/ 4 h 15"/>
                  <a:gd name="T6" fmla="*/ 5 w 46"/>
                  <a:gd name="T7" fmla="*/ 6 h 15"/>
                  <a:gd name="T8" fmla="*/ 11 w 46"/>
                  <a:gd name="T9" fmla="*/ 9 h 15"/>
                  <a:gd name="T10" fmla="*/ 15 w 46"/>
                  <a:gd name="T11" fmla="*/ 9 h 15"/>
                  <a:gd name="T12" fmla="*/ 24 w 46"/>
                  <a:gd name="T13" fmla="*/ 11 h 15"/>
                  <a:gd name="T14" fmla="*/ 40 w 46"/>
                  <a:gd name="T15" fmla="*/ 13 h 15"/>
                  <a:gd name="T16" fmla="*/ 45 w 46"/>
                  <a:gd name="T17" fmla="*/ 13 h 15"/>
                  <a:gd name="T18" fmla="*/ 43 w 46"/>
                  <a:gd name="T19" fmla="*/ 9 h 15"/>
                  <a:gd name="T20" fmla="*/ 41 w 46"/>
                  <a:gd name="T21" fmla="*/ 9 h 15"/>
                  <a:gd name="T22" fmla="*/ 37 w 46"/>
                  <a:gd name="T23" fmla="*/ 9 h 15"/>
                  <a:gd name="T24" fmla="*/ 35 w 46"/>
                  <a:gd name="T25" fmla="*/ 6 h 15"/>
                  <a:gd name="T26" fmla="*/ 32 w 46"/>
                  <a:gd name="T27" fmla="*/ 4 h 15"/>
                  <a:gd name="T28" fmla="*/ 27 w 46"/>
                  <a:gd name="T29" fmla="*/ 3 h 15"/>
                  <a:gd name="T30" fmla="*/ 25 w 46"/>
                  <a:gd name="T31" fmla="*/ 4 h 15"/>
                  <a:gd name="T32" fmla="*/ 21 w 46"/>
                  <a:gd name="T33" fmla="*/ 5 h 15"/>
                  <a:gd name="T34" fmla="*/ 15 w 46"/>
                  <a:gd name="T35" fmla="*/ 3 h 15"/>
                  <a:gd name="T36" fmla="*/ 11 w 46"/>
                  <a:gd name="T37" fmla="*/ 2 h 15"/>
                  <a:gd name="T38" fmla="*/ 9 w 46"/>
                  <a:gd name="T39" fmla="*/ 0 h 15"/>
                  <a:gd name="T40" fmla="*/ 9 w 46"/>
                  <a:gd name="T4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" h="15">
                    <a:moveTo>
                      <a:pt x="9" y="0"/>
                    </a:moveTo>
                    <a:cubicBezTo>
                      <a:pt x="7" y="1"/>
                      <a:pt x="6" y="0"/>
                      <a:pt x="3" y="0"/>
                    </a:cubicBezTo>
                    <a:cubicBezTo>
                      <a:pt x="3" y="0"/>
                      <a:pt x="0" y="3"/>
                      <a:pt x="0" y="4"/>
                    </a:cubicBezTo>
                    <a:cubicBezTo>
                      <a:pt x="0" y="5"/>
                      <a:pt x="4" y="4"/>
                      <a:pt x="5" y="6"/>
                    </a:cubicBezTo>
                    <a:cubicBezTo>
                      <a:pt x="6" y="8"/>
                      <a:pt x="9" y="8"/>
                      <a:pt x="11" y="9"/>
                    </a:cubicBezTo>
                    <a:cubicBezTo>
                      <a:pt x="13" y="9"/>
                      <a:pt x="14" y="9"/>
                      <a:pt x="15" y="9"/>
                    </a:cubicBezTo>
                    <a:cubicBezTo>
                      <a:pt x="18" y="9"/>
                      <a:pt x="21" y="10"/>
                      <a:pt x="24" y="11"/>
                    </a:cubicBezTo>
                    <a:cubicBezTo>
                      <a:pt x="29" y="12"/>
                      <a:pt x="35" y="11"/>
                      <a:pt x="40" y="13"/>
                    </a:cubicBezTo>
                    <a:cubicBezTo>
                      <a:pt x="41" y="13"/>
                      <a:pt x="44" y="15"/>
                      <a:pt x="45" y="13"/>
                    </a:cubicBezTo>
                    <a:cubicBezTo>
                      <a:pt x="46" y="13"/>
                      <a:pt x="44" y="9"/>
                      <a:pt x="43" y="9"/>
                    </a:cubicBezTo>
                    <a:cubicBezTo>
                      <a:pt x="42" y="8"/>
                      <a:pt x="42" y="9"/>
                      <a:pt x="41" y="9"/>
                    </a:cubicBezTo>
                    <a:cubicBezTo>
                      <a:pt x="39" y="10"/>
                      <a:pt x="38" y="9"/>
                      <a:pt x="37" y="9"/>
                    </a:cubicBezTo>
                    <a:cubicBezTo>
                      <a:pt x="36" y="8"/>
                      <a:pt x="36" y="7"/>
                      <a:pt x="35" y="6"/>
                    </a:cubicBezTo>
                    <a:cubicBezTo>
                      <a:pt x="35" y="5"/>
                      <a:pt x="33" y="5"/>
                      <a:pt x="32" y="4"/>
                    </a:cubicBezTo>
                    <a:cubicBezTo>
                      <a:pt x="31" y="4"/>
                      <a:pt x="28" y="3"/>
                      <a:pt x="27" y="3"/>
                    </a:cubicBezTo>
                    <a:cubicBezTo>
                      <a:pt x="26" y="3"/>
                      <a:pt x="25" y="4"/>
                      <a:pt x="25" y="4"/>
                    </a:cubicBezTo>
                    <a:cubicBezTo>
                      <a:pt x="24" y="5"/>
                      <a:pt x="23" y="5"/>
                      <a:pt x="21" y="5"/>
                    </a:cubicBezTo>
                    <a:cubicBezTo>
                      <a:pt x="19" y="5"/>
                      <a:pt x="17" y="4"/>
                      <a:pt x="15" y="3"/>
                    </a:cubicBezTo>
                    <a:cubicBezTo>
                      <a:pt x="14" y="2"/>
                      <a:pt x="12" y="2"/>
                      <a:pt x="11" y="2"/>
                    </a:cubicBezTo>
                    <a:cubicBezTo>
                      <a:pt x="11" y="2"/>
                      <a:pt x="10" y="0"/>
                      <a:pt x="9" y="0"/>
                    </a:cubicBezTo>
                    <a:cubicBezTo>
                      <a:pt x="8" y="1"/>
                      <a:pt x="10" y="0"/>
                      <a:pt x="9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0" name="Freeform 458"/>
              <p:cNvSpPr>
                <a:spLocks/>
              </p:cNvSpPr>
              <p:nvPr/>
            </p:nvSpPr>
            <p:spPr bwMode="auto">
              <a:xfrm>
                <a:off x="16840326" y="9361183"/>
                <a:ext cx="73248" cy="28669"/>
              </a:xfrm>
              <a:custGeom>
                <a:avLst/>
                <a:gdLst>
                  <a:gd name="T0" fmla="*/ 3 w 8"/>
                  <a:gd name="T1" fmla="*/ 3 h 3"/>
                  <a:gd name="T2" fmla="*/ 8 w 8"/>
                  <a:gd name="T3" fmla="*/ 1 h 3"/>
                  <a:gd name="T4" fmla="*/ 3 w 8"/>
                  <a:gd name="T5" fmla="*/ 3 h 3"/>
                  <a:gd name="T6" fmla="*/ 3 w 8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3">
                    <a:moveTo>
                      <a:pt x="3" y="3"/>
                    </a:moveTo>
                    <a:cubicBezTo>
                      <a:pt x="0" y="2"/>
                      <a:pt x="7" y="0"/>
                      <a:pt x="8" y="1"/>
                    </a:cubicBezTo>
                    <a:cubicBezTo>
                      <a:pt x="8" y="2"/>
                      <a:pt x="4" y="3"/>
                      <a:pt x="3" y="3"/>
                    </a:cubicBezTo>
                    <a:cubicBezTo>
                      <a:pt x="2" y="3"/>
                      <a:pt x="4" y="3"/>
                      <a:pt x="3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1" name="Freeform 459"/>
              <p:cNvSpPr>
                <a:spLocks/>
              </p:cNvSpPr>
              <p:nvPr/>
            </p:nvSpPr>
            <p:spPr bwMode="auto">
              <a:xfrm>
                <a:off x="16942236" y="9428080"/>
                <a:ext cx="57323" cy="38227"/>
              </a:xfrm>
              <a:custGeom>
                <a:avLst/>
                <a:gdLst>
                  <a:gd name="T0" fmla="*/ 3 w 6"/>
                  <a:gd name="T1" fmla="*/ 0 h 4"/>
                  <a:gd name="T2" fmla="*/ 1 w 6"/>
                  <a:gd name="T3" fmla="*/ 1 h 4"/>
                  <a:gd name="T4" fmla="*/ 3 w 6"/>
                  <a:gd name="T5" fmla="*/ 4 h 4"/>
                  <a:gd name="T6" fmla="*/ 3 w 6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cubicBezTo>
                      <a:pt x="2" y="0"/>
                      <a:pt x="0" y="0"/>
                      <a:pt x="1" y="1"/>
                    </a:cubicBezTo>
                    <a:cubicBezTo>
                      <a:pt x="1" y="1"/>
                      <a:pt x="3" y="4"/>
                      <a:pt x="3" y="4"/>
                    </a:cubicBezTo>
                    <a:cubicBezTo>
                      <a:pt x="5" y="4"/>
                      <a:pt x="6" y="0"/>
                      <a:pt x="3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2" name="Freeform 460"/>
              <p:cNvSpPr>
                <a:spLocks/>
              </p:cNvSpPr>
              <p:nvPr/>
            </p:nvSpPr>
            <p:spPr bwMode="auto">
              <a:xfrm>
                <a:off x="16999562" y="9437635"/>
                <a:ext cx="44586" cy="28669"/>
              </a:xfrm>
              <a:custGeom>
                <a:avLst/>
                <a:gdLst>
                  <a:gd name="T0" fmla="*/ 4 w 5"/>
                  <a:gd name="T1" fmla="*/ 1 h 3"/>
                  <a:gd name="T2" fmla="*/ 2 w 5"/>
                  <a:gd name="T3" fmla="*/ 0 h 3"/>
                  <a:gd name="T4" fmla="*/ 1 w 5"/>
                  <a:gd name="T5" fmla="*/ 2 h 3"/>
                  <a:gd name="T6" fmla="*/ 2 w 5"/>
                  <a:gd name="T7" fmla="*/ 2 h 3"/>
                  <a:gd name="T8" fmla="*/ 4 w 5"/>
                  <a:gd name="T9" fmla="*/ 1 h 3"/>
                  <a:gd name="T10" fmla="*/ 4 w 5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3">
                    <a:moveTo>
                      <a:pt x="4" y="1"/>
                    </a:moveTo>
                    <a:cubicBezTo>
                      <a:pt x="4" y="1"/>
                      <a:pt x="3" y="0"/>
                      <a:pt x="2" y="0"/>
                    </a:cubicBezTo>
                    <a:cubicBezTo>
                      <a:pt x="2" y="1"/>
                      <a:pt x="0" y="2"/>
                      <a:pt x="1" y="2"/>
                    </a:cubicBezTo>
                    <a:cubicBezTo>
                      <a:pt x="1" y="2"/>
                      <a:pt x="2" y="3"/>
                      <a:pt x="2" y="2"/>
                    </a:cubicBezTo>
                    <a:cubicBezTo>
                      <a:pt x="3" y="2"/>
                      <a:pt x="5" y="2"/>
                      <a:pt x="4" y="1"/>
                    </a:cubicBezTo>
                    <a:cubicBezTo>
                      <a:pt x="4" y="1"/>
                      <a:pt x="5" y="2"/>
                      <a:pt x="4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3" name="Freeform 461"/>
              <p:cNvSpPr>
                <a:spLocks/>
              </p:cNvSpPr>
              <p:nvPr/>
            </p:nvSpPr>
            <p:spPr bwMode="auto">
              <a:xfrm>
                <a:off x="17034592" y="9437635"/>
                <a:ext cx="66879" cy="38227"/>
              </a:xfrm>
              <a:custGeom>
                <a:avLst/>
                <a:gdLst>
                  <a:gd name="T0" fmla="*/ 2 w 7"/>
                  <a:gd name="T1" fmla="*/ 1 h 4"/>
                  <a:gd name="T2" fmla="*/ 2 w 7"/>
                  <a:gd name="T3" fmla="*/ 4 h 4"/>
                  <a:gd name="T4" fmla="*/ 6 w 7"/>
                  <a:gd name="T5" fmla="*/ 3 h 4"/>
                  <a:gd name="T6" fmla="*/ 5 w 7"/>
                  <a:gd name="T7" fmla="*/ 1 h 4"/>
                  <a:gd name="T8" fmla="*/ 2 w 7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2" y="1"/>
                    </a:moveTo>
                    <a:cubicBezTo>
                      <a:pt x="1" y="2"/>
                      <a:pt x="0" y="4"/>
                      <a:pt x="2" y="4"/>
                    </a:cubicBezTo>
                    <a:cubicBezTo>
                      <a:pt x="4" y="4"/>
                      <a:pt x="5" y="4"/>
                      <a:pt x="6" y="3"/>
                    </a:cubicBezTo>
                    <a:cubicBezTo>
                      <a:pt x="7" y="3"/>
                      <a:pt x="5" y="2"/>
                      <a:pt x="5" y="1"/>
                    </a:cubicBezTo>
                    <a:cubicBezTo>
                      <a:pt x="4" y="0"/>
                      <a:pt x="3" y="0"/>
                      <a:pt x="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4" name="Freeform 462"/>
              <p:cNvSpPr>
                <a:spLocks/>
              </p:cNvSpPr>
              <p:nvPr/>
            </p:nvSpPr>
            <p:spPr bwMode="auto">
              <a:xfrm>
                <a:off x="17082363" y="9428080"/>
                <a:ext cx="76432" cy="4778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1 h 5"/>
                  <a:gd name="T4" fmla="*/ 2 w 8"/>
                  <a:gd name="T5" fmla="*/ 2 h 5"/>
                  <a:gd name="T6" fmla="*/ 2 w 8"/>
                  <a:gd name="T7" fmla="*/ 3 h 5"/>
                  <a:gd name="T8" fmla="*/ 7 w 8"/>
                  <a:gd name="T9" fmla="*/ 4 h 5"/>
                  <a:gd name="T10" fmla="*/ 7 w 8"/>
                  <a:gd name="T11" fmla="*/ 1 h 5"/>
                  <a:gd name="T12" fmla="*/ 1 w 8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4"/>
                      <a:pt x="6" y="5"/>
                      <a:pt x="7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5" y="1"/>
                      <a:pt x="3" y="1"/>
                      <a:pt x="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5" name="Freeform 463"/>
              <p:cNvSpPr>
                <a:spLocks/>
              </p:cNvSpPr>
              <p:nvPr/>
            </p:nvSpPr>
            <p:spPr bwMode="auto">
              <a:xfrm>
                <a:off x="17184277" y="9437635"/>
                <a:ext cx="114649" cy="38227"/>
              </a:xfrm>
              <a:custGeom>
                <a:avLst/>
                <a:gdLst>
                  <a:gd name="T0" fmla="*/ 2 w 12"/>
                  <a:gd name="T1" fmla="*/ 0 h 4"/>
                  <a:gd name="T2" fmla="*/ 0 w 12"/>
                  <a:gd name="T3" fmla="*/ 2 h 4"/>
                  <a:gd name="T4" fmla="*/ 12 w 12"/>
                  <a:gd name="T5" fmla="*/ 2 h 4"/>
                  <a:gd name="T6" fmla="*/ 9 w 12"/>
                  <a:gd name="T7" fmla="*/ 2 h 4"/>
                  <a:gd name="T8" fmla="*/ 2 w 12"/>
                  <a:gd name="T9" fmla="*/ 0 h 4"/>
                  <a:gd name="T10" fmla="*/ 2 w 1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">
                    <a:moveTo>
                      <a:pt x="2" y="0"/>
                    </a:moveTo>
                    <a:cubicBezTo>
                      <a:pt x="2" y="0"/>
                      <a:pt x="0" y="1"/>
                      <a:pt x="0" y="2"/>
                    </a:cubicBezTo>
                    <a:cubicBezTo>
                      <a:pt x="0" y="2"/>
                      <a:pt x="11" y="4"/>
                      <a:pt x="12" y="2"/>
                    </a:cubicBezTo>
                    <a:cubicBezTo>
                      <a:pt x="12" y="1"/>
                      <a:pt x="9" y="2"/>
                      <a:pt x="9" y="2"/>
                    </a:cubicBezTo>
                    <a:cubicBezTo>
                      <a:pt x="7" y="2"/>
                      <a:pt x="4" y="1"/>
                      <a:pt x="2" y="0"/>
                    </a:cubicBezTo>
                    <a:cubicBezTo>
                      <a:pt x="2" y="0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6" name="Freeform 464"/>
              <p:cNvSpPr>
                <a:spLocks/>
              </p:cNvSpPr>
              <p:nvPr/>
            </p:nvSpPr>
            <p:spPr bwMode="auto">
              <a:xfrm>
                <a:off x="17149244" y="9491791"/>
                <a:ext cx="101909" cy="57338"/>
              </a:xfrm>
              <a:custGeom>
                <a:avLst/>
                <a:gdLst>
                  <a:gd name="T0" fmla="*/ 0 w 11"/>
                  <a:gd name="T1" fmla="*/ 0 h 6"/>
                  <a:gd name="T2" fmla="*/ 8 w 11"/>
                  <a:gd name="T3" fmla="*/ 4 h 6"/>
                  <a:gd name="T4" fmla="*/ 0 w 11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1" y="0"/>
                      <a:pt x="7" y="6"/>
                      <a:pt x="8" y="4"/>
                    </a:cubicBezTo>
                    <a:cubicBezTo>
                      <a:pt x="1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7" name="Freeform 465"/>
              <p:cNvSpPr>
                <a:spLocks/>
              </p:cNvSpPr>
              <p:nvPr/>
            </p:nvSpPr>
            <p:spPr bwMode="auto">
              <a:xfrm>
                <a:off x="17474083" y="9192351"/>
                <a:ext cx="57323" cy="38227"/>
              </a:xfrm>
              <a:custGeom>
                <a:avLst/>
                <a:gdLst>
                  <a:gd name="T0" fmla="*/ 3 w 6"/>
                  <a:gd name="T1" fmla="*/ 3 h 4"/>
                  <a:gd name="T2" fmla="*/ 4 w 6"/>
                  <a:gd name="T3" fmla="*/ 0 h 4"/>
                  <a:gd name="T4" fmla="*/ 3 w 6"/>
                  <a:gd name="T5" fmla="*/ 3 h 4"/>
                  <a:gd name="T6" fmla="*/ 3 w 6"/>
                  <a:gd name="T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3" y="3"/>
                    </a:moveTo>
                    <a:cubicBezTo>
                      <a:pt x="0" y="4"/>
                      <a:pt x="1" y="0"/>
                      <a:pt x="4" y="0"/>
                    </a:cubicBezTo>
                    <a:cubicBezTo>
                      <a:pt x="6" y="0"/>
                      <a:pt x="5" y="3"/>
                      <a:pt x="3" y="3"/>
                    </a:cubicBezTo>
                    <a:cubicBezTo>
                      <a:pt x="2" y="4"/>
                      <a:pt x="5" y="3"/>
                      <a:pt x="3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8" name="Freeform 466"/>
              <p:cNvSpPr>
                <a:spLocks/>
              </p:cNvSpPr>
              <p:nvPr/>
            </p:nvSpPr>
            <p:spPr bwMode="auto">
              <a:xfrm>
                <a:off x="17569627" y="9185981"/>
                <a:ext cx="140127" cy="44598"/>
              </a:xfrm>
              <a:custGeom>
                <a:avLst/>
                <a:gdLst>
                  <a:gd name="T0" fmla="*/ 2 w 15"/>
                  <a:gd name="T1" fmla="*/ 3 h 5"/>
                  <a:gd name="T2" fmla="*/ 1 w 15"/>
                  <a:gd name="T3" fmla="*/ 1 h 5"/>
                  <a:gd name="T4" fmla="*/ 5 w 15"/>
                  <a:gd name="T5" fmla="*/ 0 h 5"/>
                  <a:gd name="T6" fmla="*/ 13 w 15"/>
                  <a:gd name="T7" fmla="*/ 2 h 5"/>
                  <a:gd name="T8" fmla="*/ 15 w 15"/>
                  <a:gd name="T9" fmla="*/ 5 h 5"/>
                  <a:gd name="T10" fmla="*/ 11 w 15"/>
                  <a:gd name="T11" fmla="*/ 3 h 5"/>
                  <a:gd name="T12" fmla="*/ 2 w 15"/>
                  <a:gd name="T13" fmla="*/ 3 h 5"/>
                  <a:gd name="T14" fmla="*/ 2 w 15"/>
                  <a:gd name="T1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5">
                    <a:moveTo>
                      <a:pt x="2" y="3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0"/>
                    </a:cubicBezTo>
                    <a:cubicBezTo>
                      <a:pt x="8" y="0"/>
                      <a:pt x="10" y="0"/>
                      <a:pt x="13" y="2"/>
                    </a:cubicBezTo>
                    <a:cubicBezTo>
                      <a:pt x="14" y="3"/>
                      <a:pt x="15" y="4"/>
                      <a:pt x="15" y="5"/>
                    </a:cubicBezTo>
                    <a:cubicBezTo>
                      <a:pt x="14" y="5"/>
                      <a:pt x="11" y="3"/>
                      <a:pt x="11" y="3"/>
                    </a:cubicBezTo>
                    <a:cubicBezTo>
                      <a:pt x="8" y="2"/>
                      <a:pt x="5" y="3"/>
                      <a:pt x="2" y="3"/>
                    </a:cubicBezTo>
                    <a:cubicBezTo>
                      <a:pt x="1" y="3"/>
                      <a:pt x="3" y="3"/>
                      <a:pt x="2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69" name="Freeform 467"/>
              <p:cNvSpPr>
                <a:spLocks/>
              </p:cNvSpPr>
              <p:nvPr/>
            </p:nvSpPr>
            <p:spPr bwMode="auto">
              <a:xfrm>
                <a:off x="17139689" y="8969361"/>
                <a:ext cx="299364" cy="337667"/>
              </a:xfrm>
              <a:custGeom>
                <a:avLst/>
                <a:gdLst>
                  <a:gd name="T0" fmla="*/ 13 w 32"/>
                  <a:gd name="T1" fmla="*/ 32 h 36"/>
                  <a:gd name="T2" fmla="*/ 14 w 32"/>
                  <a:gd name="T3" fmla="*/ 30 h 36"/>
                  <a:gd name="T4" fmla="*/ 11 w 32"/>
                  <a:gd name="T5" fmla="*/ 28 h 36"/>
                  <a:gd name="T6" fmla="*/ 12 w 32"/>
                  <a:gd name="T7" fmla="*/ 23 h 36"/>
                  <a:gd name="T8" fmla="*/ 8 w 32"/>
                  <a:gd name="T9" fmla="*/ 23 h 36"/>
                  <a:gd name="T10" fmla="*/ 8 w 32"/>
                  <a:gd name="T11" fmla="*/ 29 h 36"/>
                  <a:gd name="T12" fmla="*/ 8 w 32"/>
                  <a:gd name="T13" fmla="*/ 30 h 36"/>
                  <a:gd name="T14" fmla="*/ 7 w 32"/>
                  <a:gd name="T15" fmla="*/ 34 h 36"/>
                  <a:gd name="T16" fmla="*/ 4 w 32"/>
                  <a:gd name="T17" fmla="*/ 36 h 36"/>
                  <a:gd name="T18" fmla="*/ 4 w 32"/>
                  <a:gd name="T19" fmla="*/ 31 h 36"/>
                  <a:gd name="T20" fmla="*/ 2 w 32"/>
                  <a:gd name="T21" fmla="*/ 26 h 36"/>
                  <a:gd name="T22" fmla="*/ 1 w 32"/>
                  <a:gd name="T23" fmla="*/ 21 h 36"/>
                  <a:gd name="T24" fmla="*/ 3 w 32"/>
                  <a:gd name="T25" fmla="*/ 14 h 36"/>
                  <a:gd name="T26" fmla="*/ 9 w 32"/>
                  <a:gd name="T27" fmla="*/ 5 h 36"/>
                  <a:gd name="T28" fmla="*/ 11 w 32"/>
                  <a:gd name="T29" fmla="*/ 2 h 36"/>
                  <a:gd name="T30" fmla="*/ 18 w 32"/>
                  <a:gd name="T31" fmla="*/ 4 h 36"/>
                  <a:gd name="T32" fmla="*/ 25 w 32"/>
                  <a:gd name="T33" fmla="*/ 4 h 36"/>
                  <a:gd name="T34" fmla="*/ 32 w 32"/>
                  <a:gd name="T35" fmla="*/ 1 h 36"/>
                  <a:gd name="T36" fmla="*/ 29 w 32"/>
                  <a:gd name="T37" fmla="*/ 6 h 36"/>
                  <a:gd name="T38" fmla="*/ 23 w 32"/>
                  <a:gd name="T39" fmla="*/ 7 h 36"/>
                  <a:gd name="T40" fmla="*/ 10 w 32"/>
                  <a:gd name="T41" fmla="*/ 7 h 36"/>
                  <a:gd name="T42" fmla="*/ 6 w 32"/>
                  <a:gd name="T43" fmla="*/ 10 h 36"/>
                  <a:gd name="T44" fmla="*/ 10 w 32"/>
                  <a:gd name="T45" fmla="*/ 15 h 36"/>
                  <a:gd name="T46" fmla="*/ 13 w 32"/>
                  <a:gd name="T47" fmla="*/ 14 h 36"/>
                  <a:gd name="T48" fmla="*/ 20 w 32"/>
                  <a:gd name="T49" fmla="*/ 13 h 36"/>
                  <a:gd name="T50" fmla="*/ 17 w 32"/>
                  <a:gd name="T51" fmla="*/ 16 h 36"/>
                  <a:gd name="T52" fmla="*/ 13 w 32"/>
                  <a:gd name="T53" fmla="*/ 17 h 36"/>
                  <a:gd name="T54" fmla="*/ 14 w 32"/>
                  <a:gd name="T55" fmla="*/ 20 h 36"/>
                  <a:gd name="T56" fmla="*/ 18 w 32"/>
                  <a:gd name="T57" fmla="*/ 25 h 36"/>
                  <a:gd name="T58" fmla="*/ 19 w 32"/>
                  <a:gd name="T59" fmla="*/ 28 h 36"/>
                  <a:gd name="T60" fmla="*/ 22 w 32"/>
                  <a:gd name="T61" fmla="*/ 30 h 36"/>
                  <a:gd name="T62" fmla="*/ 13 w 32"/>
                  <a:gd name="T63" fmla="*/ 32 h 36"/>
                  <a:gd name="T64" fmla="*/ 13 w 32"/>
                  <a:gd name="T65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" h="36">
                    <a:moveTo>
                      <a:pt x="13" y="32"/>
                    </a:moveTo>
                    <a:cubicBezTo>
                      <a:pt x="13" y="31"/>
                      <a:pt x="14" y="31"/>
                      <a:pt x="14" y="30"/>
                    </a:cubicBezTo>
                    <a:cubicBezTo>
                      <a:pt x="14" y="29"/>
                      <a:pt x="12" y="28"/>
                      <a:pt x="11" y="28"/>
                    </a:cubicBezTo>
                    <a:cubicBezTo>
                      <a:pt x="10" y="26"/>
                      <a:pt x="12" y="25"/>
                      <a:pt x="12" y="23"/>
                    </a:cubicBezTo>
                    <a:cubicBezTo>
                      <a:pt x="12" y="22"/>
                      <a:pt x="8" y="22"/>
                      <a:pt x="8" y="23"/>
                    </a:cubicBezTo>
                    <a:cubicBezTo>
                      <a:pt x="7" y="25"/>
                      <a:pt x="8" y="27"/>
                      <a:pt x="8" y="29"/>
                    </a:cubicBezTo>
                    <a:cubicBezTo>
                      <a:pt x="7" y="29"/>
                      <a:pt x="8" y="30"/>
                      <a:pt x="8" y="30"/>
                    </a:cubicBezTo>
                    <a:cubicBezTo>
                      <a:pt x="8" y="32"/>
                      <a:pt x="7" y="33"/>
                      <a:pt x="7" y="34"/>
                    </a:cubicBezTo>
                    <a:cubicBezTo>
                      <a:pt x="6" y="36"/>
                      <a:pt x="7" y="36"/>
                      <a:pt x="4" y="36"/>
                    </a:cubicBezTo>
                    <a:cubicBezTo>
                      <a:pt x="1" y="36"/>
                      <a:pt x="4" y="32"/>
                      <a:pt x="4" y="31"/>
                    </a:cubicBezTo>
                    <a:cubicBezTo>
                      <a:pt x="5" y="30"/>
                      <a:pt x="4" y="27"/>
                      <a:pt x="2" y="26"/>
                    </a:cubicBezTo>
                    <a:cubicBezTo>
                      <a:pt x="0" y="25"/>
                      <a:pt x="0" y="23"/>
                      <a:pt x="1" y="21"/>
                    </a:cubicBezTo>
                    <a:cubicBezTo>
                      <a:pt x="2" y="19"/>
                      <a:pt x="2" y="16"/>
                      <a:pt x="3" y="14"/>
                    </a:cubicBezTo>
                    <a:cubicBezTo>
                      <a:pt x="5" y="11"/>
                      <a:pt x="4" y="5"/>
                      <a:pt x="9" y="5"/>
                    </a:cubicBezTo>
                    <a:cubicBezTo>
                      <a:pt x="10" y="5"/>
                      <a:pt x="9" y="2"/>
                      <a:pt x="11" y="2"/>
                    </a:cubicBezTo>
                    <a:cubicBezTo>
                      <a:pt x="14" y="3"/>
                      <a:pt x="16" y="4"/>
                      <a:pt x="18" y="4"/>
                    </a:cubicBezTo>
                    <a:cubicBezTo>
                      <a:pt x="20" y="4"/>
                      <a:pt x="23" y="5"/>
                      <a:pt x="25" y="4"/>
                    </a:cubicBezTo>
                    <a:cubicBezTo>
                      <a:pt x="26" y="4"/>
                      <a:pt x="32" y="0"/>
                      <a:pt x="32" y="1"/>
                    </a:cubicBezTo>
                    <a:cubicBezTo>
                      <a:pt x="32" y="2"/>
                      <a:pt x="29" y="5"/>
                      <a:pt x="29" y="6"/>
                    </a:cubicBezTo>
                    <a:cubicBezTo>
                      <a:pt x="27" y="7"/>
                      <a:pt x="25" y="7"/>
                      <a:pt x="23" y="7"/>
                    </a:cubicBezTo>
                    <a:cubicBezTo>
                      <a:pt x="18" y="6"/>
                      <a:pt x="14" y="7"/>
                      <a:pt x="10" y="7"/>
                    </a:cubicBezTo>
                    <a:cubicBezTo>
                      <a:pt x="7" y="6"/>
                      <a:pt x="6" y="7"/>
                      <a:pt x="6" y="10"/>
                    </a:cubicBezTo>
                    <a:cubicBezTo>
                      <a:pt x="6" y="13"/>
                      <a:pt x="9" y="13"/>
                      <a:pt x="10" y="15"/>
                    </a:cubicBezTo>
                    <a:cubicBezTo>
                      <a:pt x="11" y="17"/>
                      <a:pt x="12" y="15"/>
                      <a:pt x="13" y="14"/>
                    </a:cubicBezTo>
                    <a:cubicBezTo>
                      <a:pt x="13" y="13"/>
                      <a:pt x="20" y="12"/>
                      <a:pt x="20" y="13"/>
                    </a:cubicBezTo>
                    <a:cubicBezTo>
                      <a:pt x="21" y="13"/>
                      <a:pt x="18" y="16"/>
                      <a:pt x="17" y="16"/>
                    </a:cubicBezTo>
                    <a:cubicBezTo>
                      <a:pt x="15" y="18"/>
                      <a:pt x="15" y="18"/>
                      <a:pt x="13" y="17"/>
                    </a:cubicBezTo>
                    <a:cubicBezTo>
                      <a:pt x="13" y="17"/>
                      <a:pt x="14" y="20"/>
                      <a:pt x="14" y="20"/>
                    </a:cubicBezTo>
                    <a:cubicBezTo>
                      <a:pt x="15" y="21"/>
                      <a:pt x="18" y="23"/>
                      <a:pt x="18" y="25"/>
                    </a:cubicBezTo>
                    <a:cubicBezTo>
                      <a:pt x="18" y="26"/>
                      <a:pt x="18" y="27"/>
                      <a:pt x="19" y="28"/>
                    </a:cubicBezTo>
                    <a:cubicBezTo>
                      <a:pt x="19" y="28"/>
                      <a:pt x="21" y="30"/>
                      <a:pt x="22" y="30"/>
                    </a:cubicBezTo>
                    <a:cubicBezTo>
                      <a:pt x="20" y="31"/>
                      <a:pt x="15" y="33"/>
                      <a:pt x="13" y="32"/>
                    </a:cubicBezTo>
                    <a:cubicBezTo>
                      <a:pt x="13" y="31"/>
                      <a:pt x="14" y="33"/>
                      <a:pt x="13" y="3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0" name="Freeform 468"/>
              <p:cNvSpPr>
                <a:spLocks/>
              </p:cNvSpPr>
              <p:nvPr/>
            </p:nvSpPr>
            <p:spPr bwMode="auto">
              <a:xfrm>
                <a:off x="17540962" y="8950247"/>
                <a:ext cx="73248" cy="140163"/>
              </a:xfrm>
              <a:custGeom>
                <a:avLst/>
                <a:gdLst>
                  <a:gd name="T0" fmla="*/ 3 w 8"/>
                  <a:gd name="T1" fmla="*/ 2 h 15"/>
                  <a:gd name="T2" fmla="*/ 3 w 8"/>
                  <a:gd name="T3" fmla="*/ 0 h 15"/>
                  <a:gd name="T4" fmla="*/ 0 w 8"/>
                  <a:gd name="T5" fmla="*/ 4 h 15"/>
                  <a:gd name="T6" fmla="*/ 1 w 8"/>
                  <a:gd name="T7" fmla="*/ 8 h 15"/>
                  <a:gd name="T8" fmla="*/ 2 w 8"/>
                  <a:gd name="T9" fmla="*/ 12 h 15"/>
                  <a:gd name="T10" fmla="*/ 5 w 8"/>
                  <a:gd name="T11" fmla="*/ 15 h 15"/>
                  <a:gd name="T12" fmla="*/ 4 w 8"/>
                  <a:gd name="T13" fmla="*/ 13 h 15"/>
                  <a:gd name="T14" fmla="*/ 3 w 8"/>
                  <a:gd name="T15" fmla="*/ 9 h 15"/>
                  <a:gd name="T16" fmla="*/ 7 w 8"/>
                  <a:gd name="T17" fmla="*/ 9 h 15"/>
                  <a:gd name="T18" fmla="*/ 5 w 8"/>
                  <a:gd name="T19" fmla="*/ 7 h 15"/>
                  <a:gd name="T20" fmla="*/ 6 w 8"/>
                  <a:gd name="T21" fmla="*/ 5 h 15"/>
                  <a:gd name="T22" fmla="*/ 2 w 8"/>
                  <a:gd name="T23" fmla="*/ 6 h 15"/>
                  <a:gd name="T24" fmla="*/ 3 w 8"/>
                  <a:gd name="T25" fmla="*/ 2 h 15"/>
                  <a:gd name="T26" fmla="*/ 3 w 8"/>
                  <a:gd name="T27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" h="15">
                    <a:moveTo>
                      <a:pt x="3" y="2"/>
                    </a:moveTo>
                    <a:cubicBezTo>
                      <a:pt x="3" y="1"/>
                      <a:pt x="3" y="1"/>
                      <a:pt x="3" y="0"/>
                    </a:cubicBezTo>
                    <a:cubicBezTo>
                      <a:pt x="2" y="0"/>
                      <a:pt x="0" y="3"/>
                      <a:pt x="0" y="4"/>
                    </a:cubicBezTo>
                    <a:cubicBezTo>
                      <a:pt x="0" y="5"/>
                      <a:pt x="1" y="6"/>
                      <a:pt x="1" y="8"/>
                    </a:cubicBezTo>
                    <a:cubicBezTo>
                      <a:pt x="1" y="9"/>
                      <a:pt x="1" y="11"/>
                      <a:pt x="2" y="12"/>
                    </a:cubicBezTo>
                    <a:cubicBezTo>
                      <a:pt x="2" y="12"/>
                      <a:pt x="5" y="15"/>
                      <a:pt x="5" y="15"/>
                    </a:cubicBezTo>
                    <a:cubicBezTo>
                      <a:pt x="5" y="15"/>
                      <a:pt x="4" y="13"/>
                      <a:pt x="4" y="13"/>
                    </a:cubicBezTo>
                    <a:cubicBezTo>
                      <a:pt x="3" y="12"/>
                      <a:pt x="3" y="10"/>
                      <a:pt x="3" y="9"/>
                    </a:cubicBezTo>
                    <a:cubicBezTo>
                      <a:pt x="3" y="8"/>
                      <a:pt x="7" y="9"/>
                      <a:pt x="7" y="9"/>
                    </a:cubicBezTo>
                    <a:cubicBezTo>
                      <a:pt x="8" y="9"/>
                      <a:pt x="6" y="8"/>
                      <a:pt x="5" y="7"/>
                    </a:cubicBezTo>
                    <a:cubicBezTo>
                      <a:pt x="5" y="7"/>
                      <a:pt x="6" y="6"/>
                      <a:pt x="6" y="5"/>
                    </a:cubicBezTo>
                    <a:cubicBezTo>
                      <a:pt x="7" y="1"/>
                      <a:pt x="3" y="6"/>
                      <a:pt x="2" y="6"/>
                    </a:cubicBezTo>
                    <a:cubicBezTo>
                      <a:pt x="2" y="6"/>
                      <a:pt x="4" y="3"/>
                      <a:pt x="3" y="2"/>
                    </a:cubicBezTo>
                    <a:cubicBezTo>
                      <a:pt x="3" y="1"/>
                      <a:pt x="4" y="3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1" name="Freeform 469"/>
              <p:cNvSpPr>
                <a:spLocks/>
              </p:cNvSpPr>
              <p:nvPr/>
            </p:nvSpPr>
            <p:spPr bwMode="auto">
              <a:xfrm>
                <a:off x="17579182" y="8931136"/>
                <a:ext cx="25477" cy="19114"/>
              </a:xfrm>
              <a:custGeom>
                <a:avLst/>
                <a:gdLst>
                  <a:gd name="T0" fmla="*/ 1 w 3"/>
                  <a:gd name="T1" fmla="*/ 2 h 2"/>
                  <a:gd name="T2" fmla="*/ 2 w 3"/>
                  <a:gd name="T3" fmla="*/ 0 h 2"/>
                  <a:gd name="T4" fmla="*/ 1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2"/>
                    </a:moveTo>
                    <a:cubicBezTo>
                      <a:pt x="0" y="2"/>
                      <a:pt x="1" y="0"/>
                      <a:pt x="2" y="0"/>
                    </a:cubicBezTo>
                    <a:cubicBezTo>
                      <a:pt x="3" y="0"/>
                      <a:pt x="2" y="2"/>
                      <a:pt x="1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2" name="Freeform 470"/>
              <p:cNvSpPr>
                <a:spLocks/>
              </p:cNvSpPr>
              <p:nvPr/>
            </p:nvSpPr>
            <p:spPr bwMode="auto">
              <a:xfrm>
                <a:off x="17681092" y="9052186"/>
                <a:ext cx="44586" cy="19114"/>
              </a:xfrm>
              <a:custGeom>
                <a:avLst/>
                <a:gdLst>
                  <a:gd name="T0" fmla="*/ 5 w 5"/>
                  <a:gd name="T1" fmla="*/ 1 h 2"/>
                  <a:gd name="T2" fmla="*/ 0 w 5"/>
                  <a:gd name="T3" fmla="*/ 1 h 2"/>
                  <a:gd name="T4" fmla="*/ 5 w 5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5" y="0"/>
                      <a:pt x="0" y="0"/>
                      <a:pt x="0" y="1"/>
                    </a:cubicBezTo>
                    <a:cubicBezTo>
                      <a:pt x="0" y="1"/>
                      <a:pt x="5" y="2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3" name="Freeform 471"/>
              <p:cNvSpPr>
                <a:spLocks/>
              </p:cNvSpPr>
              <p:nvPr/>
            </p:nvSpPr>
            <p:spPr bwMode="auto">
              <a:xfrm>
                <a:off x="17690647" y="9061741"/>
                <a:ext cx="175160" cy="105124"/>
              </a:xfrm>
              <a:custGeom>
                <a:avLst/>
                <a:gdLst>
                  <a:gd name="T0" fmla="*/ 10 w 19"/>
                  <a:gd name="T1" fmla="*/ 1 h 11"/>
                  <a:gd name="T2" fmla="*/ 4 w 19"/>
                  <a:gd name="T3" fmla="*/ 3 h 11"/>
                  <a:gd name="T4" fmla="*/ 3 w 19"/>
                  <a:gd name="T5" fmla="*/ 4 h 11"/>
                  <a:gd name="T6" fmla="*/ 1 w 19"/>
                  <a:gd name="T7" fmla="*/ 3 h 11"/>
                  <a:gd name="T8" fmla="*/ 3 w 19"/>
                  <a:gd name="T9" fmla="*/ 6 h 11"/>
                  <a:gd name="T10" fmla="*/ 6 w 19"/>
                  <a:gd name="T11" fmla="*/ 7 h 11"/>
                  <a:gd name="T12" fmla="*/ 9 w 19"/>
                  <a:gd name="T13" fmla="*/ 10 h 11"/>
                  <a:gd name="T14" fmla="*/ 14 w 19"/>
                  <a:gd name="T15" fmla="*/ 10 h 11"/>
                  <a:gd name="T16" fmla="*/ 18 w 19"/>
                  <a:gd name="T17" fmla="*/ 5 h 11"/>
                  <a:gd name="T18" fmla="*/ 15 w 19"/>
                  <a:gd name="T19" fmla="*/ 2 h 11"/>
                  <a:gd name="T20" fmla="*/ 10 w 19"/>
                  <a:gd name="T21" fmla="*/ 1 h 11"/>
                  <a:gd name="T22" fmla="*/ 10 w 19"/>
                  <a:gd name="T2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11">
                    <a:moveTo>
                      <a:pt x="10" y="1"/>
                    </a:moveTo>
                    <a:cubicBezTo>
                      <a:pt x="9" y="0"/>
                      <a:pt x="5" y="2"/>
                      <a:pt x="4" y="3"/>
                    </a:cubicBezTo>
                    <a:cubicBezTo>
                      <a:pt x="3" y="3"/>
                      <a:pt x="4" y="3"/>
                      <a:pt x="3" y="4"/>
                    </a:cubicBezTo>
                    <a:cubicBezTo>
                      <a:pt x="3" y="5"/>
                      <a:pt x="2" y="3"/>
                      <a:pt x="1" y="3"/>
                    </a:cubicBezTo>
                    <a:cubicBezTo>
                      <a:pt x="0" y="3"/>
                      <a:pt x="2" y="6"/>
                      <a:pt x="3" y="6"/>
                    </a:cubicBezTo>
                    <a:cubicBezTo>
                      <a:pt x="3" y="7"/>
                      <a:pt x="5" y="7"/>
                      <a:pt x="6" y="7"/>
                    </a:cubicBezTo>
                    <a:cubicBezTo>
                      <a:pt x="8" y="7"/>
                      <a:pt x="8" y="9"/>
                      <a:pt x="9" y="10"/>
                    </a:cubicBezTo>
                    <a:cubicBezTo>
                      <a:pt x="10" y="11"/>
                      <a:pt x="13" y="10"/>
                      <a:pt x="14" y="10"/>
                    </a:cubicBezTo>
                    <a:cubicBezTo>
                      <a:pt x="18" y="10"/>
                      <a:pt x="19" y="8"/>
                      <a:pt x="18" y="5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2" y="1"/>
                      <a:pt x="10" y="1"/>
                    </a:cubicBezTo>
                    <a:cubicBezTo>
                      <a:pt x="10" y="1"/>
                      <a:pt x="11" y="1"/>
                      <a:pt x="10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4" name="Freeform 472"/>
              <p:cNvSpPr>
                <a:spLocks/>
              </p:cNvSpPr>
              <p:nvPr/>
            </p:nvSpPr>
            <p:spPr bwMode="auto">
              <a:xfrm>
                <a:off x="18521857" y="9240134"/>
                <a:ext cx="194268" cy="111494"/>
              </a:xfrm>
              <a:custGeom>
                <a:avLst/>
                <a:gdLst>
                  <a:gd name="T0" fmla="*/ 0 w 21"/>
                  <a:gd name="T1" fmla="*/ 8 h 12"/>
                  <a:gd name="T2" fmla="*/ 6 w 21"/>
                  <a:gd name="T3" fmla="*/ 8 h 12"/>
                  <a:gd name="T4" fmla="*/ 9 w 21"/>
                  <a:gd name="T5" fmla="*/ 7 h 12"/>
                  <a:gd name="T6" fmla="*/ 13 w 21"/>
                  <a:gd name="T7" fmla="*/ 7 h 12"/>
                  <a:gd name="T8" fmla="*/ 14 w 21"/>
                  <a:gd name="T9" fmla="*/ 5 h 12"/>
                  <a:gd name="T10" fmla="*/ 17 w 21"/>
                  <a:gd name="T11" fmla="*/ 3 h 12"/>
                  <a:gd name="T12" fmla="*/ 20 w 21"/>
                  <a:gd name="T13" fmla="*/ 4 h 12"/>
                  <a:gd name="T14" fmla="*/ 18 w 21"/>
                  <a:gd name="T15" fmla="*/ 7 h 12"/>
                  <a:gd name="T16" fmla="*/ 11 w 21"/>
                  <a:gd name="T17" fmla="*/ 11 h 12"/>
                  <a:gd name="T18" fmla="*/ 0 w 21"/>
                  <a:gd name="T19" fmla="*/ 8 h 12"/>
                  <a:gd name="T20" fmla="*/ 0 w 21"/>
                  <a:gd name="T21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12">
                    <a:moveTo>
                      <a:pt x="0" y="8"/>
                    </a:moveTo>
                    <a:cubicBezTo>
                      <a:pt x="1" y="7"/>
                      <a:pt x="5" y="8"/>
                      <a:pt x="6" y="8"/>
                    </a:cubicBezTo>
                    <a:cubicBezTo>
                      <a:pt x="7" y="8"/>
                      <a:pt x="8" y="6"/>
                      <a:pt x="9" y="7"/>
                    </a:cubicBezTo>
                    <a:cubicBezTo>
                      <a:pt x="10" y="8"/>
                      <a:pt x="12" y="8"/>
                      <a:pt x="13" y="7"/>
                    </a:cubicBezTo>
                    <a:cubicBezTo>
                      <a:pt x="13" y="6"/>
                      <a:pt x="14" y="5"/>
                      <a:pt x="14" y="5"/>
                    </a:cubicBezTo>
                    <a:cubicBezTo>
                      <a:pt x="15" y="5"/>
                      <a:pt x="17" y="5"/>
                      <a:pt x="17" y="3"/>
                    </a:cubicBezTo>
                    <a:cubicBezTo>
                      <a:pt x="17" y="0"/>
                      <a:pt x="21" y="2"/>
                      <a:pt x="20" y="4"/>
                    </a:cubicBezTo>
                    <a:cubicBezTo>
                      <a:pt x="19" y="5"/>
                      <a:pt x="18" y="7"/>
                      <a:pt x="18" y="7"/>
                    </a:cubicBezTo>
                    <a:cubicBezTo>
                      <a:pt x="15" y="8"/>
                      <a:pt x="14" y="10"/>
                      <a:pt x="11" y="11"/>
                    </a:cubicBezTo>
                    <a:cubicBezTo>
                      <a:pt x="9" y="12"/>
                      <a:pt x="0" y="11"/>
                      <a:pt x="0" y="8"/>
                    </a:cubicBezTo>
                    <a:cubicBezTo>
                      <a:pt x="0" y="7"/>
                      <a:pt x="0" y="10"/>
                      <a:pt x="0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5" name="Freeform 473"/>
              <p:cNvSpPr>
                <a:spLocks/>
              </p:cNvSpPr>
              <p:nvPr/>
            </p:nvSpPr>
            <p:spPr bwMode="auto">
              <a:xfrm>
                <a:off x="18802113" y="9297472"/>
                <a:ext cx="82803" cy="101936"/>
              </a:xfrm>
              <a:custGeom>
                <a:avLst/>
                <a:gdLst>
                  <a:gd name="T0" fmla="*/ 1 w 9"/>
                  <a:gd name="T1" fmla="*/ 0 h 11"/>
                  <a:gd name="T2" fmla="*/ 8 w 9"/>
                  <a:gd name="T3" fmla="*/ 8 h 11"/>
                  <a:gd name="T4" fmla="*/ 5 w 9"/>
                  <a:gd name="T5" fmla="*/ 4 h 11"/>
                  <a:gd name="T6" fmla="*/ 1 w 9"/>
                  <a:gd name="T7" fmla="*/ 0 h 11"/>
                  <a:gd name="T8" fmla="*/ 1 w 9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1">
                    <a:moveTo>
                      <a:pt x="1" y="0"/>
                    </a:moveTo>
                    <a:cubicBezTo>
                      <a:pt x="0" y="1"/>
                      <a:pt x="5" y="11"/>
                      <a:pt x="8" y="8"/>
                    </a:cubicBezTo>
                    <a:cubicBezTo>
                      <a:pt x="9" y="6"/>
                      <a:pt x="6" y="4"/>
                      <a:pt x="5" y="4"/>
                    </a:cubicBezTo>
                    <a:cubicBezTo>
                      <a:pt x="4" y="3"/>
                      <a:pt x="1" y="0"/>
                      <a:pt x="1" y="0"/>
                    </a:cubicBezTo>
                    <a:cubicBezTo>
                      <a:pt x="0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6" name="Freeform 474"/>
              <p:cNvSpPr>
                <a:spLocks/>
              </p:cNvSpPr>
              <p:nvPr/>
            </p:nvSpPr>
            <p:spPr bwMode="auto">
              <a:xfrm>
                <a:off x="19044149" y="9485423"/>
                <a:ext cx="54139" cy="54153"/>
              </a:xfrm>
              <a:custGeom>
                <a:avLst/>
                <a:gdLst>
                  <a:gd name="T0" fmla="*/ 6 w 6"/>
                  <a:gd name="T1" fmla="*/ 4 h 6"/>
                  <a:gd name="T2" fmla="*/ 1 w 6"/>
                  <a:gd name="T3" fmla="*/ 2 h 6"/>
                  <a:gd name="T4" fmla="*/ 6 w 6"/>
                  <a:gd name="T5" fmla="*/ 4 h 6"/>
                  <a:gd name="T6" fmla="*/ 6 w 6"/>
                  <a:gd name="T7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6" y="4"/>
                    </a:moveTo>
                    <a:cubicBezTo>
                      <a:pt x="6" y="2"/>
                      <a:pt x="0" y="0"/>
                      <a:pt x="1" y="2"/>
                    </a:cubicBezTo>
                    <a:cubicBezTo>
                      <a:pt x="1" y="3"/>
                      <a:pt x="6" y="5"/>
                      <a:pt x="6" y="4"/>
                    </a:cubicBezTo>
                    <a:cubicBezTo>
                      <a:pt x="6" y="3"/>
                      <a:pt x="6" y="6"/>
                      <a:pt x="6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7" name="Freeform 475"/>
              <p:cNvSpPr>
                <a:spLocks/>
              </p:cNvSpPr>
              <p:nvPr/>
            </p:nvSpPr>
            <p:spPr bwMode="auto">
              <a:xfrm>
                <a:off x="18986825" y="9399411"/>
                <a:ext cx="85988" cy="57338"/>
              </a:xfrm>
              <a:custGeom>
                <a:avLst/>
                <a:gdLst>
                  <a:gd name="T0" fmla="*/ 8 w 9"/>
                  <a:gd name="T1" fmla="*/ 6 h 6"/>
                  <a:gd name="T2" fmla="*/ 0 w 9"/>
                  <a:gd name="T3" fmla="*/ 1 h 6"/>
                  <a:gd name="T4" fmla="*/ 3 w 9"/>
                  <a:gd name="T5" fmla="*/ 4 h 6"/>
                  <a:gd name="T6" fmla="*/ 8 w 9"/>
                  <a:gd name="T7" fmla="*/ 6 h 6"/>
                  <a:gd name="T8" fmla="*/ 8 w 9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">
                    <a:moveTo>
                      <a:pt x="8" y="6"/>
                    </a:moveTo>
                    <a:cubicBezTo>
                      <a:pt x="6" y="5"/>
                      <a:pt x="3" y="0"/>
                      <a:pt x="0" y="1"/>
                    </a:cubicBezTo>
                    <a:cubicBezTo>
                      <a:pt x="0" y="2"/>
                      <a:pt x="3" y="3"/>
                      <a:pt x="3" y="4"/>
                    </a:cubicBezTo>
                    <a:cubicBezTo>
                      <a:pt x="5" y="4"/>
                      <a:pt x="6" y="5"/>
                      <a:pt x="8" y="6"/>
                    </a:cubicBezTo>
                    <a:cubicBezTo>
                      <a:pt x="9" y="6"/>
                      <a:pt x="6" y="5"/>
                      <a:pt x="8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8" name="Freeform 476"/>
              <p:cNvSpPr>
                <a:spLocks/>
              </p:cNvSpPr>
              <p:nvPr/>
            </p:nvSpPr>
            <p:spPr bwMode="auto">
              <a:xfrm>
                <a:off x="18904022" y="9361183"/>
                <a:ext cx="38217" cy="47785"/>
              </a:xfrm>
              <a:custGeom>
                <a:avLst/>
                <a:gdLst>
                  <a:gd name="T0" fmla="*/ 4 w 4"/>
                  <a:gd name="T1" fmla="*/ 4 h 5"/>
                  <a:gd name="T2" fmla="*/ 0 w 4"/>
                  <a:gd name="T3" fmla="*/ 0 h 5"/>
                  <a:gd name="T4" fmla="*/ 4 w 4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5">
                    <a:moveTo>
                      <a:pt x="4" y="4"/>
                    </a:moveTo>
                    <a:cubicBezTo>
                      <a:pt x="4" y="2"/>
                      <a:pt x="0" y="0"/>
                      <a:pt x="0" y="0"/>
                    </a:cubicBezTo>
                    <a:cubicBezTo>
                      <a:pt x="0" y="1"/>
                      <a:pt x="4" y="5"/>
                      <a:pt x="4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79" name="Freeform 477"/>
              <p:cNvSpPr>
                <a:spLocks/>
              </p:cNvSpPr>
              <p:nvPr/>
            </p:nvSpPr>
            <p:spPr bwMode="auto">
              <a:xfrm>
                <a:off x="19247970" y="10017406"/>
                <a:ext cx="149680" cy="111494"/>
              </a:xfrm>
              <a:custGeom>
                <a:avLst/>
                <a:gdLst>
                  <a:gd name="T0" fmla="*/ 15 w 16"/>
                  <a:gd name="T1" fmla="*/ 11 h 12"/>
                  <a:gd name="T2" fmla="*/ 2 w 16"/>
                  <a:gd name="T3" fmla="*/ 0 h 12"/>
                  <a:gd name="T4" fmla="*/ 15 w 16"/>
                  <a:gd name="T5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" h="12">
                    <a:moveTo>
                      <a:pt x="15" y="11"/>
                    </a:moveTo>
                    <a:cubicBezTo>
                      <a:pt x="16" y="12"/>
                      <a:pt x="3" y="0"/>
                      <a:pt x="2" y="0"/>
                    </a:cubicBezTo>
                    <a:cubicBezTo>
                      <a:pt x="0" y="0"/>
                      <a:pt x="7" y="9"/>
                      <a:pt x="15" y="1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0" name="Freeform 478"/>
              <p:cNvSpPr>
                <a:spLocks/>
              </p:cNvSpPr>
              <p:nvPr/>
            </p:nvSpPr>
            <p:spPr bwMode="auto">
              <a:xfrm>
                <a:off x="19649244" y="10727782"/>
                <a:ext cx="105096" cy="130608"/>
              </a:xfrm>
              <a:custGeom>
                <a:avLst/>
                <a:gdLst>
                  <a:gd name="T0" fmla="*/ 11 w 11"/>
                  <a:gd name="T1" fmla="*/ 14 h 14"/>
                  <a:gd name="T2" fmla="*/ 9 w 11"/>
                  <a:gd name="T3" fmla="*/ 10 h 14"/>
                  <a:gd name="T4" fmla="*/ 9 w 11"/>
                  <a:gd name="T5" fmla="*/ 7 h 14"/>
                  <a:gd name="T6" fmla="*/ 0 w 11"/>
                  <a:gd name="T7" fmla="*/ 0 h 14"/>
                  <a:gd name="T8" fmla="*/ 3 w 11"/>
                  <a:gd name="T9" fmla="*/ 4 h 14"/>
                  <a:gd name="T10" fmla="*/ 5 w 11"/>
                  <a:gd name="T11" fmla="*/ 8 h 14"/>
                  <a:gd name="T12" fmla="*/ 8 w 11"/>
                  <a:gd name="T13" fmla="*/ 11 h 14"/>
                  <a:gd name="T14" fmla="*/ 11 w 11"/>
                  <a:gd name="T1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4">
                    <a:moveTo>
                      <a:pt x="11" y="14"/>
                    </a:moveTo>
                    <a:cubicBezTo>
                      <a:pt x="10" y="12"/>
                      <a:pt x="11" y="11"/>
                      <a:pt x="9" y="10"/>
                    </a:cubicBezTo>
                    <a:cubicBezTo>
                      <a:pt x="8" y="8"/>
                      <a:pt x="9" y="8"/>
                      <a:pt x="9" y="7"/>
                    </a:cubicBezTo>
                    <a:cubicBezTo>
                      <a:pt x="8" y="5"/>
                      <a:pt x="0" y="1"/>
                      <a:pt x="0" y="0"/>
                    </a:cubicBezTo>
                    <a:cubicBezTo>
                      <a:pt x="0" y="1"/>
                      <a:pt x="3" y="3"/>
                      <a:pt x="3" y="4"/>
                    </a:cubicBezTo>
                    <a:cubicBezTo>
                      <a:pt x="4" y="6"/>
                      <a:pt x="4" y="7"/>
                      <a:pt x="5" y="8"/>
                    </a:cubicBezTo>
                    <a:cubicBezTo>
                      <a:pt x="6" y="9"/>
                      <a:pt x="9" y="10"/>
                      <a:pt x="8" y="11"/>
                    </a:cubicBezTo>
                    <a:cubicBezTo>
                      <a:pt x="8" y="13"/>
                      <a:pt x="9" y="13"/>
                      <a:pt x="11" y="1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1" name="Freeform 479"/>
              <p:cNvSpPr>
                <a:spLocks/>
              </p:cNvSpPr>
              <p:nvPr/>
            </p:nvSpPr>
            <p:spPr bwMode="auto">
              <a:xfrm>
                <a:off x="19677908" y="10848834"/>
                <a:ext cx="242036" cy="283514"/>
              </a:xfrm>
              <a:custGeom>
                <a:avLst/>
                <a:gdLst>
                  <a:gd name="T0" fmla="*/ 8 w 26"/>
                  <a:gd name="T1" fmla="*/ 2 h 30"/>
                  <a:gd name="T2" fmla="*/ 7 w 26"/>
                  <a:gd name="T3" fmla="*/ 11 h 30"/>
                  <a:gd name="T4" fmla="*/ 5 w 26"/>
                  <a:gd name="T5" fmla="*/ 18 h 30"/>
                  <a:gd name="T6" fmla="*/ 9 w 26"/>
                  <a:gd name="T7" fmla="*/ 25 h 30"/>
                  <a:gd name="T8" fmla="*/ 14 w 26"/>
                  <a:gd name="T9" fmla="*/ 26 h 30"/>
                  <a:gd name="T10" fmla="*/ 17 w 26"/>
                  <a:gd name="T11" fmla="*/ 22 h 30"/>
                  <a:gd name="T12" fmla="*/ 18 w 26"/>
                  <a:gd name="T13" fmla="*/ 16 h 30"/>
                  <a:gd name="T14" fmla="*/ 22 w 26"/>
                  <a:gd name="T15" fmla="*/ 14 h 30"/>
                  <a:gd name="T16" fmla="*/ 26 w 26"/>
                  <a:gd name="T17" fmla="*/ 10 h 30"/>
                  <a:gd name="T18" fmla="*/ 25 w 26"/>
                  <a:gd name="T19" fmla="*/ 6 h 30"/>
                  <a:gd name="T20" fmla="*/ 20 w 26"/>
                  <a:gd name="T21" fmla="*/ 8 h 30"/>
                  <a:gd name="T22" fmla="*/ 14 w 26"/>
                  <a:gd name="T23" fmla="*/ 5 h 30"/>
                  <a:gd name="T24" fmla="*/ 11 w 26"/>
                  <a:gd name="T25" fmla="*/ 0 h 30"/>
                  <a:gd name="T26" fmla="*/ 11 w 26"/>
                  <a:gd name="T27" fmla="*/ 3 h 30"/>
                  <a:gd name="T28" fmla="*/ 8 w 26"/>
                  <a:gd name="T29" fmla="*/ 2 h 30"/>
                  <a:gd name="T30" fmla="*/ 8 w 26"/>
                  <a:gd name="T31" fmla="*/ 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" h="30">
                    <a:moveTo>
                      <a:pt x="8" y="2"/>
                    </a:moveTo>
                    <a:cubicBezTo>
                      <a:pt x="7" y="2"/>
                      <a:pt x="7" y="9"/>
                      <a:pt x="7" y="11"/>
                    </a:cubicBezTo>
                    <a:cubicBezTo>
                      <a:pt x="6" y="13"/>
                      <a:pt x="0" y="16"/>
                      <a:pt x="5" y="18"/>
                    </a:cubicBezTo>
                    <a:cubicBezTo>
                      <a:pt x="8" y="19"/>
                      <a:pt x="11" y="21"/>
                      <a:pt x="9" y="25"/>
                    </a:cubicBezTo>
                    <a:cubicBezTo>
                      <a:pt x="6" y="30"/>
                      <a:pt x="11" y="29"/>
                      <a:pt x="14" y="26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9" y="19"/>
                      <a:pt x="18" y="19"/>
                      <a:pt x="18" y="16"/>
                    </a:cubicBezTo>
                    <a:cubicBezTo>
                      <a:pt x="19" y="14"/>
                      <a:pt x="21" y="14"/>
                      <a:pt x="22" y="14"/>
                    </a:cubicBezTo>
                    <a:cubicBezTo>
                      <a:pt x="23" y="15"/>
                      <a:pt x="25" y="11"/>
                      <a:pt x="26" y="10"/>
                    </a:cubicBezTo>
                    <a:cubicBezTo>
                      <a:pt x="26" y="9"/>
                      <a:pt x="26" y="6"/>
                      <a:pt x="25" y="6"/>
                    </a:cubicBezTo>
                    <a:cubicBezTo>
                      <a:pt x="23" y="6"/>
                      <a:pt x="21" y="8"/>
                      <a:pt x="20" y="8"/>
                    </a:cubicBezTo>
                    <a:cubicBezTo>
                      <a:pt x="18" y="8"/>
                      <a:pt x="15" y="7"/>
                      <a:pt x="14" y="5"/>
                    </a:cubicBezTo>
                    <a:cubicBezTo>
                      <a:pt x="13" y="4"/>
                      <a:pt x="13" y="0"/>
                      <a:pt x="11" y="0"/>
                    </a:cubicBezTo>
                    <a:cubicBezTo>
                      <a:pt x="11" y="0"/>
                      <a:pt x="11" y="3"/>
                      <a:pt x="11" y="3"/>
                    </a:cubicBezTo>
                    <a:cubicBezTo>
                      <a:pt x="10" y="3"/>
                      <a:pt x="9" y="1"/>
                      <a:pt x="8" y="2"/>
                    </a:cubicBezTo>
                    <a:cubicBezTo>
                      <a:pt x="7" y="2"/>
                      <a:pt x="9" y="1"/>
                      <a:pt x="8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2" name="Freeform 480"/>
              <p:cNvSpPr>
                <a:spLocks/>
              </p:cNvSpPr>
              <p:nvPr/>
            </p:nvSpPr>
            <p:spPr bwMode="auto">
              <a:xfrm>
                <a:off x="19359438" y="11055894"/>
                <a:ext cx="366243" cy="356781"/>
              </a:xfrm>
              <a:custGeom>
                <a:avLst/>
                <a:gdLst>
                  <a:gd name="T0" fmla="*/ 33 w 39"/>
                  <a:gd name="T1" fmla="*/ 4 h 38"/>
                  <a:gd name="T2" fmla="*/ 30 w 39"/>
                  <a:gd name="T3" fmla="*/ 1 h 38"/>
                  <a:gd name="T4" fmla="*/ 26 w 39"/>
                  <a:gd name="T5" fmla="*/ 8 h 38"/>
                  <a:gd name="T6" fmla="*/ 22 w 39"/>
                  <a:gd name="T7" fmla="*/ 13 h 38"/>
                  <a:gd name="T8" fmla="*/ 15 w 39"/>
                  <a:gd name="T9" fmla="*/ 18 h 38"/>
                  <a:gd name="T10" fmla="*/ 9 w 39"/>
                  <a:gd name="T11" fmla="*/ 22 h 38"/>
                  <a:gd name="T12" fmla="*/ 4 w 39"/>
                  <a:gd name="T13" fmla="*/ 27 h 38"/>
                  <a:gd name="T14" fmla="*/ 2 w 39"/>
                  <a:gd name="T15" fmla="*/ 33 h 38"/>
                  <a:gd name="T16" fmla="*/ 1 w 39"/>
                  <a:gd name="T17" fmla="*/ 34 h 38"/>
                  <a:gd name="T18" fmla="*/ 3 w 39"/>
                  <a:gd name="T19" fmla="*/ 35 h 38"/>
                  <a:gd name="T20" fmla="*/ 10 w 39"/>
                  <a:gd name="T21" fmla="*/ 37 h 38"/>
                  <a:gd name="T22" fmla="*/ 19 w 39"/>
                  <a:gd name="T23" fmla="*/ 34 h 38"/>
                  <a:gd name="T24" fmla="*/ 22 w 39"/>
                  <a:gd name="T25" fmla="*/ 27 h 38"/>
                  <a:gd name="T26" fmla="*/ 27 w 39"/>
                  <a:gd name="T27" fmla="*/ 22 h 38"/>
                  <a:gd name="T28" fmla="*/ 29 w 39"/>
                  <a:gd name="T29" fmla="*/ 21 h 38"/>
                  <a:gd name="T30" fmla="*/ 33 w 39"/>
                  <a:gd name="T31" fmla="*/ 21 h 38"/>
                  <a:gd name="T32" fmla="*/ 32 w 39"/>
                  <a:gd name="T33" fmla="*/ 19 h 38"/>
                  <a:gd name="T34" fmla="*/ 32 w 39"/>
                  <a:gd name="T35" fmla="*/ 17 h 38"/>
                  <a:gd name="T36" fmla="*/ 38 w 39"/>
                  <a:gd name="T37" fmla="*/ 9 h 38"/>
                  <a:gd name="T38" fmla="*/ 38 w 39"/>
                  <a:gd name="T39" fmla="*/ 6 h 38"/>
                  <a:gd name="T40" fmla="*/ 38 w 39"/>
                  <a:gd name="T41" fmla="*/ 4 h 38"/>
                  <a:gd name="T42" fmla="*/ 37 w 39"/>
                  <a:gd name="T43" fmla="*/ 4 h 38"/>
                  <a:gd name="T44" fmla="*/ 37 w 39"/>
                  <a:gd name="T45" fmla="*/ 2 h 38"/>
                  <a:gd name="T46" fmla="*/ 33 w 39"/>
                  <a:gd name="T47" fmla="*/ 4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38">
                    <a:moveTo>
                      <a:pt x="33" y="4"/>
                    </a:moveTo>
                    <a:cubicBezTo>
                      <a:pt x="33" y="4"/>
                      <a:pt x="32" y="0"/>
                      <a:pt x="30" y="1"/>
                    </a:cubicBezTo>
                    <a:cubicBezTo>
                      <a:pt x="27" y="3"/>
                      <a:pt x="28" y="5"/>
                      <a:pt x="26" y="8"/>
                    </a:cubicBezTo>
                    <a:cubicBezTo>
                      <a:pt x="25" y="9"/>
                      <a:pt x="24" y="12"/>
                      <a:pt x="22" y="13"/>
                    </a:cubicBezTo>
                    <a:cubicBezTo>
                      <a:pt x="20" y="16"/>
                      <a:pt x="18" y="17"/>
                      <a:pt x="15" y="18"/>
                    </a:cubicBezTo>
                    <a:cubicBezTo>
                      <a:pt x="13" y="19"/>
                      <a:pt x="12" y="21"/>
                      <a:pt x="9" y="22"/>
                    </a:cubicBezTo>
                    <a:cubicBezTo>
                      <a:pt x="7" y="23"/>
                      <a:pt x="7" y="27"/>
                      <a:pt x="4" y="27"/>
                    </a:cubicBezTo>
                    <a:cubicBezTo>
                      <a:pt x="0" y="28"/>
                      <a:pt x="4" y="31"/>
                      <a:pt x="2" y="33"/>
                    </a:cubicBezTo>
                    <a:cubicBezTo>
                      <a:pt x="1" y="33"/>
                      <a:pt x="0" y="33"/>
                      <a:pt x="1" y="34"/>
                    </a:cubicBezTo>
                    <a:cubicBezTo>
                      <a:pt x="1" y="35"/>
                      <a:pt x="1" y="35"/>
                      <a:pt x="3" y="35"/>
                    </a:cubicBezTo>
                    <a:cubicBezTo>
                      <a:pt x="5" y="35"/>
                      <a:pt x="8" y="37"/>
                      <a:pt x="10" y="37"/>
                    </a:cubicBezTo>
                    <a:cubicBezTo>
                      <a:pt x="14" y="38"/>
                      <a:pt x="16" y="36"/>
                      <a:pt x="19" y="34"/>
                    </a:cubicBezTo>
                    <a:cubicBezTo>
                      <a:pt x="21" y="32"/>
                      <a:pt x="22" y="30"/>
                      <a:pt x="22" y="27"/>
                    </a:cubicBezTo>
                    <a:cubicBezTo>
                      <a:pt x="23" y="24"/>
                      <a:pt x="24" y="24"/>
                      <a:pt x="27" y="22"/>
                    </a:cubicBezTo>
                    <a:cubicBezTo>
                      <a:pt x="28" y="22"/>
                      <a:pt x="28" y="21"/>
                      <a:pt x="29" y="21"/>
                    </a:cubicBezTo>
                    <a:cubicBezTo>
                      <a:pt x="30" y="21"/>
                      <a:pt x="31" y="21"/>
                      <a:pt x="33" y="21"/>
                    </a:cubicBezTo>
                    <a:cubicBezTo>
                      <a:pt x="34" y="20"/>
                      <a:pt x="33" y="19"/>
                      <a:pt x="32" y="19"/>
                    </a:cubicBezTo>
                    <a:cubicBezTo>
                      <a:pt x="31" y="18"/>
                      <a:pt x="31" y="18"/>
                      <a:pt x="32" y="17"/>
                    </a:cubicBezTo>
                    <a:cubicBezTo>
                      <a:pt x="34" y="14"/>
                      <a:pt x="36" y="12"/>
                      <a:pt x="38" y="9"/>
                    </a:cubicBezTo>
                    <a:cubicBezTo>
                      <a:pt x="38" y="8"/>
                      <a:pt x="38" y="7"/>
                      <a:pt x="38" y="6"/>
                    </a:cubicBezTo>
                    <a:cubicBezTo>
                      <a:pt x="38" y="5"/>
                      <a:pt x="38" y="5"/>
                      <a:pt x="38" y="4"/>
                    </a:cubicBezTo>
                    <a:cubicBezTo>
                      <a:pt x="39" y="3"/>
                      <a:pt x="37" y="4"/>
                      <a:pt x="37" y="4"/>
                    </a:cubicBezTo>
                    <a:cubicBezTo>
                      <a:pt x="37" y="3"/>
                      <a:pt x="37" y="3"/>
                      <a:pt x="37" y="2"/>
                    </a:cubicBezTo>
                    <a:cubicBezTo>
                      <a:pt x="36" y="3"/>
                      <a:pt x="35" y="5"/>
                      <a:pt x="33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3" name="Freeform 481"/>
              <p:cNvSpPr>
                <a:spLocks/>
              </p:cNvSpPr>
              <p:nvPr/>
            </p:nvSpPr>
            <p:spPr bwMode="auto">
              <a:xfrm>
                <a:off x="19416761" y="11412677"/>
                <a:ext cx="19109" cy="19114"/>
              </a:xfrm>
              <a:custGeom>
                <a:avLst/>
                <a:gdLst>
                  <a:gd name="T0" fmla="*/ 2 w 2"/>
                  <a:gd name="T1" fmla="*/ 2 h 2"/>
                  <a:gd name="T2" fmla="*/ 1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1"/>
                      <a:pt x="1" y="1"/>
                      <a:pt x="1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4" name="Freeform 482"/>
              <p:cNvSpPr>
                <a:spLocks/>
              </p:cNvSpPr>
              <p:nvPr/>
            </p:nvSpPr>
            <p:spPr bwMode="auto">
              <a:xfrm>
                <a:off x="18343513" y="11065452"/>
                <a:ext cx="178346" cy="168835"/>
              </a:xfrm>
              <a:custGeom>
                <a:avLst/>
                <a:gdLst>
                  <a:gd name="T0" fmla="*/ 0 w 19"/>
                  <a:gd name="T1" fmla="*/ 2 h 18"/>
                  <a:gd name="T2" fmla="*/ 2 w 19"/>
                  <a:gd name="T3" fmla="*/ 7 h 18"/>
                  <a:gd name="T4" fmla="*/ 4 w 19"/>
                  <a:gd name="T5" fmla="*/ 10 h 18"/>
                  <a:gd name="T6" fmla="*/ 3 w 19"/>
                  <a:gd name="T7" fmla="*/ 12 h 18"/>
                  <a:gd name="T8" fmla="*/ 9 w 19"/>
                  <a:gd name="T9" fmla="*/ 18 h 18"/>
                  <a:gd name="T10" fmla="*/ 12 w 19"/>
                  <a:gd name="T11" fmla="*/ 15 h 18"/>
                  <a:gd name="T12" fmla="*/ 13 w 19"/>
                  <a:gd name="T13" fmla="*/ 17 h 18"/>
                  <a:gd name="T14" fmla="*/ 14 w 19"/>
                  <a:gd name="T15" fmla="*/ 14 h 18"/>
                  <a:gd name="T16" fmla="*/ 16 w 19"/>
                  <a:gd name="T17" fmla="*/ 15 h 18"/>
                  <a:gd name="T18" fmla="*/ 18 w 19"/>
                  <a:gd name="T19" fmla="*/ 7 h 18"/>
                  <a:gd name="T20" fmla="*/ 16 w 19"/>
                  <a:gd name="T21" fmla="*/ 1 h 18"/>
                  <a:gd name="T22" fmla="*/ 7 w 19"/>
                  <a:gd name="T23" fmla="*/ 3 h 18"/>
                  <a:gd name="T24" fmla="*/ 0 w 19"/>
                  <a:gd name="T25" fmla="*/ 2 h 18"/>
                  <a:gd name="T26" fmla="*/ 0 w 19"/>
                  <a:gd name="T27" fmla="*/ 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" h="18">
                    <a:moveTo>
                      <a:pt x="0" y="2"/>
                    </a:moveTo>
                    <a:cubicBezTo>
                      <a:pt x="0" y="3"/>
                      <a:pt x="2" y="6"/>
                      <a:pt x="2" y="7"/>
                    </a:cubicBezTo>
                    <a:cubicBezTo>
                      <a:pt x="3" y="8"/>
                      <a:pt x="4" y="9"/>
                      <a:pt x="4" y="10"/>
                    </a:cubicBezTo>
                    <a:cubicBezTo>
                      <a:pt x="4" y="11"/>
                      <a:pt x="3" y="11"/>
                      <a:pt x="3" y="12"/>
                    </a:cubicBezTo>
                    <a:cubicBezTo>
                      <a:pt x="4" y="15"/>
                      <a:pt x="7" y="17"/>
                      <a:pt x="9" y="18"/>
                    </a:cubicBezTo>
                    <a:cubicBezTo>
                      <a:pt x="11" y="18"/>
                      <a:pt x="11" y="16"/>
                      <a:pt x="12" y="15"/>
                    </a:cubicBezTo>
                    <a:cubicBezTo>
                      <a:pt x="12" y="15"/>
                      <a:pt x="13" y="17"/>
                      <a:pt x="13" y="17"/>
                    </a:cubicBezTo>
                    <a:cubicBezTo>
                      <a:pt x="13" y="16"/>
                      <a:pt x="13" y="14"/>
                      <a:pt x="14" y="14"/>
                    </a:cubicBezTo>
                    <a:cubicBezTo>
                      <a:pt x="15" y="13"/>
                      <a:pt x="15" y="15"/>
                      <a:pt x="16" y="15"/>
                    </a:cubicBezTo>
                    <a:cubicBezTo>
                      <a:pt x="15" y="15"/>
                      <a:pt x="18" y="8"/>
                      <a:pt x="18" y="7"/>
                    </a:cubicBezTo>
                    <a:cubicBezTo>
                      <a:pt x="18" y="6"/>
                      <a:pt x="19" y="0"/>
                      <a:pt x="16" y="1"/>
                    </a:cubicBezTo>
                    <a:cubicBezTo>
                      <a:pt x="13" y="2"/>
                      <a:pt x="10" y="4"/>
                      <a:pt x="7" y="3"/>
                    </a:cubicBezTo>
                    <a:cubicBezTo>
                      <a:pt x="6" y="3"/>
                      <a:pt x="1" y="0"/>
                      <a:pt x="0" y="2"/>
                    </a:cubicBezTo>
                    <a:cubicBezTo>
                      <a:pt x="0" y="3"/>
                      <a:pt x="1" y="0"/>
                      <a:pt x="0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5" name="Freeform 483"/>
              <p:cNvSpPr>
                <a:spLocks/>
              </p:cNvSpPr>
              <p:nvPr/>
            </p:nvSpPr>
            <p:spPr bwMode="auto">
              <a:xfrm>
                <a:off x="18483640" y="11017669"/>
                <a:ext cx="28662" cy="47785"/>
              </a:xfrm>
              <a:custGeom>
                <a:avLst/>
                <a:gdLst>
                  <a:gd name="T0" fmla="*/ 3 w 3"/>
                  <a:gd name="T1" fmla="*/ 4 h 5"/>
                  <a:gd name="T2" fmla="*/ 1 w 3"/>
                  <a:gd name="T3" fmla="*/ 0 h 5"/>
                  <a:gd name="T4" fmla="*/ 3 w 3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5">
                    <a:moveTo>
                      <a:pt x="3" y="4"/>
                    </a:moveTo>
                    <a:cubicBezTo>
                      <a:pt x="3" y="5"/>
                      <a:pt x="0" y="1"/>
                      <a:pt x="1" y="0"/>
                    </a:cubicBezTo>
                    <a:cubicBezTo>
                      <a:pt x="2" y="0"/>
                      <a:pt x="3" y="1"/>
                      <a:pt x="3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6" name="Freeform 484"/>
              <p:cNvSpPr>
                <a:spLocks/>
              </p:cNvSpPr>
              <p:nvPr/>
            </p:nvSpPr>
            <p:spPr bwMode="auto">
              <a:xfrm>
                <a:off x="18295742" y="11017669"/>
                <a:ext cx="19109" cy="19114"/>
              </a:xfrm>
              <a:custGeom>
                <a:avLst/>
                <a:gdLst>
                  <a:gd name="T0" fmla="*/ 1 w 2"/>
                  <a:gd name="T1" fmla="*/ 2 h 2"/>
                  <a:gd name="T2" fmla="*/ 1 w 2"/>
                  <a:gd name="T3" fmla="*/ 0 h 2"/>
                  <a:gd name="T4" fmla="*/ 1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2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2" y="0"/>
                      <a:pt x="2" y="2"/>
                      <a:pt x="1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7" name="Freeform 485"/>
              <p:cNvSpPr>
                <a:spLocks/>
              </p:cNvSpPr>
              <p:nvPr/>
            </p:nvSpPr>
            <p:spPr bwMode="auto">
              <a:xfrm>
                <a:off x="15384910" y="8593469"/>
                <a:ext cx="101909" cy="168835"/>
              </a:xfrm>
              <a:custGeom>
                <a:avLst/>
                <a:gdLst>
                  <a:gd name="T0" fmla="*/ 2 w 11"/>
                  <a:gd name="T1" fmla="*/ 0 h 18"/>
                  <a:gd name="T2" fmla="*/ 1 w 11"/>
                  <a:gd name="T3" fmla="*/ 0 h 18"/>
                  <a:gd name="T4" fmla="*/ 1 w 11"/>
                  <a:gd name="T5" fmla="*/ 3 h 18"/>
                  <a:gd name="T6" fmla="*/ 0 w 11"/>
                  <a:gd name="T7" fmla="*/ 8 h 18"/>
                  <a:gd name="T8" fmla="*/ 4 w 11"/>
                  <a:gd name="T9" fmla="*/ 18 h 18"/>
                  <a:gd name="T10" fmla="*/ 9 w 11"/>
                  <a:gd name="T11" fmla="*/ 15 h 18"/>
                  <a:gd name="T12" fmla="*/ 9 w 11"/>
                  <a:gd name="T13" fmla="*/ 8 h 18"/>
                  <a:gd name="T14" fmla="*/ 2 w 11"/>
                  <a:gd name="T15" fmla="*/ 0 h 18"/>
                  <a:gd name="T16" fmla="*/ 2 w 11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18">
                    <a:moveTo>
                      <a:pt x="2" y="0"/>
                    </a:move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3"/>
                      <a:pt x="1" y="3"/>
                    </a:cubicBezTo>
                    <a:cubicBezTo>
                      <a:pt x="1" y="5"/>
                      <a:pt x="0" y="6"/>
                      <a:pt x="0" y="8"/>
                    </a:cubicBezTo>
                    <a:cubicBezTo>
                      <a:pt x="0" y="11"/>
                      <a:pt x="0" y="18"/>
                      <a:pt x="4" y="18"/>
                    </a:cubicBezTo>
                    <a:cubicBezTo>
                      <a:pt x="6" y="18"/>
                      <a:pt x="9" y="17"/>
                      <a:pt x="9" y="15"/>
                    </a:cubicBezTo>
                    <a:cubicBezTo>
                      <a:pt x="11" y="13"/>
                      <a:pt x="9" y="10"/>
                      <a:pt x="9" y="8"/>
                    </a:cubicBezTo>
                    <a:cubicBezTo>
                      <a:pt x="7" y="6"/>
                      <a:pt x="5" y="0"/>
                      <a:pt x="2" y="0"/>
                    </a:cubicBezTo>
                    <a:cubicBezTo>
                      <a:pt x="1" y="0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8" name="Freeform 486"/>
              <p:cNvSpPr>
                <a:spLocks/>
              </p:cNvSpPr>
              <p:nvPr/>
            </p:nvSpPr>
            <p:spPr bwMode="auto">
              <a:xfrm>
                <a:off x="13665165" y="9606473"/>
                <a:ext cx="337579" cy="653035"/>
              </a:xfrm>
              <a:custGeom>
                <a:avLst/>
                <a:gdLst>
                  <a:gd name="T0" fmla="*/ 31 w 36"/>
                  <a:gd name="T1" fmla="*/ 2 h 70"/>
                  <a:gd name="T2" fmla="*/ 29 w 36"/>
                  <a:gd name="T3" fmla="*/ 0 h 70"/>
                  <a:gd name="T4" fmla="*/ 28 w 36"/>
                  <a:gd name="T5" fmla="*/ 3 h 70"/>
                  <a:gd name="T6" fmla="*/ 26 w 36"/>
                  <a:gd name="T7" fmla="*/ 8 h 70"/>
                  <a:gd name="T8" fmla="*/ 23 w 36"/>
                  <a:gd name="T9" fmla="*/ 8 h 70"/>
                  <a:gd name="T10" fmla="*/ 23 w 36"/>
                  <a:gd name="T11" fmla="*/ 10 h 70"/>
                  <a:gd name="T12" fmla="*/ 22 w 36"/>
                  <a:gd name="T13" fmla="*/ 12 h 70"/>
                  <a:gd name="T14" fmla="*/ 23 w 36"/>
                  <a:gd name="T15" fmla="*/ 13 h 70"/>
                  <a:gd name="T16" fmla="*/ 21 w 36"/>
                  <a:gd name="T17" fmla="*/ 14 h 70"/>
                  <a:gd name="T18" fmla="*/ 19 w 36"/>
                  <a:gd name="T19" fmla="*/ 16 h 70"/>
                  <a:gd name="T20" fmla="*/ 15 w 36"/>
                  <a:gd name="T21" fmla="*/ 18 h 70"/>
                  <a:gd name="T22" fmla="*/ 15 w 36"/>
                  <a:gd name="T23" fmla="*/ 19 h 70"/>
                  <a:gd name="T24" fmla="*/ 13 w 36"/>
                  <a:gd name="T25" fmla="*/ 19 h 70"/>
                  <a:gd name="T26" fmla="*/ 8 w 36"/>
                  <a:gd name="T27" fmla="*/ 21 h 70"/>
                  <a:gd name="T28" fmla="*/ 6 w 36"/>
                  <a:gd name="T29" fmla="*/ 21 h 70"/>
                  <a:gd name="T30" fmla="*/ 4 w 36"/>
                  <a:gd name="T31" fmla="*/ 27 h 70"/>
                  <a:gd name="T32" fmla="*/ 4 w 36"/>
                  <a:gd name="T33" fmla="*/ 44 h 70"/>
                  <a:gd name="T34" fmla="*/ 0 w 36"/>
                  <a:gd name="T35" fmla="*/ 51 h 70"/>
                  <a:gd name="T36" fmla="*/ 0 w 36"/>
                  <a:gd name="T37" fmla="*/ 55 h 70"/>
                  <a:gd name="T38" fmla="*/ 2 w 36"/>
                  <a:gd name="T39" fmla="*/ 59 h 70"/>
                  <a:gd name="T40" fmla="*/ 5 w 36"/>
                  <a:gd name="T41" fmla="*/ 68 h 70"/>
                  <a:gd name="T42" fmla="*/ 16 w 36"/>
                  <a:gd name="T43" fmla="*/ 68 h 70"/>
                  <a:gd name="T44" fmla="*/ 24 w 36"/>
                  <a:gd name="T45" fmla="*/ 50 h 70"/>
                  <a:gd name="T46" fmla="*/ 31 w 36"/>
                  <a:gd name="T47" fmla="*/ 30 h 70"/>
                  <a:gd name="T48" fmla="*/ 32 w 36"/>
                  <a:gd name="T49" fmla="*/ 23 h 70"/>
                  <a:gd name="T50" fmla="*/ 34 w 36"/>
                  <a:gd name="T51" fmla="*/ 19 h 70"/>
                  <a:gd name="T52" fmla="*/ 36 w 36"/>
                  <a:gd name="T53" fmla="*/ 17 h 70"/>
                  <a:gd name="T54" fmla="*/ 35 w 36"/>
                  <a:gd name="T55" fmla="*/ 11 h 70"/>
                  <a:gd name="T56" fmla="*/ 31 w 36"/>
                  <a:gd name="T57" fmla="*/ 2 h 70"/>
                  <a:gd name="T58" fmla="*/ 31 w 36"/>
                  <a:gd name="T59" fmla="*/ 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70">
                    <a:moveTo>
                      <a:pt x="31" y="2"/>
                    </a:moveTo>
                    <a:cubicBezTo>
                      <a:pt x="31" y="2"/>
                      <a:pt x="30" y="0"/>
                      <a:pt x="29" y="0"/>
                    </a:cubicBezTo>
                    <a:cubicBezTo>
                      <a:pt x="29" y="1"/>
                      <a:pt x="28" y="2"/>
                      <a:pt x="28" y="3"/>
                    </a:cubicBezTo>
                    <a:cubicBezTo>
                      <a:pt x="27" y="5"/>
                      <a:pt x="27" y="6"/>
                      <a:pt x="26" y="8"/>
                    </a:cubicBezTo>
                    <a:cubicBezTo>
                      <a:pt x="25" y="9"/>
                      <a:pt x="24" y="8"/>
                      <a:pt x="23" y="8"/>
                    </a:cubicBezTo>
                    <a:cubicBezTo>
                      <a:pt x="23" y="8"/>
                      <a:pt x="24" y="9"/>
                      <a:pt x="23" y="10"/>
                    </a:cubicBezTo>
                    <a:cubicBezTo>
                      <a:pt x="23" y="11"/>
                      <a:pt x="22" y="11"/>
                      <a:pt x="22" y="12"/>
                    </a:cubicBezTo>
                    <a:cubicBezTo>
                      <a:pt x="22" y="12"/>
                      <a:pt x="23" y="13"/>
                      <a:pt x="23" y="13"/>
                    </a:cubicBezTo>
                    <a:cubicBezTo>
                      <a:pt x="23" y="14"/>
                      <a:pt x="22" y="13"/>
                      <a:pt x="21" y="14"/>
                    </a:cubicBezTo>
                    <a:cubicBezTo>
                      <a:pt x="20" y="14"/>
                      <a:pt x="20" y="15"/>
                      <a:pt x="19" y="16"/>
                    </a:cubicBezTo>
                    <a:cubicBezTo>
                      <a:pt x="18" y="17"/>
                      <a:pt x="17" y="17"/>
                      <a:pt x="15" y="18"/>
                    </a:cubicBezTo>
                    <a:cubicBezTo>
                      <a:pt x="14" y="18"/>
                      <a:pt x="16" y="19"/>
                      <a:pt x="15" y="19"/>
                    </a:cubicBezTo>
                    <a:cubicBezTo>
                      <a:pt x="15" y="20"/>
                      <a:pt x="13" y="18"/>
                      <a:pt x="13" y="19"/>
                    </a:cubicBezTo>
                    <a:cubicBezTo>
                      <a:pt x="11" y="20"/>
                      <a:pt x="10" y="20"/>
                      <a:pt x="8" y="21"/>
                    </a:cubicBezTo>
                    <a:cubicBezTo>
                      <a:pt x="7" y="21"/>
                      <a:pt x="6" y="20"/>
                      <a:pt x="6" y="21"/>
                    </a:cubicBezTo>
                    <a:cubicBezTo>
                      <a:pt x="5" y="23"/>
                      <a:pt x="5" y="25"/>
                      <a:pt x="4" y="27"/>
                    </a:cubicBezTo>
                    <a:cubicBezTo>
                      <a:pt x="3" y="32"/>
                      <a:pt x="8" y="39"/>
                      <a:pt x="4" y="44"/>
                    </a:cubicBezTo>
                    <a:cubicBezTo>
                      <a:pt x="3" y="46"/>
                      <a:pt x="1" y="48"/>
                      <a:pt x="0" y="51"/>
                    </a:cubicBezTo>
                    <a:cubicBezTo>
                      <a:pt x="0" y="52"/>
                      <a:pt x="0" y="54"/>
                      <a:pt x="0" y="55"/>
                    </a:cubicBezTo>
                    <a:cubicBezTo>
                      <a:pt x="1" y="56"/>
                      <a:pt x="3" y="57"/>
                      <a:pt x="2" y="59"/>
                    </a:cubicBezTo>
                    <a:cubicBezTo>
                      <a:pt x="1" y="62"/>
                      <a:pt x="2" y="66"/>
                      <a:pt x="5" y="68"/>
                    </a:cubicBezTo>
                    <a:cubicBezTo>
                      <a:pt x="8" y="70"/>
                      <a:pt x="11" y="70"/>
                      <a:pt x="16" y="68"/>
                    </a:cubicBezTo>
                    <a:cubicBezTo>
                      <a:pt x="21" y="66"/>
                      <a:pt x="22" y="55"/>
                      <a:pt x="24" y="50"/>
                    </a:cubicBezTo>
                    <a:cubicBezTo>
                      <a:pt x="26" y="43"/>
                      <a:pt x="29" y="37"/>
                      <a:pt x="31" y="30"/>
                    </a:cubicBezTo>
                    <a:cubicBezTo>
                      <a:pt x="31" y="28"/>
                      <a:pt x="31" y="25"/>
                      <a:pt x="32" y="23"/>
                    </a:cubicBezTo>
                    <a:cubicBezTo>
                      <a:pt x="33" y="22"/>
                      <a:pt x="31" y="14"/>
                      <a:pt x="34" y="19"/>
                    </a:cubicBezTo>
                    <a:cubicBezTo>
                      <a:pt x="35" y="20"/>
                      <a:pt x="35" y="18"/>
                      <a:pt x="36" y="17"/>
                    </a:cubicBezTo>
                    <a:cubicBezTo>
                      <a:pt x="36" y="15"/>
                      <a:pt x="35" y="13"/>
                      <a:pt x="35" y="11"/>
                    </a:cubicBezTo>
                    <a:cubicBezTo>
                      <a:pt x="34" y="9"/>
                      <a:pt x="33" y="4"/>
                      <a:pt x="31" y="2"/>
                    </a:cubicBezTo>
                    <a:cubicBezTo>
                      <a:pt x="30" y="1"/>
                      <a:pt x="32" y="2"/>
                      <a:pt x="31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89" name="Freeform 487"/>
              <p:cNvSpPr>
                <a:spLocks/>
              </p:cNvSpPr>
              <p:nvPr/>
            </p:nvSpPr>
            <p:spPr bwMode="auto">
              <a:xfrm>
                <a:off x="14413572" y="5028840"/>
                <a:ext cx="101909" cy="76452"/>
              </a:xfrm>
              <a:custGeom>
                <a:avLst/>
                <a:gdLst>
                  <a:gd name="T0" fmla="*/ 9 w 11"/>
                  <a:gd name="T1" fmla="*/ 7 h 8"/>
                  <a:gd name="T2" fmla="*/ 8 w 11"/>
                  <a:gd name="T3" fmla="*/ 4 h 8"/>
                  <a:gd name="T4" fmla="*/ 3 w 11"/>
                  <a:gd name="T5" fmla="*/ 0 h 8"/>
                  <a:gd name="T6" fmla="*/ 1 w 11"/>
                  <a:gd name="T7" fmla="*/ 2 h 8"/>
                  <a:gd name="T8" fmla="*/ 3 w 11"/>
                  <a:gd name="T9" fmla="*/ 5 h 8"/>
                  <a:gd name="T10" fmla="*/ 9 w 11"/>
                  <a:gd name="T11" fmla="*/ 7 h 8"/>
                  <a:gd name="T12" fmla="*/ 9 w 11"/>
                  <a:gd name="T13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8">
                    <a:moveTo>
                      <a:pt x="9" y="7"/>
                    </a:moveTo>
                    <a:cubicBezTo>
                      <a:pt x="11" y="8"/>
                      <a:pt x="9" y="5"/>
                      <a:pt x="8" y="4"/>
                    </a:cubicBezTo>
                    <a:cubicBezTo>
                      <a:pt x="7" y="3"/>
                      <a:pt x="4" y="1"/>
                      <a:pt x="3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0" y="3"/>
                      <a:pt x="2" y="4"/>
                      <a:pt x="3" y="5"/>
                    </a:cubicBezTo>
                    <a:cubicBezTo>
                      <a:pt x="5" y="6"/>
                      <a:pt x="7" y="7"/>
                      <a:pt x="9" y="7"/>
                    </a:cubicBezTo>
                    <a:cubicBezTo>
                      <a:pt x="10" y="7"/>
                      <a:pt x="7" y="7"/>
                      <a:pt x="9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0" name="Freeform 488"/>
              <p:cNvSpPr>
                <a:spLocks/>
              </p:cNvSpPr>
              <p:nvPr/>
            </p:nvSpPr>
            <p:spPr bwMode="auto">
              <a:xfrm>
                <a:off x="13926310" y="5086181"/>
                <a:ext cx="101909" cy="92380"/>
              </a:xfrm>
              <a:custGeom>
                <a:avLst/>
                <a:gdLst>
                  <a:gd name="T0" fmla="*/ 10 w 11"/>
                  <a:gd name="T1" fmla="*/ 6 h 10"/>
                  <a:gd name="T2" fmla="*/ 6 w 11"/>
                  <a:gd name="T3" fmla="*/ 10 h 10"/>
                  <a:gd name="T4" fmla="*/ 0 w 11"/>
                  <a:gd name="T5" fmla="*/ 6 h 10"/>
                  <a:gd name="T6" fmla="*/ 10 w 11"/>
                  <a:gd name="T7" fmla="*/ 6 h 10"/>
                  <a:gd name="T8" fmla="*/ 10 w 11"/>
                  <a:gd name="T9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10" y="6"/>
                    </a:moveTo>
                    <a:cubicBezTo>
                      <a:pt x="10" y="8"/>
                      <a:pt x="7" y="9"/>
                      <a:pt x="6" y="10"/>
                    </a:cubicBezTo>
                    <a:cubicBezTo>
                      <a:pt x="4" y="10"/>
                      <a:pt x="0" y="9"/>
                      <a:pt x="0" y="6"/>
                    </a:cubicBezTo>
                    <a:cubicBezTo>
                      <a:pt x="1" y="0"/>
                      <a:pt x="11" y="6"/>
                      <a:pt x="10" y="6"/>
                    </a:cubicBezTo>
                    <a:cubicBezTo>
                      <a:pt x="10" y="7"/>
                      <a:pt x="11" y="5"/>
                      <a:pt x="10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1" name="Freeform 489"/>
              <p:cNvSpPr>
                <a:spLocks/>
              </p:cNvSpPr>
              <p:nvPr/>
            </p:nvSpPr>
            <p:spPr bwMode="auto">
              <a:xfrm>
                <a:off x="14945419" y="4767625"/>
                <a:ext cx="82803" cy="47785"/>
              </a:xfrm>
              <a:custGeom>
                <a:avLst/>
                <a:gdLst>
                  <a:gd name="T0" fmla="*/ 9 w 9"/>
                  <a:gd name="T1" fmla="*/ 3 h 5"/>
                  <a:gd name="T2" fmla="*/ 4 w 9"/>
                  <a:gd name="T3" fmla="*/ 5 h 5"/>
                  <a:gd name="T4" fmla="*/ 1 w 9"/>
                  <a:gd name="T5" fmla="*/ 1 h 5"/>
                  <a:gd name="T6" fmla="*/ 6 w 9"/>
                  <a:gd name="T7" fmla="*/ 1 h 5"/>
                  <a:gd name="T8" fmla="*/ 9 w 9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5">
                    <a:moveTo>
                      <a:pt x="9" y="3"/>
                    </a:moveTo>
                    <a:cubicBezTo>
                      <a:pt x="7" y="4"/>
                      <a:pt x="6" y="4"/>
                      <a:pt x="4" y="5"/>
                    </a:cubicBezTo>
                    <a:cubicBezTo>
                      <a:pt x="2" y="5"/>
                      <a:pt x="0" y="3"/>
                      <a:pt x="1" y="1"/>
                    </a:cubicBezTo>
                    <a:cubicBezTo>
                      <a:pt x="1" y="0"/>
                      <a:pt x="5" y="0"/>
                      <a:pt x="6" y="1"/>
                    </a:cubicBezTo>
                    <a:cubicBezTo>
                      <a:pt x="7" y="1"/>
                      <a:pt x="8" y="3"/>
                      <a:pt x="9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2" name="Freeform 490"/>
              <p:cNvSpPr>
                <a:spLocks/>
              </p:cNvSpPr>
              <p:nvPr/>
            </p:nvSpPr>
            <p:spPr bwMode="auto">
              <a:xfrm>
                <a:off x="16811662" y="4675245"/>
                <a:ext cx="92356" cy="44598"/>
              </a:xfrm>
              <a:custGeom>
                <a:avLst/>
                <a:gdLst>
                  <a:gd name="T0" fmla="*/ 6 w 10"/>
                  <a:gd name="T1" fmla="*/ 5 h 5"/>
                  <a:gd name="T2" fmla="*/ 1 w 10"/>
                  <a:gd name="T3" fmla="*/ 4 h 5"/>
                  <a:gd name="T4" fmla="*/ 4 w 10"/>
                  <a:gd name="T5" fmla="*/ 1 h 5"/>
                  <a:gd name="T6" fmla="*/ 9 w 10"/>
                  <a:gd name="T7" fmla="*/ 1 h 5"/>
                  <a:gd name="T8" fmla="*/ 6 w 10"/>
                  <a:gd name="T9" fmla="*/ 5 h 5"/>
                  <a:gd name="T10" fmla="*/ 6 w 10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5">
                    <a:moveTo>
                      <a:pt x="6" y="5"/>
                    </a:moveTo>
                    <a:cubicBezTo>
                      <a:pt x="4" y="5"/>
                      <a:pt x="2" y="4"/>
                      <a:pt x="1" y="4"/>
                    </a:cubicBezTo>
                    <a:cubicBezTo>
                      <a:pt x="0" y="3"/>
                      <a:pt x="3" y="1"/>
                      <a:pt x="4" y="1"/>
                    </a:cubicBezTo>
                    <a:cubicBezTo>
                      <a:pt x="5" y="0"/>
                      <a:pt x="8" y="0"/>
                      <a:pt x="9" y="1"/>
                    </a:cubicBezTo>
                    <a:cubicBezTo>
                      <a:pt x="10" y="2"/>
                      <a:pt x="7" y="5"/>
                      <a:pt x="6" y="5"/>
                    </a:cubicBezTo>
                    <a:cubicBezTo>
                      <a:pt x="4" y="5"/>
                      <a:pt x="6" y="5"/>
                      <a:pt x="6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3" name="Freeform 491"/>
              <p:cNvSpPr>
                <a:spLocks/>
              </p:cNvSpPr>
              <p:nvPr/>
            </p:nvSpPr>
            <p:spPr bwMode="auto">
              <a:xfrm>
                <a:off x="15868988" y="3999911"/>
                <a:ext cx="57323" cy="19114"/>
              </a:xfrm>
              <a:custGeom>
                <a:avLst/>
                <a:gdLst>
                  <a:gd name="T0" fmla="*/ 6 w 6"/>
                  <a:gd name="T1" fmla="*/ 1 h 2"/>
                  <a:gd name="T2" fmla="*/ 0 w 6"/>
                  <a:gd name="T3" fmla="*/ 1 h 2"/>
                  <a:gd name="T4" fmla="*/ 6 w 6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2">
                    <a:moveTo>
                      <a:pt x="6" y="1"/>
                    </a:moveTo>
                    <a:cubicBezTo>
                      <a:pt x="6" y="2"/>
                      <a:pt x="0" y="2"/>
                      <a:pt x="0" y="1"/>
                    </a:cubicBezTo>
                    <a:cubicBezTo>
                      <a:pt x="0" y="0"/>
                      <a:pt x="6" y="0"/>
                      <a:pt x="6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4" name="Freeform 492"/>
              <p:cNvSpPr>
                <a:spLocks/>
              </p:cNvSpPr>
              <p:nvPr/>
            </p:nvSpPr>
            <p:spPr bwMode="auto">
              <a:xfrm>
                <a:off x="15346696" y="4805855"/>
                <a:ext cx="54139" cy="38227"/>
              </a:xfrm>
              <a:custGeom>
                <a:avLst/>
                <a:gdLst>
                  <a:gd name="T0" fmla="*/ 5 w 6"/>
                  <a:gd name="T1" fmla="*/ 4 h 4"/>
                  <a:gd name="T2" fmla="*/ 2 w 6"/>
                  <a:gd name="T3" fmla="*/ 1 h 4"/>
                  <a:gd name="T4" fmla="*/ 5 w 6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5" y="4"/>
                    </a:moveTo>
                    <a:cubicBezTo>
                      <a:pt x="4" y="4"/>
                      <a:pt x="0" y="3"/>
                      <a:pt x="2" y="1"/>
                    </a:cubicBezTo>
                    <a:cubicBezTo>
                      <a:pt x="5" y="0"/>
                      <a:pt x="6" y="4"/>
                      <a:pt x="5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5" name="Freeform 493"/>
              <p:cNvSpPr>
                <a:spLocks/>
              </p:cNvSpPr>
              <p:nvPr/>
            </p:nvSpPr>
            <p:spPr bwMode="auto">
              <a:xfrm>
                <a:off x="12098282" y="6892386"/>
                <a:ext cx="54139" cy="101936"/>
              </a:xfrm>
              <a:custGeom>
                <a:avLst/>
                <a:gdLst>
                  <a:gd name="T0" fmla="*/ 5 w 6"/>
                  <a:gd name="T1" fmla="*/ 1 h 11"/>
                  <a:gd name="T2" fmla="*/ 5 w 6"/>
                  <a:gd name="T3" fmla="*/ 7 h 11"/>
                  <a:gd name="T4" fmla="*/ 3 w 6"/>
                  <a:gd name="T5" fmla="*/ 10 h 11"/>
                  <a:gd name="T6" fmla="*/ 1 w 6"/>
                  <a:gd name="T7" fmla="*/ 4 h 11"/>
                  <a:gd name="T8" fmla="*/ 5 w 6"/>
                  <a:gd name="T9" fmla="*/ 1 h 11"/>
                  <a:gd name="T10" fmla="*/ 5 w 6"/>
                  <a:gd name="T11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1">
                    <a:moveTo>
                      <a:pt x="5" y="1"/>
                    </a:moveTo>
                    <a:cubicBezTo>
                      <a:pt x="5" y="3"/>
                      <a:pt x="6" y="5"/>
                      <a:pt x="5" y="7"/>
                    </a:cubicBezTo>
                    <a:cubicBezTo>
                      <a:pt x="4" y="8"/>
                      <a:pt x="5" y="11"/>
                      <a:pt x="3" y="10"/>
                    </a:cubicBezTo>
                    <a:cubicBezTo>
                      <a:pt x="1" y="8"/>
                      <a:pt x="0" y="6"/>
                      <a:pt x="1" y="4"/>
                    </a:cubicBezTo>
                    <a:cubicBezTo>
                      <a:pt x="1" y="3"/>
                      <a:pt x="5" y="0"/>
                      <a:pt x="5" y="1"/>
                    </a:cubicBezTo>
                    <a:cubicBezTo>
                      <a:pt x="5" y="2"/>
                      <a:pt x="5" y="0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6" name="Freeform 494"/>
              <p:cNvSpPr>
                <a:spLocks/>
              </p:cNvSpPr>
              <p:nvPr/>
            </p:nvSpPr>
            <p:spPr bwMode="auto">
              <a:xfrm>
                <a:off x="12079173" y="6984768"/>
                <a:ext cx="82803" cy="140163"/>
              </a:xfrm>
              <a:custGeom>
                <a:avLst/>
                <a:gdLst>
                  <a:gd name="T0" fmla="*/ 7 w 9"/>
                  <a:gd name="T1" fmla="*/ 3 h 15"/>
                  <a:gd name="T2" fmla="*/ 5 w 9"/>
                  <a:gd name="T3" fmla="*/ 2 h 15"/>
                  <a:gd name="T4" fmla="*/ 0 w 9"/>
                  <a:gd name="T5" fmla="*/ 2 h 15"/>
                  <a:gd name="T6" fmla="*/ 1 w 9"/>
                  <a:gd name="T7" fmla="*/ 8 h 15"/>
                  <a:gd name="T8" fmla="*/ 2 w 9"/>
                  <a:gd name="T9" fmla="*/ 13 h 15"/>
                  <a:gd name="T10" fmla="*/ 4 w 9"/>
                  <a:gd name="T11" fmla="*/ 14 h 15"/>
                  <a:gd name="T12" fmla="*/ 8 w 9"/>
                  <a:gd name="T13" fmla="*/ 10 h 15"/>
                  <a:gd name="T14" fmla="*/ 7 w 9"/>
                  <a:gd name="T15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15">
                    <a:moveTo>
                      <a:pt x="7" y="3"/>
                    </a:moveTo>
                    <a:cubicBezTo>
                      <a:pt x="6" y="3"/>
                      <a:pt x="7" y="0"/>
                      <a:pt x="5" y="2"/>
                    </a:cubicBezTo>
                    <a:cubicBezTo>
                      <a:pt x="2" y="4"/>
                      <a:pt x="3" y="4"/>
                      <a:pt x="0" y="2"/>
                    </a:cubicBezTo>
                    <a:cubicBezTo>
                      <a:pt x="0" y="2"/>
                      <a:pt x="1" y="8"/>
                      <a:pt x="1" y="8"/>
                    </a:cubicBezTo>
                    <a:cubicBezTo>
                      <a:pt x="2" y="10"/>
                      <a:pt x="2" y="11"/>
                      <a:pt x="2" y="13"/>
                    </a:cubicBezTo>
                    <a:cubicBezTo>
                      <a:pt x="2" y="14"/>
                      <a:pt x="2" y="15"/>
                      <a:pt x="4" y="14"/>
                    </a:cubicBezTo>
                    <a:cubicBezTo>
                      <a:pt x="6" y="13"/>
                      <a:pt x="8" y="13"/>
                      <a:pt x="8" y="10"/>
                    </a:cubicBezTo>
                    <a:cubicBezTo>
                      <a:pt x="8" y="9"/>
                      <a:pt x="9" y="3"/>
                      <a:pt x="7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7" name="Freeform 495"/>
              <p:cNvSpPr>
                <a:spLocks/>
              </p:cNvSpPr>
              <p:nvPr/>
            </p:nvSpPr>
            <p:spPr bwMode="auto">
              <a:xfrm>
                <a:off x="12273444" y="7153601"/>
                <a:ext cx="149680" cy="92380"/>
              </a:xfrm>
              <a:custGeom>
                <a:avLst/>
                <a:gdLst>
                  <a:gd name="T0" fmla="*/ 5 w 16"/>
                  <a:gd name="T1" fmla="*/ 1 h 10"/>
                  <a:gd name="T2" fmla="*/ 0 w 16"/>
                  <a:gd name="T3" fmla="*/ 2 h 10"/>
                  <a:gd name="T4" fmla="*/ 3 w 16"/>
                  <a:gd name="T5" fmla="*/ 5 h 10"/>
                  <a:gd name="T6" fmla="*/ 8 w 16"/>
                  <a:gd name="T7" fmla="*/ 7 h 10"/>
                  <a:gd name="T8" fmla="*/ 14 w 16"/>
                  <a:gd name="T9" fmla="*/ 8 h 10"/>
                  <a:gd name="T10" fmla="*/ 13 w 16"/>
                  <a:gd name="T11" fmla="*/ 4 h 10"/>
                  <a:gd name="T12" fmla="*/ 15 w 16"/>
                  <a:gd name="T13" fmla="*/ 1 h 10"/>
                  <a:gd name="T14" fmla="*/ 11 w 16"/>
                  <a:gd name="T15" fmla="*/ 1 h 10"/>
                  <a:gd name="T16" fmla="*/ 5 w 16"/>
                  <a:gd name="T1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0">
                    <a:moveTo>
                      <a:pt x="5" y="1"/>
                    </a:moveTo>
                    <a:cubicBezTo>
                      <a:pt x="4" y="1"/>
                      <a:pt x="1" y="1"/>
                      <a:pt x="0" y="2"/>
                    </a:cubicBezTo>
                    <a:cubicBezTo>
                      <a:pt x="0" y="3"/>
                      <a:pt x="2" y="4"/>
                      <a:pt x="3" y="5"/>
                    </a:cubicBezTo>
                    <a:cubicBezTo>
                      <a:pt x="5" y="5"/>
                      <a:pt x="7" y="6"/>
                      <a:pt x="8" y="7"/>
                    </a:cubicBezTo>
                    <a:cubicBezTo>
                      <a:pt x="10" y="8"/>
                      <a:pt x="12" y="10"/>
                      <a:pt x="14" y="8"/>
                    </a:cubicBezTo>
                    <a:cubicBezTo>
                      <a:pt x="16" y="7"/>
                      <a:pt x="12" y="6"/>
                      <a:pt x="13" y="4"/>
                    </a:cubicBezTo>
                    <a:cubicBezTo>
                      <a:pt x="13" y="4"/>
                      <a:pt x="16" y="2"/>
                      <a:pt x="15" y="1"/>
                    </a:cubicBezTo>
                    <a:cubicBezTo>
                      <a:pt x="15" y="0"/>
                      <a:pt x="11" y="1"/>
                      <a:pt x="11" y="1"/>
                    </a:cubicBezTo>
                    <a:cubicBezTo>
                      <a:pt x="9" y="2"/>
                      <a:pt x="7" y="1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8" name="Freeform 496"/>
              <p:cNvSpPr>
                <a:spLocks/>
              </p:cNvSpPr>
              <p:nvPr/>
            </p:nvSpPr>
            <p:spPr bwMode="auto">
              <a:xfrm>
                <a:off x="13161977" y="7284208"/>
                <a:ext cx="121018" cy="66896"/>
              </a:xfrm>
              <a:custGeom>
                <a:avLst/>
                <a:gdLst>
                  <a:gd name="T0" fmla="*/ 12 w 13"/>
                  <a:gd name="T1" fmla="*/ 1 h 7"/>
                  <a:gd name="T2" fmla="*/ 10 w 13"/>
                  <a:gd name="T3" fmla="*/ 2 h 7"/>
                  <a:gd name="T4" fmla="*/ 10 w 13"/>
                  <a:gd name="T5" fmla="*/ 5 h 7"/>
                  <a:gd name="T6" fmla="*/ 6 w 13"/>
                  <a:gd name="T7" fmla="*/ 6 h 7"/>
                  <a:gd name="T8" fmla="*/ 2 w 13"/>
                  <a:gd name="T9" fmla="*/ 6 h 7"/>
                  <a:gd name="T10" fmla="*/ 5 w 13"/>
                  <a:gd name="T11" fmla="*/ 3 h 7"/>
                  <a:gd name="T12" fmla="*/ 12 w 13"/>
                  <a:gd name="T13" fmla="*/ 1 h 7"/>
                  <a:gd name="T14" fmla="*/ 12 w 13"/>
                  <a:gd name="T15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7">
                    <a:moveTo>
                      <a:pt x="12" y="1"/>
                    </a:moveTo>
                    <a:cubicBezTo>
                      <a:pt x="12" y="1"/>
                      <a:pt x="10" y="2"/>
                      <a:pt x="10" y="2"/>
                    </a:cubicBezTo>
                    <a:cubicBezTo>
                      <a:pt x="9" y="3"/>
                      <a:pt x="10" y="5"/>
                      <a:pt x="10" y="5"/>
                    </a:cubicBezTo>
                    <a:cubicBezTo>
                      <a:pt x="9" y="5"/>
                      <a:pt x="7" y="5"/>
                      <a:pt x="6" y="6"/>
                    </a:cubicBezTo>
                    <a:cubicBezTo>
                      <a:pt x="4" y="7"/>
                      <a:pt x="3" y="7"/>
                      <a:pt x="2" y="6"/>
                    </a:cubicBezTo>
                    <a:cubicBezTo>
                      <a:pt x="0" y="4"/>
                      <a:pt x="4" y="3"/>
                      <a:pt x="5" y="3"/>
                    </a:cubicBezTo>
                    <a:cubicBezTo>
                      <a:pt x="7" y="3"/>
                      <a:pt x="10" y="2"/>
                      <a:pt x="12" y="1"/>
                    </a:cubicBezTo>
                    <a:cubicBezTo>
                      <a:pt x="13" y="0"/>
                      <a:pt x="11" y="2"/>
                      <a:pt x="1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99" name="Freeform 497"/>
              <p:cNvSpPr>
                <a:spLocks/>
              </p:cNvSpPr>
              <p:nvPr/>
            </p:nvSpPr>
            <p:spPr bwMode="auto">
              <a:xfrm>
                <a:off x="12760705" y="7293764"/>
                <a:ext cx="140127" cy="38227"/>
              </a:xfrm>
              <a:custGeom>
                <a:avLst/>
                <a:gdLst>
                  <a:gd name="T0" fmla="*/ 8 w 15"/>
                  <a:gd name="T1" fmla="*/ 4 h 4"/>
                  <a:gd name="T2" fmla="*/ 1 w 15"/>
                  <a:gd name="T3" fmla="*/ 1 h 4"/>
                  <a:gd name="T4" fmla="*/ 7 w 15"/>
                  <a:gd name="T5" fmla="*/ 1 h 4"/>
                  <a:gd name="T6" fmla="*/ 15 w 15"/>
                  <a:gd name="T7" fmla="*/ 2 h 4"/>
                  <a:gd name="T8" fmla="*/ 13 w 15"/>
                  <a:gd name="T9" fmla="*/ 3 h 4"/>
                  <a:gd name="T10" fmla="*/ 8 w 15"/>
                  <a:gd name="T11" fmla="*/ 4 h 4"/>
                  <a:gd name="T12" fmla="*/ 8 w 15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4">
                    <a:moveTo>
                      <a:pt x="8" y="4"/>
                    </a:moveTo>
                    <a:cubicBezTo>
                      <a:pt x="7" y="4"/>
                      <a:pt x="0" y="2"/>
                      <a:pt x="1" y="1"/>
                    </a:cubicBezTo>
                    <a:cubicBezTo>
                      <a:pt x="1" y="0"/>
                      <a:pt x="7" y="1"/>
                      <a:pt x="7" y="1"/>
                    </a:cubicBezTo>
                    <a:cubicBezTo>
                      <a:pt x="10" y="2"/>
                      <a:pt x="12" y="2"/>
                      <a:pt x="15" y="2"/>
                    </a:cubicBezTo>
                    <a:cubicBezTo>
                      <a:pt x="15" y="2"/>
                      <a:pt x="13" y="3"/>
                      <a:pt x="13" y="3"/>
                    </a:cubicBezTo>
                    <a:cubicBezTo>
                      <a:pt x="12" y="4"/>
                      <a:pt x="10" y="4"/>
                      <a:pt x="8" y="4"/>
                    </a:cubicBezTo>
                    <a:cubicBezTo>
                      <a:pt x="6" y="4"/>
                      <a:pt x="9" y="4"/>
                      <a:pt x="8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0" name="Freeform 498"/>
              <p:cNvSpPr>
                <a:spLocks/>
              </p:cNvSpPr>
              <p:nvPr/>
            </p:nvSpPr>
            <p:spPr bwMode="auto">
              <a:xfrm>
                <a:off x="12693826" y="5917609"/>
                <a:ext cx="66879" cy="66896"/>
              </a:xfrm>
              <a:custGeom>
                <a:avLst/>
                <a:gdLst>
                  <a:gd name="T0" fmla="*/ 1 w 7"/>
                  <a:gd name="T1" fmla="*/ 4 h 7"/>
                  <a:gd name="T2" fmla="*/ 1 w 7"/>
                  <a:gd name="T3" fmla="*/ 1 h 7"/>
                  <a:gd name="T4" fmla="*/ 7 w 7"/>
                  <a:gd name="T5" fmla="*/ 1 h 7"/>
                  <a:gd name="T6" fmla="*/ 1 w 7"/>
                  <a:gd name="T7" fmla="*/ 4 h 7"/>
                  <a:gd name="T8" fmla="*/ 1 w 7"/>
                  <a:gd name="T9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7">
                    <a:moveTo>
                      <a:pt x="1" y="4"/>
                    </a:moveTo>
                    <a:cubicBezTo>
                      <a:pt x="1" y="3"/>
                      <a:pt x="0" y="1"/>
                      <a:pt x="1" y="1"/>
                    </a:cubicBezTo>
                    <a:cubicBezTo>
                      <a:pt x="2" y="1"/>
                      <a:pt x="7" y="0"/>
                      <a:pt x="7" y="1"/>
                    </a:cubicBezTo>
                    <a:cubicBezTo>
                      <a:pt x="7" y="2"/>
                      <a:pt x="2" y="6"/>
                      <a:pt x="1" y="4"/>
                    </a:cubicBezTo>
                    <a:cubicBezTo>
                      <a:pt x="1" y="1"/>
                      <a:pt x="2" y="7"/>
                      <a:pt x="1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1" name="Freeform 499"/>
              <p:cNvSpPr>
                <a:spLocks/>
              </p:cNvSpPr>
              <p:nvPr/>
            </p:nvSpPr>
            <p:spPr bwMode="auto">
              <a:xfrm>
                <a:off x="12703380" y="5892125"/>
                <a:ext cx="47770" cy="25484"/>
              </a:xfrm>
              <a:custGeom>
                <a:avLst/>
                <a:gdLst>
                  <a:gd name="T0" fmla="*/ 3 w 5"/>
                  <a:gd name="T1" fmla="*/ 2 h 3"/>
                  <a:gd name="T2" fmla="*/ 0 w 5"/>
                  <a:gd name="T3" fmla="*/ 1 h 3"/>
                  <a:gd name="T4" fmla="*/ 4 w 5"/>
                  <a:gd name="T5" fmla="*/ 1 h 3"/>
                  <a:gd name="T6" fmla="*/ 3 w 5"/>
                  <a:gd name="T7" fmla="*/ 2 h 3"/>
                  <a:gd name="T8" fmla="*/ 3 w 5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">
                    <a:moveTo>
                      <a:pt x="3" y="2"/>
                    </a:moveTo>
                    <a:cubicBezTo>
                      <a:pt x="2" y="2"/>
                      <a:pt x="0" y="1"/>
                      <a:pt x="0" y="1"/>
                    </a:cubicBezTo>
                    <a:cubicBezTo>
                      <a:pt x="0" y="1"/>
                      <a:pt x="4" y="0"/>
                      <a:pt x="4" y="1"/>
                    </a:cubicBezTo>
                    <a:cubicBezTo>
                      <a:pt x="5" y="2"/>
                      <a:pt x="4" y="3"/>
                      <a:pt x="3" y="2"/>
                    </a:cubicBezTo>
                    <a:cubicBezTo>
                      <a:pt x="1" y="2"/>
                      <a:pt x="5" y="3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2" name="Freeform 500"/>
              <p:cNvSpPr>
                <a:spLocks/>
              </p:cNvSpPr>
              <p:nvPr/>
            </p:nvSpPr>
            <p:spPr bwMode="auto">
              <a:xfrm>
                <a:off x="12509111" y="5955834"/>
                <a:ext cx="54139" cy="92380"/>
              </a:xfrm>
              <a:custGeom>
                <a:avLst/>
                <a:gdLst>
                  <a:gd name="T0" fmla="*/ 6 w 6"/>
                  <a:gd name="T1" fmla="*/ 2 h 10"/>
                  <a:gd name="T2" fmla="*/ 3 w 6"/>
                  <a:gd name="T3" fmla="*/ 9 h 10"/>
                  <a:gd name="T4" fmla="*/ 6 w 6"/>
                  <a:gd name="T5" fmla="*/ 2 h 10"/>
                  <a:gd name="T6" fmla="*/ 6 w 6"/>
                  <a:gd name="T7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6" y="2"/>
                    </a:moveTo>
                    <a:cubicBezTo>
                      <a:pt x="6" y="0"/>
                      <a:pt x="0" y="10"/>
                      <a:pt x="3" y="9"/>
                    </a:cubicBezTo>
                    <a:cubicBezTo>
                      <a:pt x="4" y="9"/>
                      <a:pt x="6" y="3"/>
                      <a:pt x="6" y="2"/>
                    </a:cubicBezTo>
                    <a:cubicBezTo>
                      <a:pt x="6" y="1"/>
                      <a:pt x="6" y="3"/>
                      <a:pt x="6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3" name="Freeform 501"/>
              <p:cNvSpPr>
                <a:spLocks/>
              </p:cNvSpPr>
              <p:nvPr/>
            </p:nvSpPr>
            <p:spPr bwMode="auto">
              <a:xfrm>
                <a:off x="12591917" y="5796557"/>
                <a:ext cx="38217" cy="38227"/>
              </a:xfrm>
              <a:custGeom>
                <a:avLst/>
                <a:gdLst>
                  <a:gd name="T0" fmla="*/ 3 w 4"/>
                  <a:gd name="T1" fmla="*/ 3 h 4"/>
                  <a:gd name="T2" fmla="*/ 1 w 4"/>
                  <a:gd name="T3" fmla="*/ 1 h 4"/>
                  <a:gd name="T4" fmla="*/ 3 w 4"/>
                  <a:gd name="T5" fmla="*/ 0 h 4"/>
                  <a:gd name="T6" fmla="*/ 3 w 4"/>
                  <a:gd name="T7" fmla="*/ 3 h 4"/>
                  <a:gd name="T8" fmla="*/ 3 w 4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3"/>
                    </a:moveTo>
                    <a:cubicBezTo>
                      <a:pt x="2" y="3"/>
                      <a:pt x="0" y="2"/>
                      <a:pt x="1" y="1"/>
                    </a:cubicBezTo>
                    <a:cubicBezTo>
                      <a:pt x="2" y="1"/>
                      <a:pt x="3" y="0"/>
                      <a:pt x="3" y="0"/>
                    </a:cubicBezTo>
                    <a:cubicBezTo>
                      <a:pt x="4" y="0"/>
                      <a:pt x="4" y="2"/>
                      <a:pt x="3" y="3"/>
                    </a:cubicBezTo>
                    <a:cubicBezTo>
                      <a:pt x="2" y="4"/>
                      <a:pt x="4" y="2"/>
                      <a:pt x="3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4" name="Freeform 502"/>
              <p:cNvSpPr>
                <a:spLocks/>
              </p:cNvSpPr>
              <p:nvPr/>
            </p:nvSpPr>
            <p:spPr bwMode="auto">
              <a:xfrm>
                <a:off x="12219302" y="6086441"/>
                <a:ext cx="54139" cy="86010"/>
              </a:xfrm>
              <a:custGeom>
                <a:avLst/>
                <a:gdLst>
                  <a:gd name="T0" fmla="*/ 6 w 6"/>
                  <a:gd name="T1" fmla="*/ 2 h 9"/>
                  <a:gd name="T2" fmla="*/ 6 w 6"/>
                  <a:gd name="T3" fmla="*/ 4 h 9"/>
                  <a:gd name="T4" fmla="*/ 5 w 6"/>
                  <a:gd name="T5" fmla="*/ 9 h 9"/>
                  <a:gd name="T6" fmla="*/ 0 w 6"/>
                  <a:gd name="T7" fmla="*/ 3 h 9"/>
                  <a:gd name="T8" fmla="*/ 3 w 6"/>
                  <a:gd name="T9" fmla="*/ 3 h 9"/>
                  <a:gd name="T10" fmla="*/ 6 w 6"/>
                  <a:gd name="T11" fmla="*/ 2 h 9"/>
                  <a:gd name="T12" fmla="*/ 6 w 6"/>
                  <a:gd name="T13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9">
                    <a:moveTo>
                      <a:pt x="6" y="2"/>
                    </a:moveTo>
                    <a:cubicBezTo>
                      <a:pt x="6" y="1"/>
                      <a:pt x="6" y="4"/>
                      <a:pt x="6" y="4"/>
                    </a:cubicBezTo>
                    <a:cubicBezTo>
                      <a:pt x="6" y="6"/>
                      <a:pt x="6" y="8"/>
                      <a:pt x="5" y="9"/>
                    </a:cubicBezTo>
                    <a:cubicBezTo>
                      <a:pt x="5" y="9"/>
                      <a:pt x="0" y="5"/>
                      <a:pt x="0" y="3"/>
                    </a:cubicBezTo>
                    <a:cubicBezTo>
                      <a:pt x="0" y="3"/>
                      <a:pt x="2" y="2"/>
                      <a:pt x="3" y="3"/>
                    </a:cubicBezTo>
                    <a:cubicBezTo>
                      <a:pt x="4" y="4"/>
                      <a:pt x="5" y="4"/>
                      <a:pt x="6" y="2"/>
                    </a:cubicBezTo>
                    <a:cubicBezTo>
                      <a:pt x="6" y="0"/>
                      <a:pt x="6" y="3"/>
                      <a:pt x="6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5" name="Freeform 503"/>
              <p:cNvSpPr>
                <a:spLocks/>
              </p:cNvSpPr>
              <p:nvPr/>
            </p:nvSpPr>
            <p:spPr bwMode="auto">
              <a:xfrm>
                <a:off x="12152426" y="6105555"/>
                <a:ext cx="76432" cy="76452"/>
              </a:xfrm>
              <a:custGeom>
                <a:avLst/>
                <a:gdLst>
                  <a:gd name="T0" fmla="*/ 6 w 8"/>
                  <a:gd name="T1" fmla="*/ 7 h 8"/>
                  <a:gd name="T2" fmla="*/ 1 w 8"/>
                  <a:gd name="T3" fmla="*/ 4 h 8"/>
                  <a:gd name="T4" fmla="*/ 6 w 8"/>
                  <a:gd name="T5" fmla="*/ 7 h 8"/>
                  <a:gd name="T6" fmla="*/ 6 w 8"/>
                  <a:gd name="T7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6" y="7"/>
                    </a:moveTo>
                    <a:cubicBezTo>
                      <a:pt x="5" y="8"/>
                      <a:pt x="0" y="5"/>
                      <a:pt x="1" y="4"/>
                    </a:cubicBezTo>
                    <a:cubicBezTo>
                      <a:pt x="3" y="0"/>
                      <a:pt x="8" y="5"/>
                      <a:pt x="6" y="7"/>
                    </a:cubicBezTo>
                    <a:cubicBezTo>
                      <a:pt x="5" y="8"/>
                      <a:pt x="7" y="6"/>
                      <a:pt x="6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6" name="Freeform 504"/>
              <p:cNvSpPr>
                <a:spLocks/>
              </p:cNvSpPr>
              <p:nvPr/>
            </p:nvSpPr>
            <p:spPr bwMode="auto">
              <a:xfrm>
                <a:off x="11818028" y="7070776"/>
                <a:ext cx="44586" cy="35042"/>
              </a:xfrm>
              <a:custGeom>
                <a:avLst/>
                <a:gdLst>
                  <a:gd name="T0" fmla="*/ 4 w 5"/>
                  <a:gd name="T1" fmla="*/ 2 h 4"/>
                  <a:gd name="T2" fmla="*/ 3 w 5"/>
                  <a:gd name="T3" fmla="*/ 3 h 4"/>
                  <a:gd name="T4" fmla="*/ 0 w 5"/>
                  <a:gd name="T5" fmla="*/ 2 h 4"/>
                  <a:gd name="T6" fmla="*/ 4 w 5"/>
                  <a:gd name="T7" fmla="*/ 0 h 4"/>
                  <a:gd name="T8" fmla="*/ 4 w 5"/>
                  <a:gd name="T9" fmla="*/ 2 h 4"/>
                  <a:gd name="T10" fmla="*/ 4 w 5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4">
                    <a:moveTo>
                      <a:pt x="4" y="2"/>
                    </a:moveTo>
                    <a:cubicBezTo>
                      <a:pt x="5" y="1"/>
                      <a:pt x="4" y="4"/>
                      <a:pt x="3" y="3"/>
                    </a:cubicBezTo>
                    <a:cubicBezTo>
                      <a:pt x="3" y="3"/>
                      <a:pt x="0" y="2"/>
                      <a:pt x="0" y="2"/>
                    </a:cubicBezTo>
                    <a:cubicBezTo>
                      <a:pt x="0" y="2"/>
                      <a:pt x="3" y="0"/>
                      <a:pt x="4" y="0"/>
                    </a:cubicBezTo>
                    <a:cubicBezTo>
                      <a:pt x="4" y="0"/>
                      <a:pt x="3" y="2"/>
                      <a:pt x="4" y="2"/>
                    </a:cubicBezTo>
                    <a:cubicBezTo>
                      <a:pt x="5" y="1"/>
                      <a:pt x="3" y="2"/>
                      <a:pt x="4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7" name="Freeform 505"/>
              <p:cNvSpPr>
                <a:spLocks/>
              </p:cNvSpPr>
              <p:nvPr/>
            </p:nvSpPr>
            <p:spPr bwMode="auto">
              <a:xfrm>
                <a:off x="11359426" y="5927165"/>
                <a:ext cx="57323" cy="57338"/>
              </a:xfrm>
              <a:custGeom>
                <a:avLst/>
                <a:gdLst>
                  <a:gd name="T0" fmla="*/ 5 w 6"/>
                  <a:gd name="T1" fmla="*/ 1 h 6"/>
                  <a:gd name="T2" fmla="*/ 4 w 6"/>
                  <a:gd name="T3" fmla="*/ 5 h 6"/>
                  <a:gd name="T4" fmla="*/ 1 w 6"/>
                  <a:gd name="T5" fmla="*/ 5 h 6"/>
                  <a:gd name="T6" fmla="*/ 5 w 6"/>
                  <a:gd name="T7" fmla="*/ 1 h 6"/>
                  <a:gd name="T8" fmla="*/ 5 w 6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4" y="3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5" y="0"/>
                      <a:pt x="5" y="1"/>
                    </a:cubicBezTo>
                    <a:cubicBezTo>
                      <a:pt x="6" y="2"/>
                      <a:pt x="5" y="0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8" name="Freeform 506"/>
              <p:cNvSpPr>
                <a:spLocks/>
              </p:cNvSpPr>
              <p:nvPr/>
            </p:nvSpPr>
            <p:spPr bwMode="auto">
              <a:xfrm>
                <a:off x="11388093" y="5994061"/>
                <a:ext cx="28662" cy="28669"/>
              </a:xfrm>
              <a:custGeom>
                <a:avLst/>
                <a:gdLst>
                  <a:gd name="T0" fmla="*/ 3 w 3"/>
                  <a:gd name="T1" fmla="*/ 1 h 3"/>
                  <a:gd name="T2" fmla="*/ 0 w 3"/>
                  <a:gd name="T3" fmla="*/ 2 h 3"/>
                  <a:gd name="T4" fmla="*/ 2 w 3"/>
                  <a:gd name="T5" fmla="*/ 3 h 3"/>
                  <a:gd name="T6" fmla="*/ 3 w 3"/>
                  <a:gd name="T7" fmla="*/ 1 h 3"/>
                  <a:gd name="T8" fmla="*/ 3 w 3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cubicBezTo>
                      <a:pt x="2" y="1"/>
                      <a:pt x="0" y="1"/>
                      <a:pt x="0" y="2"/>
                    </a:cubicBezTo>
                    <a:cubicBezTo>
                      <a:pt x="0" y="3"/>
                      <a:pt x="2" y="3"/>
                      <a:pt x="2" y="3"/>
                    </a:cubicBezTo>
                    <a:cubicBezTo>
                      <a:pt x="3" y="3"/>
                      <a:pt x="3" y="0"/>
                      <a:pt x="3" y="1"/>
                    </a:cubicBezTo>
                    <a:cubicBezTo>
                      <a:pt x="2" y="1"/>
                      <a:pt x="3" y="1"/>
                      <a:pt x="3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09" name="Freeform 507"/>
              <p:cNvSpPr>
                <a:spLocks/>
              </p:cNvSpPr>
              <p:nvPr/>
            </p:nvSpPr>
            <p:spPr bwMode="auto">
              <a:xfrm>
                <a:off x="11416754" y="6022733"/>
                <a:ext cx="15924" cy="9556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2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0" name="Freeform 508"/>
              <p:cNvSpPr>
                <a:spLocks/>
              </p:cNvSpPr>
              <p:nvPr/>
            </p:nvSpPr>
            <p:spPr bwMode="auto">
              <a:xfrm>
                <a:off x="11416754" y="6048217"/>
                <a:ext cx="9553" cy="1911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1" y="2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1" name="Freeform 509"/>
              <p:cNvSpPr>
                <a:spLocks/>
              </p:cNvSpPr>
              <p:nvPr/>
            </p:nvSpPr>
            <p:spPr bwMode="auto">
              <a:xfrm>
                <a:off x="11416754" y="6067328"/>
                <a:ext cx="15924" cy="9556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2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2" name="Freeform 510"/>
              <p:cNvSpPr>
                <a:spLocks/>
              </p:cNvSpPr>
              <p:nvPr/>
            </p:nvSpPr>
            <p:spPr bwMode="auto">
              <a:xfrm>
                <a:off x="11490002" y="6207491"/>
                <a:ext cx="9553" cy="1911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3" name="Freeform 511"/>
              <p:cNvSpPr>
                <a:spLocks/>
              </p:cNvSpPr>
              <p:nvPr/>
            </p:nvSpPr>
            <p:spPr bwMode="auto">
              <a:xfrm>
                <a:off x="11630131" y="5787002"/>
                <a:ext cx="19109" cy="38227"/>
              </a:xfrm>
              <a:custGeom>
                <a:avLst/>
                <a:gdLst>
                  <a:gd name="T0" fmla="*/ 1 w 2"/>
                  <a:gd name="T1" fmla="*/ 4 h 4"/>
                  <a:gd name="T2" fmla="*/ 2 w 2"/>
                  <a:gd name="T3" fmla="*/ 1 h 4"/>
                  <a:gd name="T4" fmla="*/ 1 w 2"/>
                  <a:gd name="T5" fmla="*/ 4 h 4"/>
                  <a:gd name="T6" fmla="*/ 1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1" y="4"/>
                    </a:moveTo>
                    <a:cubicBezTo>
                      <a:pt x="0" y="3"/>
                      <a:pt x="0" y="1"/>
                      <a:pt x="2" y="1"/>
                    </a:cubicBezTo>
                    <a:cubicBezTo>
                      <a:pt x="2" y="0"/>
                      <a:pt x="2" y="4"/>
                      <a:pt x="1" y="4"/>
                    </a:cubicBezTo>
                    <a:cubicBezTo>
                      <a:pt x="0" y="3"/>
                      <a:pt x="1" y="4"/>
                      <a:pt x="1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4" name="Freeform 512"/>
              <p:cNvSpPr>
                <a:spLocks/>
              </p:cNvSpPr>
              <p:nvPr/>
            </p:nvSpPr>
            <p:spPr bwMode="auto">
              <a:xfrm>
                <a:off x="8260699" y="11747159"/>
                <a:ext cx="111465" cy="57338"/>
              </a:xfrm>
              <a:custGeom>
                <a:avLst/>
                <a:gdLst>
                  <a:gd name="T0" fmla="*/ 10 w 12"/>
                  <a:gd name="T1" fmla="*/ 3 h 6"/>
                  <a:gd name="T2" fmla="*/ 8 w 12"/>
                  <a:gd name="T3" fmla="*/ 2 h 6"/>
                  <a:gd name="T4" fmla="*/ 5 w 12"/>
                  <a:gd name="T5" fmla="*/ 2 h 6"/>
                  <a:gd name="T6" fmla="*/ 3 w 12"/>
                  <a:gd name="T7" fmla="*/ 1 h 6"/>
                  <a:gd name="T8" fmla="*/ 0 w 12"/>
                  <a:gd name="T9" fmla="*/ 3 h 6"/>
                  <a:gd name="T10" fmla="*/ 2 w 12"/>
                  <a:gd name="T11" fmla="*/ 5 h 6"/>
                  <a:gd name="T12" fmla="*/ 6 w 12"/>
                  <a:gd name="T13" fmla="*/ 5 h 6"/>
                  <a:gd name="T14" fmla="*/ 11 w 12"/>
                  <a:gd name="T15" fmla="*/ 3 h 6"/>
                  <a:gd name="T16" fmla="*/ 10 w 12"/>
                  <a:gd name="T17" fmla="*/ 3 h 6"/>
                  <a:gd name="T18" fmla="*/ 10 w 12"/>
                  <a:gd name="T1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6">
                    <a:moveTo>
                      <a:pt x="10" y="3"/>
                    </a:moveTo>
                    <a:cubicBezTo>
                      <a:pt x="9" y="3"/>
                      <a:pt x="9" y="2"/>
                      <a:pt x="8" y="2"/>
                    </a:cubicBezTo>
                    <a:cubicBezTo>
                      <a:pt x="7" y="2"/>
                      <a:pt x="6" y="2"/>
                      <a:pt x="5" y="2"/>
                    </a:cubicBezTo>
                    <a:cubicBezTo>
                      <a:pt x="4" y="2"/>
                      <a:pt x="4" y="0"/>
                      <a:pt x="3" y="1"/>
                    </a:cubicBezTo>
                    <a:cubicBezTo>
                      <a:pt x="3" y="1"/>
                      <a:pt x="0" y="3"/>
                      <a:pt x="0" y="3"/>
                    </a:cubicBezTo>
                    <a:cubicBezTo>
                      <a:pt x="0" y="3"/>
                      <a:pt x="2" y="5"/>
                      <a:pt x="2" y="5"/>
                    </a:cubicBezTo>
                    <a:cubicBezTo>
                      <a:pt x="3" y="6"/>
                      <a:pt x="5" y="5"/>
                      <a:pt x="6" y="5"/>
                    </a:cubicBezTo>
                    <a:cubicBezTo>
                      <a:pt x="7" y="5"/>
                      <a:pt x="11" y="4"/>
                      <a:pt x="11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12" y="2"/>
                      <a:pt x="10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5" name="Freeform 513"/>
              <p:cNvSpPr>
                <a:spLocks/>
              </p:cNvSpPr>
              <p:nvPr/>
            </p:nvSpPr>
            <p:spPr bwMode="auto">
              <a:xfrm>
                <a:off x="8251144" y="11804497"/>
                <a:ext cx="82803" cy="57338"/>
              </a:xfrm>
              <a:custGeom>
                <a:avLst/>
                <a:gdLst>
                  <a:gd name="T0" fmla="*/ 7 w 9"/>
                  <a:gd name="T1" fmla="*/ 3 h 6"/>
                  <a:gd name="T2" fmla="*/ 0 w 9"/>
                  <a:gd name="T3" fmla="*/ 1 h 6"/>
                  <a:gd name="T4" fmla="*/ 2 w 9"/>
                  <a:gd name="T5" fmla="*/ 2 h 6"/>
                  <a:gd name="T6" fmla="*/ 1 w 9"/>
                  <a:gd name="T7" fmla="*/ 5 h 6"/>
                  <a:gd name="T8" fmla="*/ 3 w 9"/>
                  <a:gd name="T9" fmla="*/ 5 h 6"/>
                  <a:gd name="T10" fmla="*/ 4 w 9"/>
                  <a:gd name="T11" fmla="*/ 5 h 6"/>
                  <a:gd name="T12" fmla="*/ 7 w 9"/>
                  <a:gd name="T13" fmla="*/ 3 h 6"/>
                  <a:gd name="T14" fmla="*/ 7 w 9"/>
                  <a:gd name="T15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6">
                    <a:moveTo>
                      <a:pt x="7" y="3"/>
                    </a:moveTo>
                    <a:cubicBezTo>
                      <a:pt x="7" y="2"/>
                      <a:pt x="0" y="0"/>
                      <a:pt x="0" y="1"/>
                    </a:cubicBezTo>
                    <a:cubicBezTo>
                      <a:pt x="0" y="1"/>
                      <a:pt x="2" y="2"/>
                      <a:pt x="2" y="2"/>
                    </a:cubicBezTo>
                    <a:cubicBezTo>
                      <a:pt x="3" y="3"/>
                      <a:pt x="1" y="4"/>
                      <a:pt x="1" y="5"/>
                    </a:cubicBezTo>
                    <a:cubicBezTo>
                      <a:pt x="1" y="6"/>
                      <a:pt x="3" y="5"/>
                      <a:pt x="3" y="5"/>
                    </a:cubicBezTo>
                    <a:cubicBezTo>
                      <a:pt x="4" y="4"/>
                      <a:pt x="3" y="5"/>
                      <a:pt x="4" y="5"/>
                    </a:cubicBezTo>
                    <a:cubicBezTo>
                      <a:pt x="5" y="6"/>
                      <a:pt x="9" y="4"/>
                      <a:pt x="7" y="3"/>
                    </a:cubicBezTo>
                    <a:cubicBezTo>
                      <a:pt x="6" y="2"/>
                      <a:pt x="8" y="3"/>
                      <a:pt x="7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6" name="Freeform 514"/>
              <p:cNvSpPr>
                <a:spLocks/>
              </p:cNvSpPr>
              <p:nvPr/>
            </p:nvSpPr>
            <p:spPr bwMode="auto">
              <a:xfrm>
                <a:off x="8241593" y="11731231"/>
                <a:ext cx="73248" cy="44598"/>
              </a:xfrm>
              <a:custGeom>
                <a:avLst/>
                <a:gdLst>
                  <a:gd name="T0" fmla="*/ 6 w 8"/>
                  <a:gd name="T1" fmla="*/ 0 h 5"/>
                  <a:gd name="T2" fmla="*/ 3 w 8"/>
                  <a:gd name="T3" fmla="*/ 1 h 5"/>
                  <a:gd name="T4" fmla="*/ 0 w 8"/>
                  <a:gd name="T5" fmla="*/ 1 h 5"/>
                  <a:gd name="T6" fmla="*/ 0 w 8"/>
                  <a:gd name="T7" fmla="*/ 3 h 5"/>
                  <a:gd name="T8" fmla="*/ 5 w 8"/>
                  <a:gd name="T9" fmla="*/ 2 h 5"/>
                  <a:gd name="T10" fmla="*/ 6 w 8"/>
                  <a:gd name="T11" fmla="*/ 0 h 5"/>
                  <a:gd name="T12" fmla="*/ 6 w 8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5">
                    <a:moveTo>
                      <a:pt x="6" y="0"/>
                    </a:moveTo>
                    <a:cubicBezTo>
                      <a:pt x="5" y="0"/>
                      <a:pt x="4" y="1"/>
                      <a:pt x="3" y="1"/>
                    </a:cubicBezTo>
                    <a:cubicBezTo>
                      <a:pt x="2" y="0"/>
                      <a:pt x="0" y="1"/>
                      <a:pt x="0" y="1"/>
                    </a:cubicBezTo>
                    <a:cubicBezTo>
                      <a:pt x="1" y="0"/>
                      <a:pt x="0" y="4"/>
                      <a:pt x="0" y="3"/>
                    </a:cubicBezTo>
                    <a:cubicBezTo>
                      <a:pt x="1" y="5"/>
                      <a:pt x="4" y="3"/>
                      <a:pt x="5" y="2"/>
                    </a:cubicBezTo>
                    <a:cubicBezTo>
                      <a:pt x="6" y="2"/>
                      <a:pt x="8" y="0"/>
                      <a:pt x="6" y="0"/>
                    </a:cubicBezTo>
                    <a:cubicBezTo>
                      <a:pt x="5" y="0"/>
                      <a:pt x="8" y="0"/>
                      <a:pt x="6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7" name="Freeform 515"/>
              <p:cNvSpPr>
                <a:spLocks/>
              </p:cNvSpPr>
              <p:nvPr/>
            </p:nvSpPr>
            <p:spPr bwMode="auto">
              <a:xfrm>
                <a:off x="8203376" y="11766272"/>
                <a:ext cx="76432" cy="47785"/>
              </a:xfrm>
              <a:custGeom>
                <a:avLst/>
                <a:gdLst>
                  <a:gd name="T0" fmla="*/ 7 w 8"/>
                  <a:gd name="T1" fmla="*/ 4 h 5"/>
                  <a:gd name="T2" fmla="*/ 1 w 8"/>
                  <a:gd name="T3" fmla="*/ 1 h 5"/>
                  <a:gd name="T4" fmla="*/ 7 w 8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5">
                    <a:moveTo>
                      <a:pt x="7" y="4"/>
                    </a:moveTo>
                    <a:cubicBezTo>
                      <a:pt x="6" y="3"/>
                      <a:pt x="0" y="0"/>
                      <a:pt x="1" y="1"/>
                    </a:cubicBezTo>
                    <a:cubicBezTo>
                      <a:pt x="2" y="2"/>
                      <a:pt x="8" y="5"/>
                      <a:pt x="7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8" name="Freeform 516"/>
              <p:cNvSpPr>
                <a:spLocks/>
              </p:cNvSpPr>
              <p:nvPr/>
            </p:nvSpPr>
            <p:spPr bwMode="auto">
              <a:xfrm>
                <a:off x="8184267" y="11702559"/>
                <a:ext cx="28662" cy="28669"/>
              </a:xfrm>
              <a:custGeom>
                <a:avLst/>
                <a:gdLst>
                  <a:gd name="T0" fmla="*/ 2 w 3"/>
                  <a:gd name="T1" fmla="*/ 2 h 3"/>
                  <a:gd name="T2" fmla="*/ 0 w 3"/>
                  <a:gd name="T3" fmla="*/ 1 h 3"/>
                  <a:gd name="T4" fmla="*/ 2 w 3"/>
                  <a:gd name="T5" fmla="*/ 2 h 3"/>
                  <a:gd name="T6" fmla="*/ 2 w 3"/>
                  <a:gd name="T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2" y="2"/>
                    </a:moveTo>
                    <a:cubicBezTo>
                      <a:pt x="2" y="3"/>
                      <a:pt x="1" y="2"/>
                      <a:pt x="0" y="1"/>
                    </a:cubicBezTo>
                    <a:cubicBezTo>
                      <a:pt x="0" y="0"/>
                      <a:pt x="3" y="0"/>
                      <a:pt x="2" y="2"/>
                    </a:cubicBezTo>
                    <a:cubicBezTo>
                      <a:pt x="2" y="3"/>
                      <a:pt x="2" y="1"/>
                      <a:pt x="2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19" name="Freeform 517"/>
              <p:cNvSpPr>
                <a:spLocks/>
              </p:cNvSpPr>
              <p:nvPr/>
            </p:nvSpPr>
            <p:spPr bwMode="auto">
              <a:xfrm>
                <a:off x="8184267" y="11626107"/>
                <a:ext cx="66879" cy="66896"/>
              </a:xfrm>
              <a:custGeom>
                <a:avLst/>
                <a:gdLst>
                  <a:gd name="T0" fmla="*/ 5 w 7"/>
                  <a:gd name="T1" fmla="*/ 2 h 7"/>
                  <a:gd name="T2" fmla="*/ 4 w 7"/>
                  <a:gd name="T3" fmla="*/ 0 h 7"/>
                  <a:gd name="T4" fmla="*/ 2 w 7"/>
                  <a:gd name="T5" fmla="*/ 1 h 7"/>
                  <a:gd name="T6" fmla="*/ 0 w 7"/>
                  <a:gd name="T7" fmla="*/ 1 h 7"/>
                  <a:gd name="T8" fmla="*/ 2 w 7"/>
                  <a:gd name="T9" fmla="*/ 4 h 7"/>
                  <a:gd name="T10" fmla="*/ 0 w 7"/>
                  <a:gd name="T11" fmla="*/ 6 h 7"/>
                  <a:gd name="T12" fmla="*/ 3 w 7"/>
                  <a:gd name="T13" fmla="*/ 5 h 7"/>
                  <a:gd name="T14" fmla="*/ 4 w 7"/>
                  <a:gd name="T15" fmla="*/ 2 h 7"/>
                  <a:gd name="T16" fmla="*/ 4 w 7"/>
                  <a:gd name="T17" fmla="*/ 4 h 7"/>
                  <a:gd name="T18" fmla="*/ 6 w 7"/>
                  <a:gd name="T19" fmla="*/ 2 h 7"/>
                  <a:gd name="T20" fmla="*/ 5 w 7"/>
                  <a:gd name="T21" fmla="*/ 2 h 7"/>
                  <a:gd name="T22" fmla="*/ 5 w 7"/>
                  <a:gd name="T23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7">
                    <a:moveTo>
                      <a:pt x="5" y="2"/>
                    </a:moveTo>
                    <a:cubicBezTo>
                      <a:pt x="5" y="1"/>
                      <a:pt x="4" y="1"/>
                      <a:pt x="4" y="0"/>
                    </a:cubicBezTo>
                    <a:cubicBezTo>
                      <a:pt x="3" y="0"/>
                      <a:pt x="1" y="0"/>
                      <a:pt x="2" y="1"/>
                    </a:cubicBezTo>
                    <a:cubicBezTo>
                      <a:pt x="4" y="3"/>
                      <a:pt x="1" y="2"/>
                      <a:pt x="0" y="1"/>
                    </a:cubicBezTo>
                    <a:cubicBezTo>
                      <a:pt x="1" y="3"/>
                      <a:pt x="2" y="3"/>
                      <a:pt x="2" y="4"/>
                    </a:cubicBezTo>
                    <a:cubicBezTo>
                      <a:pt x="3" y="6"/>
                      <a:pt x="1" y="5"/>
                      <a:pt x="0" y="6"/>
                    </a:cubicBezTo>
                    <a:cubicBezTo>
                      <a:pt x="0" y="7"/>
                      <a:pt x="4" y="6"/>
                      <a:pt x="3" y="5"/>
                    </a:cubicBezTo>
                    <a:cubicBezTo>
                      <a:pt x="3" y="5"/>
                      <a:pt x="4" y="3"/>
                      <a:pt x="4" y="2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4" y="3"/>
                      <a:pt x="6" y="2"/>
                      <a:pt x="6" y="2"/>
                    </a:cubicBezTo>
                    <a:cubicBezTo>
                      <a:pt x="6" y="2"/>
                      <a:pt x="6" y="2"/>
                      <a:pt x="5" y="2"/>
                    </a:cubicBezTo>
                    <a:cubicBezTo>
                      <a:pt x="5" y="1"/>
                      <a:pt x="7" y="2"/>
                      <a:pt x="5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0" name="Freeform 518"/>
              <p:cNvSpPr>
                <a:spLocks/>
              </p:cNvSpPr>
              <p:nvPr/>
            </p:nvSpPr>
            <p:spPr bwMode="auto">
              <a:xfrm>
                <a:off x="8174712" y="11505057"/>
                <a:ext cx="47770" cy="101936"/>
              </a:xfrm>
              <a:custGeom>
                <a:avLst/>
                <a:gdLst>
                  <a:gd name="T0" fmla="*/ 5 w 5"/>
                  <a:gd name="T1" fmla="*/ 7 h 11"/>
                  <a:gd name="T2" fmla="*/ 2 w 5"/>
                  <a:gd name="T3" fmla="*/ 2 h 11"/>
                  <a:gd name="T4" fmla="*/ 1 w 5"/>
                  <a:gd name="T5" fmla="*/ 6 h 11"/>
                  <a:gd name="T6" fmla="*/ 0 w 5"/>
                  <a:gd name="T7" fmla="*/ 9 h 11"/>
                  <a:gd name="T8" fmla="*/ 2 w 5"/>
                  <a:gd name="T9" fmla="*/ 7 h 11"/>
                  <a:gd name="T10" fmla="*/ 5 w 5"/>
                  <a:gd name="T11" fmla="*/ 7 h 11"/>
                  <a:gd name="T12" fmla="*/ 5 w 5"/>
                  <a:gd name="T13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11">
                    <a:moveTo>
                      <a:pt x="5" y="7"/>
                    </a:moveTo>
                    <a:cubicBezTo>
                      <a:pt x="5" y="6"/>
                      <a:pt x="4" y="0"/>
                      <a:pt x="2" y="2"/>
                    </a:cubicBezTo>
                    <a:cubicBezTo>
                      <a:pt x="2" y="3"/>
                      <a:pt x="3" y="6"/>
                      <a:pt x="1" y="6"/>
                    </a:cubicBezTo>
                    <a:cubicBezTo>
                      <a:pt x="0" y="6"/>
                      <a:pt x="0" y="7"/>
                      <a:pt x="0" y="9"/>
                    </a:cubicBezTo>
                    <a:cubicBezTo>
                      <a:pt x="1" y="9"/>
                      <a:pt x="2" y="7"/>
                      <a:pt x="2" y="7"/>
                    </a:cubicBezTo>
                    <a:cubicBezTo>
                      <a:pt x="1" y="7"/>
                      <a:pt x="5" y="11"/>
                      <a:pt x="5" y="7"/>
                    </a:cubicBezTo>
                    <a:cubicBezTo>
                      <a:pt x="5" y="6"/>
                      <a:pt x="5" y="8"/>
                      <a:pt x="5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1" name="Freeform 519"/>
              <p:cNvSpPr>
                <a:spLocks/>
              </p:cNvSpPr>
              <p:nvPr/>
            </p:nvSpPr>
            <p:spPr bwMode="auto">
              <a:xfrm>
                <a:off x="8165159" y="11587880"/>
                <a:ext cx="28662" cy="57338"/>
              </a:xfrm>
              <a:custGeom>
                <a:avLst/>
                <a:gdLst>
                  <a:gd name="T0" fmla="*/ 3 w 3"/>
                  <a:gd name="T1" fmla="*/ 2 h 6"/>
                  <a:gd name="T2" fmla="*/ 1 w 3"/>
                  <a:gd name="T3" fmla="*/ 6 h 6"/>
                  <a:gd name="T4" fmla="*/ 3 w 3"/>
                  <a:gd name="T5" fmla="*/ 2 h 6"/>
                  <a:gd name="T6" fmla="*/ 3 w 3"/>
                  <a:gd name="T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6">
                    <a:moveTo>
                      <a:pt x="3" y="2"/>
                    </a:moveTo>
                    <a:cubicBezTo>
                      <a:pt x="2" y="0"/>
                      <a:pt x="0" y="5"/>
                      <a:pt x="1" y="6"/>
                    </a:cubicBezTo>
                    <a:cubicBezTo>
                      <a:pt x="0" y="5"/>
                      <a:pt x="3" y="3"/>
                      <a:pt x="3" y="2"/>
                    </a:cubicBezTo>
                    <a:cubicBezTo>
                      <a:pt x="2" y="1"/>
                      <a:pt x="3" y="2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2" name="Freeform 520"/>
              <p:cNvSpPr>
                <a:spLocks/>
              </p:cNvSpPr>
              <p:nvPr/>
            </p:nvSpPr>
            <p:spPr bwMode="auto">
              <a:xfrm>
                <a:off x="8165159" y="11466830"/>
                <a:ext cx="47770" cy="66896"/>
              </a:xfrm>
              <a:custGeom>
                <a:avLst/>
                <a:gdLst>
                  <a:gd name="T0" fmla="*/ 4 w 5"/>
                  <a:gd name="T1" fmla="*/ 2 h 7"/>
                  <a:gd name="T2" fmla="*/ 3 w 5"/>
                  <a:gd name="T3" fmla="*/ 0 h 7"/>
                  <a:gd name="T4" fmla="*/ 2 w 5"/>
                  <a:gd name="T5" fmla="*/ 3 h 7"/>
                  <a:gd name="T6" fmla="*/ 1 w 5"/>
                  <a:gd name="T7" fmla="*/ 2 h 7"/>
                  <a:gd name="T8" fmla="*/ 0 w 5"/>
                  <a:gd name="T9" fmla="*/ 5 h 7"/>
                  <a:gd name="T10" fmla="*/ 2 w 5"/>
                  <a:gd name="T11" fmla="*/ 7 h 7"/>
                  <a:gd name="T12" fmla="*/ 5 w 5"/>
                  <a:gd name="T13" fmla="*/ 5 h 7"/>
                  <a:gd name="T14" fmla="*/ 4 w 5"/>
                  <a:gd name="T15" fmla="*/ 2 h 7"/>
                  <a:gd name="T16" fmla="*/ 4 w 5"/>
                  <a:gd name="T1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7">
                    <a:moveTo>
                      <a:pt x="4" y="2"/>
                    </a:moveTo>
                    <a:cubicBezTo>
                      <a:pt x="3" y="3"/>
                      <a:pt x="3" y="0"/>
                      <a:pt x="3" y="0"/>
                    </a:cubicBezTo>
                    <a:cubicBezTo>
                      <a:pt x="3" y="0"/>
                      <a:pt x="3" y="3"/>
                      <a:pt x="2" y="3"/>
                    </a:cubicBezTo>
                    <a:cubicBezTo>
                      <a:pt x="2" y="3"/>
                      <a:pt x="2" y="2"/>
                      <a:pt x="1" y="2"/>
                    </a:cubicBezTo>
                    <a:cubicBezTo>
                      <a:pt x="2" y="2"/>
                      <a:pt x="0" y="5"/>
                      <a:pt x="0" y="5"/>
                    </a:cubicBezTo>
                    <a:cubicBezTo>
                      <a:pt x="0" y="4"/>
                      <a:pt x="4" y="5"/>
                      <a:pt x="2" y="7"/>
                    </a:cubicBezTo>
                    <a:cubicBezTo>
                      <a:pt x="3" y="6"/>
                      <a:pt x="5" y="6"/>
                      <a:pt x="5" y="5"/>
                    </a:cubicBezTo>
                    <a:cubicBezTo>
                      <a:pt x="5" y="4"/>
                      <a:pt x="4" y="1"/>
                      <a:pt x="4" y="2"/>
                    </a:cubicBezTo>
                    <a:cubicBezTo>
                      <a:pt x="3" y="3"/>
                      <a:pt x="4" y="1"/>
                      <a:pt x="4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3" name="Freeform 521"/>
              <p:cNvSpPr>
                <a:spLocks/>
              </p:cNvSpPr>
              <p:nvPr/>
            </p:nvSpPr>
            <p:spPr bwMode="auto">
              <a:xfrm>
                <a:off x="8212931" y="11282067"/>
                <a:ext cx="47770" cy="44598"/>
              </a:xfrm>
              <a:custGeom>
                <a:avLst/>
                <a:gdLst>
                  <a:gd name="T0" fmla="*/ 3 w 5"/>
                  <a:gd name="T1" fmla="*/ 4 h 5"/>
                  <a:gd name="T2" fmla="*/ 3 w 5"/>
                  <a:gd name="T3" fmla="*/ 0 h 5"/>
                  <a:gd name="T4" fmla="*/ 0 w 5"/>
                  <a:gd name="T5" fmla="*/ 0 h 5"/>
                  <a:gd name="T6" fmla="*/ 2 w 5"/>
                  <a:gd name="T7" fmla="*/ 1 h 5"/>
                  <a:gd name="T8" fmla="*/ 3 w 5"/>
                  <a:gd name="T9" fmla="*/ 4 h 5"/>
                  <a:gd name="T10" fmla="*/ 3 w 5"/>
                  <a:gd name="T11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5">
                    <a:moveTo>
                      <a:pt x="3" y="4"/>
                    </a:moveTo>
                    <a:cubicBezTo>
                      <a:pt x="5" y="2"/>
                      <a:pt x="2" y="2"/>
                      <a:pt x="3" y="0"/>
                    </a:cubicBezTo>
                    <a:cubicBezTo>
                      <a:pt x="3" y="0"/>
                      <a:pt x="1" y="0"/>
                      <a:pt x="0" y="0"/>
                    </a:cubicBezTo>
                    <a:cubicBezTo>
                      <a:pt x="0" y="0"/>
                      <a:pt x="2" y="1"/>
                      <a:pt x="2" y="1"/>
                    </a:cubicBezTo>
                    <a:cubicBezTo>
                      <a:pt x="2" y="2"/>
                      <a:pt x="3" y="4"/>
                      <a:pt x="3" y="4"/>
                    </a:cubicBezTo>
                    <a:cubicBezTo>
                      <a:pt x="4" y="3"/>
                      <a:pt x="2" y="5"/>
                      <a:pt x="3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4" name="Freeform 522"/>
              <p:cNvSpPr>
                <a:spLocks/>
              </p:cNvSpPr>
              <p:nvPr/>
            </p:nvSpPr>
            <p:spPr bwMode="auto">
              <a:xfrm>
                <a:off x="8222485" y="11113235"/>
                <a:ext cx="57323" cy="101936"/>
              </a:xfrm>
              <a:custGeom>
                <a:avLst/>
                <a:gdLst>
                  <a:gd name="T0" fmla="*/ 3 w 6"/>
                  <a:gd name="T1" fmla="*/ 10 h 11"/>
                  <a:gd name="T2" fmla="*/ 0 w 6"/>
                  <a:gd name="T3" fmla="*/ 9 h 11"/>
                  <a:gd name="T4" fmla="*/ 1 w 6"/>
                  <a:gd name="T5" fmla="*/ 2 h 11"/>
                  <a:gd name="T6" fmla="*/ 4 w 6"/>
                  <a:gd name="T7" fmla="*/ 3 h 11"/>
                  <a:gd name="T8" fmla="*/ 3 w 6"/>
                  <a:gd name="T9" fmla="*/ 10 h 11"/>
                  <a:gd name="T10" fmla="*/ 3 w 6"/>
                  <a:gd name="T1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1">
                    <a:moveTo>
                      <a:pt x="3" y="10"/>
                    </a:moveTo>
                    <a:cubicBezTo>
                      <a:pt x="1" y="11"/>
                      <a:pt x="0" y="11"/>
                      <a:pt x="0" y="9"/>
                    </a:cubicBezTo>
                    <a:cubicBezTo>
                      <a:pt x="1" y="7"/>
                      <a:pt x="1" y="4"/>
                      <a:pt x="1" y="2"/>
                    </a:cubicBezTo>
                    <a:cubicBezTo>
                      <a:pt x="1" y="0"/>
                      <a:pt x="5" y="0"/>
                      <a:pt x="4" y="3"/>
                    </a:cubicBezTo>
                    <a:cubicBezTo>
                      <a:pt x="4" y="5"/>
                      <a:pt x="6" y="8"/>
                      <a:pt x="3" y="10"/>
                    </a:cubicBezTo>
                    <a:cubicBezTo>
                      <a:pt x="2" y="10"/>
                      <a:pt x="4" y="9"/>
                      <a:pt x="3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5" name="Freeform 523"/>
              <p:cNvSpPr>
                <a:spLocks/>
              </p:cNvSpPr>
              <p:nvPr/>
            </p:nvSpPr>
            <p:spPr bwMode="auto">
              <a:xfrm>
                <a:off x="8410382" y="8462859"/>
                <a:ext cx="44586" cy="38227"/>
              </a:xfrm>
              <a:custGeom>
                <a:avLst/>
                <a:gdLst>
                  <a:gd name="T0" fmla="*/ 3 w 5"/>
                  <a:gd name="T1" fmla="*/ 3 h 4"/>
                  <a:gd name="T2" fmla="*/ 1 w 5"/>
                  <a:gd name="T3" fmla="*/ 1 h 4"/>
                  <a:gd name="T4" fmla="*/ 3 w 5"/>
                  <a:gd name="T5" fmla="*/ 3 h 4"/>
                  <a:gd name="T6" fmla="*/ 3 w 5"/>
                  <a:gd name="T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4">
                    <a:moveTo>
                      <a:pt x="3" y="3"/>
                    </a:moveTo>
                    <a:cubicBezTo>
                      <a:pt x="2" y="4"/>
                      <a:pt x="0" y="3"/>
                      <a:pt x="1" y="1"/>
                    </a:cubicBezTo>
                    <a:cubicBezTo>
                      <a:pt x="1" y="0"/>
                      <a:pt x="5" y="2"/>
                      <a:pt x="3" y="3"/>
                    </a:cubicBezTo>
                    <a:cubicBezTo>
                      <a:pt x="2" y="4"/>
                      <a:pt x="5" y="2"/>
                      <a:pt x="3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6" name="Freeform 524"/>
              <p:cNvSpPr>
                <a:spLocks/>
              </p:cNvSpPr>
              <p:nvPr/>
            </p:nvSpPr>
            <p:spPr bwMode="auto">
              <a:xfrm>
                <a:off x="8811656" y="8520200"/>
                <a:ext cx="54139" cy="73269"/>
              </a:xfrm>
              <a:custGeom>
                <a:avLst/>
                <a:gdLst>
                  <a:gd name="T0" fmla="*/ 1 w 6"/>
                  <a:gd name="T1" fmla="*/ 5 h 8"/>
                  <a:gd name="T2" fmla="*/ 2 w 6"/>
                  <a:gd name="T3" fmla="*/ 4 h 8"/>
                  <a:gd name="T4" fmla="*/ 4 w 6"/>
                  <a:gd name="T5" fmla="*/ 2 h 8"/>
                  <a:gd name="T6" fmla="*/ 1 w 6"/>
                  <a:gd name="T7" fmla="*/ 5 h 8"/>
                  <a:gd name="T8" fmla="*/ 1 w 6"/>
                  <a:gd name="T9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1" y="5"/>
                    </a:moveTo>
                    <a:cubicBezTo>
                      <a:pt x="0" y="4"/>
                      <a:pt x="2" y="4"/>
                      <a:pt x="2" y="4"/>
                    </a:cubicBezTo>
                    <a:cubicBezTo>
                      <a:pt x="3" y="4"/>
                      <a:pt x="3" y="0"/>
                      <a:pt x="4" y="2"/>
                    </a:cubicBezTo>
                    <a:cubicBezTo>
                      <a:pt x="6" y="4"/>
                      <a:pt x="2" y="8"/>
                      <a:pt x="1" y="5"/>
                    </a:cubicBezTo>
                    <a:cubicBezTo>
                      <a:pt x="0" y="4"/>
                      <a:pt x="1" y="6"/>
                      <a:pt x="1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7" name="Freeform 525"/>
              <p:cNvSpPr>
                <a:spLocks/>
              </p:cNvSpPr>
              <p:nvPr/>
            </p:nvSpPr>
            <p:spPr bwMode="auto">
              <a:xfrm>
                <a:off x="9324397" y="9026702"/>
                <a:ext cx="130574" cy="121050"/>
              </a:xfrm>
              <a:custGeom>
                <a:avLst/>
                <a:gdLst>
                  <a:gd name="T0" fmla="*/ 12 w 14"/>
                  <a:gd name="T1" fmla="*/ 4 h 13"/>
                  <a:gd name="T2" fmla="*/ 10 w 14"/>
                  <a:gd name="T3" fmla="*/ 3 h 13"/>
                  <a:gd name="T4" fmla="*/ 6 w 14"/>
                  <a:gd name="T5" fmla="*/ 1 h 13"/>
                  <a:gd name="T6" fmla="*/ 2 w 14"/>
                  <a:gd name="T7" fmla="*/ 1 h 13"/>
                  <a:gd name="T8" fmla="*/ 1 w 14"/>
                  <a:gd name="T9" fmla="*/ 2 h 13"/>
                  <a:gd name="T10" fmla="*/ 2 w 14"/>
                  <a:gd name="T11" fmla="*/ 4 h 13"/>
                  <a:gd name="T12" fmla="*/ 1 w 14"/>
                  <a:gd name="T13" fmla="*/ 7 h 13"/>
                  <a:gd name="T14" fmla="*/ 2 w 14"/>
                  <a:gd name="T15" fmla="*/ 10 h 13"/>
                  <a:gd name="T16" fmla="*/ 4 w 14"/>
                  <a:gd name="T17" fmla="*/ 10 h 13"/>
                  <a:gd name="T18" fmla="*/ 7 w 14"/>
                  <a:gd name="T19" fmla="*/ 12 h 13"/>
                  <a:gd name="T20" fmla="*/ 10 w 14"/>
                  <a:gd name="T21" fmla="*/ 10 h 13"/>
                  <a:gd name="T22" fmla="*/ 12 w 14"/>
                  <a:gd name="T23" fmla="*/ 4 h 13"/>
                  <a:gd name="T24" fmla="*/ 12 w 14"/>
                  <a:gd name="T25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13">
                    <a:moveTo>
                      <a:pt x="12" y="4"/>
                    </a:moveTo>
                    <a:cubicBezTo>
                      <a:pt x="12" y="3"/>
                      <a:pt x="11" y="3"/>
                      <a:pt x="10" y="3"/>
                    </a:cubicBezTo>
                    <a:cubicBezTo>
                      <a:pt x="8" y="2"/>
                      <a:pt x="8" y="1"/>
                      <a:pt x="6" y="1"/>
                    </a:cubicBezTo>
                    <a:cubicBezTo>
                      <a:pt x="5" y="0"/>
                      <a:pt x="3" y="0"/>
                      <a:pt x="2" y="1"/>
                    </a:cubicBezTo>
                    <a:cubicBezTo>
                      <a:pt x="2" y="1"/>
                      <a:pt x="2" y="2"/>
                      <a:pt x="1" y="2"/>
                    </a:cubicBezTo>
                    <a:cubicBezTo>
                      <a:pt x="0" y="4"/>
                      <a:pt x="1" y="3"/>
                      <a:pt x="2" y="4"/>
                    </a:cubicBezTo>
                    <a:cubicBezTo>
                      <a:pt x="2" y="4"/>
                      <a:pt x="1" y="7"/>
                      <a:pt x="1" y="7"/>
                    </a:cubicBezTo>
                    <a:cubicBezTo>
                      <a:pt x="1" y="9"/>
                      <a:pt x="1" y="9"/>
                      <a:pt x="2" y="10"/>
                    </a:cubicBezTo>
                    <a:cubicBezTo>
                      <a:pt x="3" y="11"/>
                      <a:pt x="3" y="10"/>
                      <a:pt x="4" y="10"/>
                    </a:cubicBezTo>
                    <a:cubicBezTo>
                      <a:pt x="6" y="10"/>
                      <a:pt x="5" y="12"/>
                      <a:pt x="7" y="12"/>
                    </a:cubicBezTo>
                    <a:cubicBezTo>
                      <a:pt x="9" y="13"/>
                      <a:pt x="8" y="11"/>
                      <a:pt x="10" y="10"/>
                    </a:cubicBezTo>
                    <a:cubicBezTo>
                      <a:pt x="12" y="8"/>
                      <a:pt x="14" y="7"/>
                      <a:pt x="12" y="4"/>
                    </a:cubicBezTo>
                    <a:cubicBezTo>
                      <a:pt x="12" y="2"/>
                      <a:pt x="14" y="8"/>
                      <a:pt x="12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8" name="Freeform 526"/>
              <p:cNvSpPr>
                <a:spLocks/>
              </p:cNvSpPr>
              <p:nvPr/>
            </p:nvSpPr>
            <p:spPr bwMode="auto">
              <a:xfrm>
                <a:off x="8560064" y="8163419"/>
                <a:ext cx="92356" cy="38227"/>
              </a:xfrm>
              <a:custGeom>
                <a:avLst/>
                <a:gdLst>
                  <a:gd name="T0" fmla="*/ 9 w 10"/>
                  <a:gd name="T1" fmla="*/ 2 h 4"/>
                  <a:gd name="T2" fmla="*/ 4 w 10"/>
                  <a:gd name="T3" fmla="*/ 0 h 4"/>
                  <a:gd name="T4" fmla="*/ 1 w 10"/>
                  <a:gd name="T5" fmla="*/ 3 h 4"/>
                  <a:gd name="T6" fmla="*/ 9 w 10"/>
                  <a:gd name="T7" fmla="*/ 2 h 4"/>
                  <a:gd name="T8" fmla="*/ 9 w 10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4">
                    <a:moveTo>
                      <a:pt x="9" y="2"/>
                    </a:moveTo>
                    <a:cubicBezTo>
                      <a:pt x="7" y="1"/>
                      <a:pt x="6" y="0"/>
                      <a:pt x="4" y="0"/>
                    </a:cubicBezTo>
                    <a:cubicBezTo>
                      <a:pt x="3" y="0"/>
                      <a:pt x="0" y="1"/>
                      <a:pt x="1" y="3"/>
                    </a:cubicBezTo>
                    <a:cubicBezTo>
                      <a:pt x="2" y="4"/>
                      <a:pt x="9" y="2"/>
                      <a:pt x="9" y="2"/>
                    </a:cubicBezTo>
                    <a:cubicBezTo>
                      <a:pt x="6" y="1"/>
                      <a:pt x="10" y="3"/>
                      <a:pt x="9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29" name="Freeform 527"/>
              <p:cNvSpPr>
                <a:spLocks/>
              </p:cNvSpPr>
              <p:nvPr/>
            </p:nvSpPr>
            <p:spPr bwMode="auto">
              <a:xfrm>
                <a:off x="8034585" y="8153861"/>
                <a:ext cx="105096" cy="47785"/>
              </a:xfrm>
              <a:custGeom>
                <a:avLst/>
                <a:gdLst>
                  <a:gd name="T0" fmla="*/ 10 w 11"/>
                  <a:gd name="T1" fmla="*/ 4 h 5"/>
                  <a:gd name="T2" fmla="*/ 0 w 11"/>
                  <a:gd name="T3" fmla="*/ 2 h 5"/>
                  <a:gd name="T4" fmla="*/ 5 w 11"/>
                  <a:gd name="T5" fmla="*/ 5 h 5"/>
                  <a:gd name="T6" fmla="*/ 10 w 11"/>
                  <a:gd name="T7" fmla="*/ 4 h 5"/>
                  <a:gd name="T8" fmla="*/ 10 w 11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5">
                    <a:moveTo>
                      <a:pt x="10" y="4"/>
                    </a:moveTo>
                    <a:cubicBezTo>
                      <a:pt x="10" y="1"/>
                      <a:pt x="2" y="0"/>
                      <a:pt x="0" y="2"/>
                    </a:cubicBezTo>
                    <a:cubicBezTo>
                      <a:pt x="0" y="2"/>
                      <a:pt x="4" y="5"/>
                      <a:pt x="5" y="5"/>
                    </a:cubicBezTo>
                    <a:cubicBezTo>
                      <a:pt x="6" y="5"/>
                      <a:pt x="11" y="4"/>
                      <a:pt x="10" y="4"/>
                    </a:cubicBezTo>
                    <a:cubicBezTo>
                      <a:pt x="10" y="3"/>
                      <a:pt x="11" y="5"/>
                      <a:pt x="10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0" name="Freeform 528"/>
              <p:cNvSpPr>
                <a:spLocks/>
              </p:cNvSpPr>
              <p:nvPr/>
            </p:nvSpPr>
            <p:spPr bwMode="auto">
              <a:xfrm>
                <a:off x="7747963" y="7940431"/>
                <a:ext cx="484077" cy="168835"/>
              </a:xfrm>
              <a:custGeom>
                <a:avLst/>
                <a:gdLst>
                  <a:gd name="T0" fmla="*/ 52 w 52"/>
                  <a:gd name="T1" fmla="*/ 16 h 18"/>
                  <a:gd name="T2" fmla="*/ 41 w 52"/>
                  <a:gd name="T3" fmla="*/ 17 h 18"/>
                  <a:gd name="T4" fmla="*/ 35 w 52"/>
                  <a:gd name="T5" fmla="*/ 17 h 18"/>
                  <a:gd name="T6" fmla="*/ 37 w 52"/>
                  <a:gd name="T7" fmla="*/ 14 h 18"/>
                  <a:gd name="T8" fmla="*/ 32 w 52"/>
                  <a:gd name="T9" fmla="*/ 11 h 18"/>
                  <a:gd name="T10" fmla="*/ 28 w 52"/>
                  <a:gd name="T11" fmla="*/ 8 h 18"/>
                  <a:gd name="T12" fmla="*/ 20 w 52"/>
                  <a:gd name="T13" fmla="*/ 5 h 18"/>
                  <a:gd name="T14" fmla="*/ 14 w 52"/>
                  <a:gd name="T15" fmla="*/ 5 h 18"/>
                  <a:gd name="T16" fmla="*/ 16 w 52"/>
                  <a:gd name="T17" fmla="*/ 3 h 18"/>
                  <a:gd name="T18" fmla="*/ 8 w 52"/>
                  <a:gd name="T19" fmla="*/ 3 h 18"/>
                  <a:gd name="T20" fmla="*/ 0 w 52"/>
                  <a:gd name="T21" fmla="*/ 6 h 18"/>
                  <a:gd name="T22" fmla="*/ 6 w 52"/>
                  <a:gd name="T23" fmla="*/ 2 h 18"/>
                  <a:gd name="T24" fmla="*/ 16 w 52"/>
                  <a:gd name="T25" fmla="*/ 0 h 18"/>
                  <a:gd name="T26" fmla="*/ 24 w 52"/>
                  <a:gd name="T27" fmla="*/ 1 h 18"/>
                  <a:gd name="T28" fmla="*/ 31 w 52"/>
                  <a:gd name="T29" fmla="*/ 4 h 18"/>
                  <a:gd name="T30" fmla="*/ 32 w 52"/>
                  <a:gd name="T31" fmla="*/ 4 h 18"/>
                  <a:gd name="T32" fmla="*/ 34 w 52"/>
                  <a:gd name="T33" fmla="*/ 5 h 18"/>
                  <a:gd name="T34" fmla="*/ 38 w 52"/>
                  <a:gd name="T35" fmla="*/ 8 h 18"/>
                  <a:gd name="T36" fmla="*/ 45 w 52"/>
                  <a:gd name="T37" fmla="*/ 11 h 18"/>
                  <a:gd name="T38" fmla="*/ 52 w 52"/>
                  <a:gd name="T39" fmla="*/ 16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" h="18">
                    <a:moveTo>
                      <a:pt x="52" y="16"/>
                    </a:moveTo>
                    <a:cubicBezTo>
                      <a:pt x="52" y="17"/>
                      <a:pt x="42" y="17"/>
                      <a:pt x="41" y="17"/>
                    </a:cubicBezTo>
                    <a:cubicBezTo>
                      <a:pt x="39" y="17"/>
                      <a:pt x="37" y="18"/>
                      <a:pt x="35" y="17"/>
                    </a:cubicBezTo>
                    <a:cubicBezTo>
                      <a:pt x="34" y="16"/>
                      <a:pt x="41" y="15"/>
                      <a:pt x="37" y="14"/>
                    </a:cubicBezTo>
                    <a:cubicBezTo>
                      <a:pt x="35" y="13"/>
                      <a:pt x="33" y="13"/>
                      <a:pt x="32" y="11"/>
                    </a:cubicBezTo>
                    <a:cubicBezTo>
                      <a:pt x="30" y="9"/>
                      <a:pt x="31" y="8"/>
                      <a:pt x="28" y="8"/>
                    </a:cubicBezTo>
                    <a:cubicBezTo>
                      <a:pt x="24" y="9"/>
                      <a:pt x="23" y="6"/>
                      <a:pt x="20" y="5"/>
                    </a:cubicBezTo>
                    <a:cubicBezTo>
                      <a:pt x="19" y="5"/>
                      <a:pt x="15" y="6"/>
                      <a:pt x="14" y="5"/>
                    </a:cubicBezTo>
                    <a:cubicBezTo>
                      <a:pt x="14" y="4"/>
                      <a:pt x="16" y="4"/>
                      <a:pt x="16" y="3"/>
                    </a:cubicBezTo>
                    <a:cubicBezTo>
                      <a:pt x="16" y="2"/>
                      <a:pt x="9" y="3"/>
                      <a:pt x="8" y="3"/>
                    </a:cubicBezTo>
                    <a:cubicBezTo>
                      <a:pt x="8" y="4"/>
                      <a:pt x="0" y="7"/>
                      <a:pt x="0" y="6"/>
                    </a:cubicBezTo>
                    <a:cubicBezTo>
                      <a:pt x="0" y="4"/>
                      <a:pt x="4" y="2"/>
                      <a:pt x="6" y="2"/>
                    </a:cubicBezTo>
                    <a:cubicBezTo>
                      <a:pt x="9" y="0"/>
                      <a:pt x="12" y="0"/>
                      <a:pt x="16" y="0"/>
                    </a:cubicBezTo>
                    <a:cubicBezTo>
                      <a:pt x="18" y="0"/>
                      <a:pt x="22" y="0"/>
                      <a:pt x="24" y="1"/>
                    </a:cubicBezTo>
                    <a:cubicBezTo>
                      <a:pt x="26" y="2"/>
                      <a:pt x="28" y="4"/>
                      <a:pt x="31" y="4"/>
                    </a:cubicBezTo>
                    <a:cubicBezTo>
                      <a:pt x="31" y="4"/>
                      <a:pt x="31" y="3"/>
                      <a:pt x="32" y="4"/>
                    </a:cubicBezTo>
                    <a:cubicBezTo>
                      <a:pt x="33" y="5"/>
                      <a:pt x="33" y="5"/>
                      <a:pt x="34" y="5"/>
                    </a:cubicBezTo>
                    <a:cubicBezTo>
                      <a:pt x="35" y="6"/>
                      <a:pt x="37" y="7"/>
                      <a:pt x="38" y="8"/>
                    </a:cubicBezTo>
                    <a:cubicBezTo>
                      <a:pt x="40" y="9"/>
                      <a:pt x="44" y="9"/>
                      <a:pt x="45" y="11"/>
                    </a:cubicBezTo>
                    <a:cubicBezTo>
                      <a:pt x="47" y="13"/>
                      <a:pt x="52" y="13"/>
                      <a:pt x="52" y="1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1" name="Freeform 529"/>
              <p:cNvSpPr>
                <a:spLocks/>
              </p:cNvSpPr>
              <p:nvPr/>
            </p:nvSpPr>
            <p:spPr bwMode="auto">
              <a:xfrm>
                <a:off x="8034585" y="7838493"/>
                <a:ext cx="38217" cy="35042"/>
              </a:xfrm>
              <a:custGeom>
                <a:avLst/>
                <a:gdLst>
                  <a:gd name="T0" fmla="*/ 2 w 4"/>
                  <a:gd name="T1" fmla="*/ 4 h 4"/>
                  <a:gd name="T2" fmla="*/ 1 w 4"/>
                  <a:gd name="T3" fmla="*/ 0 h 4"/>
                  <a:gd name="T4" fmla="*/ 2 w 4"/>
                  <a:gd name="T5" fmla="*/ 4 h 4"/>
                  <a:gd name="T6" fmla="*/ 2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2" y="4"/>
                    </a:moveTo>
                    <a:cubicBezTo>
                      <a:pt x="0" y="4"/>
                      <a:pt x="1" y="1"/>
                      <a:pt x="1" y="0"/>
                    </a:cubicBezTo>
                    <a:cubicBezTo>
                      <a:pt x="2" y="0"/>
                      <a:pt x="4" y="4"/>
                      <a:pt x="2" y="4"/>
                    </a:cubicBezTo>
                    <a:cubicBezTo>
                      <a:pt x="1" y="4"/>
                      <a:pt x="4" y="4"/>
                      <a:pt x="2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2" name="Freeform 530"/>
              <p:cNvSpPr>
                <a:spLocks/>
              </p:cNvSpPr>
              <p:nvPr/>
            </p:nvSpPr>
            <p:spPr bwMode="auto">
              <a:xfrm>
                <a:off x="8270255" y="8032812"/>
                <a:ext cx="19109" cy="19114"/>
              </a:xfrm>
              <a:custGeom>
                <a:avLst/>
                <a:gdLst>
                  <a:gd name="T0" fmla="*/ 2 w 2"/>
                  <a:gd name="T1" fmla="*/ 1 h 2"/>
                  <a:gd name="T2" fmla="*/ 0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0" y="0"/>
                      <a:pt x="0" y="1"/>
                    </a:cubicBezTo>
                    <a:cubicBezTo>
                      <a:pt x="0" y="1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3" name="Freeform 531"/>
              <p:cNvSpPr>
                <a:spLocks/>
              </p:cNvSpPr>
              <p:nvPr/>
            </p:nvSpPr>
            <p:spPr bwMode="auto">
              <a:xfrm>
                <a:off x="8830764" y="6656657"/>
                <a:ext cx="54139" cy="95566"/>
              </a:xfrm>
              <a:custGeom>
                <a:avLst/>
                <a:gdLst>
                  <a:gd name="T0" fmla="*/ 3 w 6"/>
                  <a:gd name="T1" fmla="*/ 8 h 10"/>
                  <a:gd name="T2" fmla="*/ 0 w 6"/>
                  <a:gd name="T3" fmla="*/ 7 h 10"/>
                  <a:gd name="T4" fmla="*/ 4 w 6"/>
                  <a:gd name="T5" fmla="*/ 2 h 10"/>
                  <a:gd name="T6" fmla="*/ 6 w 6"/>
                  <a:gd name="T7" fmla="*/ 4 h 10"/>
                  <a:gd name="T8" fmla="*/ 3 w 6"/>
                  <a:gd name="T9" fmla="*/ 8 h 10"/>
                  <a:gd name="T10" fmla="*/ 3 w 6"/>
                  <a:gd name="T11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">
                    <a:moveTo>
                      <a:pt x="3" y="8"/>
                    </a:moveTo>
                    <a:cubicBezTo>
                      <a:pt x="2" y="10"/>
                      <a:pt x="0" y="9"/>
                      <a:pt x="0" y="7"/>
                    </a:cubicBezTo>
                    <a:cubicBezTo>
                      <a:pt x="1" y="6"/>
                      <a:pt x="3" y="3"/>
                      <a:pt x="4" y="2"/>
                    </a:cubicBezTo>
                    <a:cubicBezTo>
                      <a:pt x="6" y="0"/>
                      <a:pt x="6" y="3"/>
                      <a:pt x="6" y="4"/>
                    </a:cubicBezTo>
                    <a:cubicBezTo>
                      <a:pt x="6" y="6"/>
                      <a:pt x="3" y="6"/>
                      <a:pt x="3" y="8"/>
                    </a:cubicBezTo>
                    <a:cubicBezTo>
                      <a:pt x="2" y="10"/>
                      <a:pt x="3" y="8"/>
                      <a:pt x="3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4" name="Freeform 532"/>
              <p:cNvSpPr>
                <a:spLocks/>
              </p:cNvSpPr>
              <p:nvPr/>
            </p:nvSpPr>
            <p:spPr bwMode="auto">
              <a:xfrm>
                <a:off x="8856242" y="6704440"/>
                <a:ext cx="66879" cy="38227"/>
              </a:xfrm>
              <a:custGeom>
                <a:avLst/>
                <a:gdLst>
                  <a:gd name="T0" fmla="*/ 3 w 7"/>
                  <a:gd name="T1" fmla="*/ 4 h 4"/>
                  <a:gd name="T2" fmla="*/ 5 w 7"/>
                  <a:gd name="T3" fmla="*/ 1 h 4"/>
                  <a:gd name="T4" fmla="*/ 3 w 7"/>
                  <a:gd name="T5" fmla="*/ 4 h 4"/>
                  <a:gd name="T6" fmla="*/ 3 w 7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4">
                    <a:moveTo>
                      <a:pt x="3" y="4"/>
                    </a:moveTo>
                    <a:cubicBezTo>
                      <a:pt x="0" y="4"/>
                      <a:pt x="3" y="0"/>
                      <a:pt x="5" y="1"/>
                    </a:cubicBezTo>
                    <a:cubicBezTo>
                      <a:pt x="7" y="1"/>
                      <a:pt x="4" y="4"/>
                      <a:pt x="3" y="4"/>
                    </a:cubicBezTo>
                    <a:cubicBezTo>
                      <a:pt x="2" y="4"/>
                      <a:pt x="4" y="4"/>
                      <a:pt x="3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5" name="Freeform 533"/>
              <p:cNvSpPr>
                <a:spLocks/>
              </p:cNvSpPr>
              <p:nvPr/>
            </p:nvSpPr>
            <p:spPr bwMode="auto">
              <a:xfrm>
                <a:off x="8671526" y="6666212"/>
                <a:ext cx="140127" cy="66896"/>
              </a:xfrm>
              <a:custGeom>
                <a:avLst/>
                <a:gdLst>
                  <a:gd name="T0" fmla="*/ 11 w 15"/>
                  <a:gd name="T1" fmla="*/ 6 h 7"/>
                  <a:gd name="T2" fmla="*/ 10 w 15"/>
                  <a:gd name="T3" fmla="*/ 5 h 7"/>
                  <a:gd name="T4" fmla="*/ 7 w 15"/>
                  <a:gd name="T5" fmla="*/ 5 h 7"/>
                  <a:gd name="T6" fmla="*/ 3 w 15"/>
                  <a:gd name="T7" fmla="*/ 0 h 7"/>
                  <a:gd name="T8" fmla="*/ 6 w 15"/>
                  <a:gd name="T9" fmla="*/ 2 h 7"/>
                  <a:gd name="T10" fmla="*/ 8 w 15"/>
                  <a:gd name="T11" fmla="*/ 3 h 7"/>
                  <a:gd name="T12" fmla="*/ 15 w 15"/>
                  <a:gd name="T13" fmla="*/ 3 h 7"/>
                  <a:gd name="T14" fmla="*/ 11 w 15"/>
                  <a:gd name="T15" fmla="*/ 6 h 7"/>
                  <a:gd name="T16" fmla="*/ 11 w 15"/>
                  <a:gd name="T17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7">
                    <a:moveTo>
                      <a:pt x="11" y="6"/>
                    </a:move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8" y="6"/>
                      <a:pt x="7" y="5"/>
                    </a:cubicBezTo>
                    <a:cubicBezTo>
                      <a:pt x="7" y="4"/>
                      <a:pt x="0" y="1"/>
                      <a:pt x="3" y="0"/>
                    </a:cubicBezTo>
                    <a:cubicBezTo>
                      <a:pt x="4" y="0"/>
                      <a:pt x="5" y="2"/>
                      <a:pt x="6" y="2"/>
                    </a:cubicBezTo>
                    <a:cubicBezTo>
                      <a:pt x="7" y="3"/>
                      <a:pt x="7" y="2"/>
                      <a:pt x="8" y="3"/>
                    </a:cubicBezTo>
                    <a:cubicBezTo>
                      <a:pt x="9" y="4"/>
                      <a:pt x="13" y="2"/>
                      <a:pt x="15" y="3"/>
                    </a:cubicBezTo>
                    <a:cubicBezTo>
                      <a:pt x="14" y="3"/>
                      <a:pt x="12" y="6"/>
                      <a:pt x="11" y="6"/>
                    </a:cubicBezTo>
                    <a:cubicBezTo>
                      <a:pt x="9" y="7"/>
                      <a:pt x="12" y="6"/>
                      <a:pt x="11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6" name="Freeform 534"/>
              <p:cNvSpPr>
                <a:spLocks/>
              </p:cNvSpPr>
              <p:nvPr/>
            </p:nvSpPr>
            <p:spPr bwMode="auto">
              <a:xfrm>
                <a:off x="8700193" y="6481449"/>
                <a:ext cx="146495" cy="73269"/>
              </a:xfrm>
              <a:custGeom>
                <a:avLst/>
                <a:gdLst>
                  <a:gd name="T0" fmla="*/ 13 w 16"/>
                  <a:gd name="T1" fmla="*/ 6 h 8"/>
                  <a:gd name="T2" fmla="*/ 0 w 16"/>
                  <a:gd name="T3" fmla="*/ 2 h 8"/>
                  <a:gd name="T4" fmla="*/ 13 w 16"/>
                  <a:gd name="T5" fmla="*/ 6 h 8"/>
                  <a:gd name="T6" fmla="*/ 13 w 16"/>
                  <a:gd name="T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8">
                    <a:moveTo>
                      <a:pt x="13" y="6"/>
                    </a:moveTo>
                    <a:cubicBezTo>
                      <a:pt x="11" y="8"/>
                      <a:pt x="1" y="4"/>
                      <a:pt x="0" y="2"/>
                    </a:cubicBezTo>
                    <a:cubicBezTo>
                      <a:pt x="0" y="0"/>
                      <a:pt x="16" y="4"/>
                      <a:pt x="13" y="6"/>
                    </a:cubicBezTo>
                    <a:cubicBezTo>
                      <a:pt x="12" y="7"/>
                      <a:pt x="14" y="5"/>
                      <a:pt x="13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7" name="Freeform 535"/>
              <p:cNvSpPr>
                <a:spLocks/>
              </p:cNvSpPr>
              <p:nvPr/>
            </p:nvSpPr>
            <p:spPr bwMode="auto">
              <a:xfrm>
                <a:off x="8932676" y="6385884"/>
                <a:ext cx="299364" cy="289884"/>
              </a:xfrm>
              <a:custGeom>
                <a:avLst/>
                <a:gdLst>
                  <a:gd name="T0" fmla="*/ 19 w 32"/>
                  <a:gd name="T1" fmla="*/ 1 h 31"/>
                  <a:gd name="T2" fmla="*/ 17 w 32"/>
                  <a:gd name="T3" fmla="*/ 0 h 31"/>
                  <a:gd name="T4" fmla="*/ 14 w 32"/>
                  <a:gd name="T5" fmla="*/ 2 h 31"/>
                  <a:gd name="T6" fmla="*/ 11 w 32"/>
                  <a:gd name="T7" fmla="*/ 5 h 31"/>
                  <a:gd name="T8" fmla="*/ 9 w 32"/>
                  <a:gd name="T9" fmla="*/ 7 h 31"/>
                  <a:gd name="T10" fmla="*/ 7 w 32"/>
                  <a:gd name="T11" fmla="*/ 13 h 31"/>
                  <a:gd name="T12" fmla="*/ 5 w 32"/>
                  <a:gd name="T13" fmla="*/ 17 h 31"/>
                  <a:gd name="T14" fmla="*/ 2 w 32"/>
                  <a:gd name="T15" fmla="*/ 19 h 31"/>
                  <a:gd name="T16" fmla="*/ 4 w 32"/>
                  <a:gd name="T17" fmla="*/ 21 h 31"/>
                  <a:gd name="T18" fmla="*/ 0 w 32"/>
                  <a:gd name="T19" fmla="*/ 25 h 31"/>
                  <a:gd name="T20" fmla="*/ 4 w 32"/>
                  <a:gd name="T21" fmla="*/ 25 h 31"/>
                  <a:gd name="T22" fmla="*/ 10 w 32"/>
                  <a:gd name="T23" fmla="*/ 26 h 31"/>
                  <a:gd name="T24" fmla="*/ 19 w 32"/>
                  <a:gd name="T25" fmla="*/ 27 h 31"/>
                  <a:gd name="T26" fmla="*/ 22 w 32"/>
                  <a:gd name="T27" fmla="*/ 26 h 31"/>
                  <a:gd name="T28" fmla="*/ 19 w 32"/>
                  <a:gd name="T29" fmla="*/ 30 h 31"/>
                  <a:gd name="T30" fmla="*/ 22 w 32"/>
                  <a:gd name="T31" fmla="*/ 28 h 31"/>
                  <a:gd name="T32" fmla="*/ 27 w 32"/>
                  <a:gd name="T33" fmla="*/ 26 h 31"/>
                  <a:gd name="T34" fmla="*/ 32 w 32"/>
                  <a:gd name="T35" fmla="*/ 20 h 31"/>
                  <a:gd name="T36" fmla="*/ 29 w 32"/>
                  <a:gd name="T37" fmla="*/ 20 h 31"/>
                  <a:gd name="T38" fmla="*/ 26 w 32"/>
                  <a:gd name="T39" fmla="*/ 18 h 31"/>
                  <a:gd name="T40" fmla="*/ 29 w 32"/>
                  <a:gd name="T41" fmla="*/ 15 h 31"/>
                  <a:gd name="T42" fmla="*/ 26 w 32"/>
                  <a:gd name="T43" fmla="*/ 15 h 31"/>
                  <a:gd name="T44" fmla="*/ 24 w 32"/>
                  <a:gd name="T45" fmla="*/ 13 h 31"/>
                  <a:gd name="T46" fmla="*/ 21 w 32"/>
                  <a:gd name="T47" fmla="*/ 16 h 31"/>
                  <a:gd name="T48" fmla="*/ 18 w 32"/>
                  <a:gd name="T49" fmla="*/ 13 h 31"/>
                  <a:gd name="T50" fmla="*/ 19 w 32"/>
                  <a:gd name="T51" fmla="*/ 11 h 31"/>
                  <a:gd name="T52" fmla="*/ 16 w 32"/>
                  <a:gd name="T53" fmla="*/ 9 h 31"/>
                  <a:gd name="T54" fmla="*/ 14 w 32"/>
                  <a:gd name="T55" fmla="*/ 12 h 31"/>
                  <a:gd name="T56" fmla="*/ 16 w 32"/>
                  <a:gd name="T57" fmla="*/ 7 h 31"/>
                  <a:gd name="T58" fmla="*/ 18 w 32"/>
                  <a:gd name="T59" fmla="*/ 4 h 31"/>
                  <a:gd name="T60" fmla="*/ 18 w 32"/>
                  <a:gd name="T61" fmla="*/ 2 h 31"/>
                  <a:gd name="T62" fmla="*/ 19 w 32"/>
                  <a:gd name="T63" fmla="*/ 1 h 31"/>
                  <a:gd name="T64" fmla="*/ 19 w 32"/>
                  <a:gd name="T65" fmla="*/ 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" h="31">
                    <a:moveTo>
                      <a:pt x="19" y="1"/>
                    </a:moveTo>
                    <a:cubicBezTo>
                      <a:pt x="20" y="0"/>
                      <a:pt x="17" y="0"/>
                      <a:pt x="17" y="0"/>
                    </a:cubicBezTo>
                    <a:cubicBezTo>
                      <a:pt x="16" y="0"/>
                      <a:pt x="15" y="1"/>
                      <a:pt x="14" y="2"/>
                    </a:cubicBezTo>
                    <a:cubicBezTo>
                      <a:pt x="13" y="3"/>
                      <a:pt x="12" y="4"/>
                      <a:pt x="11" y="5"/>
                    </a:cubicBezTo>
                    <a:cubicBezTo>
                      <a:pt x="11" y="6"/>
                      <a:pt x="10" y="7"/>
                      <a:pt x="9" y="7"/>
                    </a:cubicBezTo>
                    <a:cubicBezTo>
                      <a:pt x="9" y="9"/>
                      <a:pt x="8" y="11"/>
                      <a:pt x="7" y="13"/>
                    </a:cubicBezTo>
                    <a:cubicBezTo>
                      <a:pt x="7" y="15"/>
                      <a:pt x="6" y="16"/>
                      <a:pt x="5" y="17"/>
                    </a:cubicBezTo>
                    <a:cubicBezTo>
                      <a:pt x="4" y="18"/>
                      <a:pt x="2" y="19"/>
                      <a:pt x="2" y="19"/>
                    </a:cubicBezTo>
                    <a:cubicBezTo>
                      <a:pt x="2" y="20"/>
                      <a:pt x="4" y="20"/>
                      <a:pt x="4" y="21"/>
                    </a:cubicBezTo>
                    <a:cubicBezTo>
                      <a:pt x="4" y="22"/>
                      <a:pt x="0" y="24"/>
                      <a:pt x="0" y="25"/>
                    </a:cubicBezTo>
                    <a:cubicBezTo>
                      <a:pt x="0" y="27"/>
                      <a:pt x="3" y="26"/>
                      <a:pt x="4" y="25"/>
                    </a:cubicBezTo>
                    <a:cubicBezTo>
                      <a:pt x="6" y="25"/>
                      <a:pt x="8" y="26"/>
                      <a:pt x="10" y="26"/>
                    </a:cubicBezTo>
                    <a:cubicBezTo>
                      <a:pt x="13" y="27"/>
                      <a:pt x="16" y="26"/>
                      <a:pt x="19" y="27"/>
                    </a:cubicBezTo>
                    <a:cubicBezTo>
                      <a:pt x="19" y="27"/>
                      <a:pt x="22" y="25"/>
                      <a:pt x="22" y="26"/>
                    </a:cubicBezTo>
                    <a:cubicBezTo>
                      <a:pt x="22" y="27"/>
                      <a:pt x="19" y="30"/>
                      <a:pt x="19" y="30"/>
                    </a:cubicBezTo>
                    <a:cubicBezTo>
                      <a:pt x="20" y="31"/>
                      <a:pt x="22" y="28"/>
                      <a:pt x="22" y="28"/>
                    </a:cubicBezTo>
                    <a:cubicBezTo>
                      <a:pt x="24" y="27"/>
                      <a:pt x="26" y="27"/>
                      <a:pt x="27" y="26"/>
                    </a:cubicBezTo>
                    <a:cubicBezTo>
                      <a:pt x="27" y="25"/>
                      <a:pt x="32" y="20"/>
                      <a:pt x="32" y="20"/>
                    </a:cubicBezTo>
                    <a:cubicBezTo>
                      <a:pt x="31" y="19"/>
                      <a:pt x="30" y="20"/>
                      <a:pt x="29" y="20"/>
                    </a:cubicBezTo>
                    <a:cubicBezTo>
                      <a:pt x="29" y="20"/>
                      <a:pt x="26" y="18"/>
                      <a:pt x="26" y="18"/>
                    </a:cubicBezTo>
                    <a:cubicBezTo>
                      <a:pt x="26" y="17"/>
                      <a:pt x="30" y="16"/>
                      <a:pt x="29" y="15"/>
                    </a:cubicBezTo>
                    <a:cubicBezTo>
                      <a:pt x="29" y="14"/>
                      <a:pt x="27" y="15"/>
                      <a:pt x="26" y="15"/>
                    </a:cubicBezTo>
                    <a:cubicBezTo>
                      <a:pt x="25" y="15"/>
                      <a:pt x="25" y="13"/>
                      <a:pt x="24" y="13"/>
                    </a:cubicBezTo>
                    <a:cubicBezTo>
                      <a:pt x="24" y="13"/>
                      <a:pt x="21" y="16"/>
                      <a:pt x="21" y="16"/>
                    </a:cubicBezTo>
                    <a:cubicBezTo>
                      <a:pt x="20" y="14"/>
                      <a:pt x="20" y="14"/>
                      <a:pt x="18" y="13"/>
                    </a:cubicBezTo>
                    <a:cubicBezTo>
                      <a:pt x="16" y="12"/>
                      <a:pt x="19" y="12"/>
                      <a:pt x="19" y="11"/>
                    </a:cubicBezTo>
                    <a:cubicBezTo>
                      <a:pt x="19" y="11"/>
                      <a:pt x="17" y="9"/>
                      <a:pt x="16" y="9"/>
                    </a:cubicBezTo>
                    <a:cubicBezTo>
                      <a:pt x="16" y="10"/>
                      <a:pt x="14" y="13"/>
                      <a:pt x="14" y="12"/>
                    </a:cubicBezTo>
                    <a:cubicBezTo>
                      <a:pt x="12" y="11"/>
                      <a:pt x="15" y="7"/>
                      <a:pt x="16" y="7"/>
                    </a:cubicBezTo>
                    <a:cubicBezTo>
                      <a:pt x="17" y="6"/>
                      <a:pt x="17" y="5"/>
                      <a:pt x="18" y="4"/>
                    </a:cubicBezTo>
                    <a:cubicBezTo>
                      <a:pt x="18" y="3"/>
                      <a:pt x="18" y="2"/>
                      <a:pt x="18" y="2"/>
                    </a:cubicBezTo>
                    <a:cubicBezTo>
                      <a:pt x="18" y="2"/>
                      <a:pt x="19" y="1"/>
                      <a:pt x="19" y="1"/>
                    </a:cubicBezTo>
                    <a:cubicBezTo>
                      <a:pt x="20" y="0"/>
                      <a:pt x="19" y="1"/>
                      <a:pt x="19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8" name="Freeform 536"/>
              <p:cNvSpPr>
                <a:spLocks/>
              </p:cNvSpPr>
              <p:nvPr/>
            </p:nvSpPr>
            <p:spPr bwMode="auto">
              <a:xfrm>
                <a:off x="9174715" y="6592943"/>
                <a:ext cx="76432" cy="92380"/>
              </a:xfrm>
              <a:custGeom>
                <a:avLst/>
                <a:gdLst>
                  <a:gd name="T0" fmla="*/ 6 w 8"/>
                  <a:gd name="T1" fmla="*/ 1 h 10"/>
                  <a:gd name="T2" fmla="*/ 1 w 8"/>
                  <a:gd name="T3" fmla="*/ 9 h 10"/>
                  <a:gd name="T4" fmla="*/ 4 w 8"/>
                  <a:gd name="T5" fmla="*/ 7 h 10"/>
                  <a:gd name="T6" fmla="*/ 3 w 8"/>
                  <a:gd name="T7" fmla="*/ 10 h 10"/>
                  <a:gd name="T8" fmla="*/ 6 w 8"/>
                  <a:gd name="T9" fmla="*/ 8 h 10"/>
                  <a:gd name="T10" fmla="*/ 8 w 8"/>
                  <a:gd name="T11" fmla="*/ 4 h 10"/>
                  <a:gd name="T12" fmla="*/ 5 w 8"/>
                  <a:gd name="T13" fmla="*/ 4 h 10"/>
                  <a:gd name="T14" fmla="*/ 6 w 8"/>
                  <a:gd name="T15" fmla="*/ 1 h 10"/>
                  <a:gd name="T16" fmla="*/ 6 w 8"/>
                  <a:gd name="T1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10">
                    <a:moveTo>
                      <a:pt x="6" y="1"/>
                    </a:moveTo>
                    <a:cubicBezTo>
                      <a:pt x="5" y="2"/>
                      <a:pt x="0" y="6"/>
                      <a:pt x="1" y="9"/>
                    </a:cubicBezTo>
                    <a:cubicBezTo>
                      <a:pt x="1" y="9"/>
                      <a:pt x="3" y="6"/>
                      <a:pt x="4" y="7"/>
                    </a:cubicBezTo>
                    <a:cubicBezTo>
                      <a:pt x="4" y="7"/>
                      <a:pt x="3" y="10"/>
                      <a:pt x="3" y="10"/>
                    </a:cubicBezTo>
                    <a:cubicBezTo>
                      <a:pt x="4" y="10"/>
                      <a:pt x="6" y="9"/>
                      <a:pt x="6" y="8"/>
                    </a:cubicBezTo>
                    <a:cubicBezTo>
                      <a:pt x="6" y="7"/>
                      <a:pt x="7" y="6"/>
                      <a:pt x="8" y="4"/>
                    </a:cubicBezTo>
                    <a:cubicBezTo>
                      <a:pt x="8" y="2"/>
                      <a:pt x="6" y="4"/>
                      <a:pt x="5" y="4"/>
                    </a:cubicBezTo>
                    <a:cubicBezTo>
                      <a:pt x="6" y="4"/>
                      <a:pt x="6" y="0"/>
                      <a:pt x="6" y="1"/>
                    </a:cubicBezTo>
                    <a:cubicBezTo>
                      <a:pt x="5" y="1"/>
                      <a:pt x="7" y="0"/>
                      <a:pt x="6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39" name="Freeform 537"/>
              <p:cNvSpPr>
                <a:spLocks/>
              </p:cNvSpPr>
              <p:nvPr/>
            </p:nvSpPr>
            <p:spPr bwMode="auto">
              <a:xfrm>
                <a:off x="8652423" y="5694619"/>
                <a:ext cx="28662" cy="54153"/>
              </a:xfrm>
              <a:custGeom>
                <a:avLst/>
                <a:gdLst>
                  <a:gd name="T0" fmla="*/ 3 w 3"/>
                  <a:gd name="T1" fmla="*/ 4 h 6"/>
                  <a:gd name="T2" fmla="*/ 1 w 3"/>
                  <a:gd name="T3" fmla="*/ 1 h 6"/>
                  <a:gd name="T4" fmla="*/ 1 w 3"/>
                  <a:gd name="T5" fmla="*/ 2 h 6"/>
                  <a:gd name="T6" fmla="*/ 0 w 3"/>
                  <a:gd name="T7" fmla="*/ 2 h 6"/>
                  <a:gd name="T8" fmla="*/ 3 w 3"/>
                  <a:gd name="T9" fmla="*/ 4 h 6"/>
                  <a:gd name="T10" fmla="*/ 3 w 3"/>
                  <a:gd name="T11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6">
                    <a:moveTo>
                      <a:pt x="3" y="4"/>
                    </a:moveTo>
                    <a:cubicBezTo>
                      <a:pt x="3" y="3"/>
                      <a:pt x="1" y="0"/>
                      <a:pt x="1" y="1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3" y="6"/>
                      <a:pt x="3" y="4"/>
                    </a:cubicBezTo>
                    <a:cubicBezTo>
                      <a:pt x="3" y="3"/>
                      <a:pt x="3" y="6"/>
                      <a:pt x="3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0" name="Freeform 538"/>
              <p:cNvSpPr>
                <a:spLocks/>
              </p:cNvSpPr>
              <p:nvPr/>
            </p:nvSpPr>
            <p:spPr bwMode="auto">
              <a:xfrm>
                <a:off x="8512296" y="5787002"/>
                <a:ext cx="28662" cy="28669"/>
              </a:xfrm>
              <a:custGeom>
                <a:avLst/>
                <a:gdLst>
                  <a:gd name="T0" fmla="*/ 2 w 3"/>
                  <a:gd name="T1" fmla="*/ 1 h 3"/>
                  <a:gd name="T2" fmla="*/ 0 w 3"/>
                  <a:gd name="T3" fmla="*/ 2 h 3"/>
                  <a:gd name="T4" fmla="*/ 2 w 3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1"/>
                    </a:moveTo>
                    <a:cubicBezTo>
                      <a:pt x="2" y="0"/>
                      <a:pt x="0" y="2"/>
                      <a:pt x="0" y="2"/>
                    </a:cubicBezTo>
                    <a:cubicBezTo>
                      <a:pt x="1" y="3"/>
                      <a:pt x="3" y="2"/>
                      <a:pt x="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1" name="Freeform 539"/>
              <p:cNvSpPr>
                <a:spLocks/>
              </p:cNvSpPr>
              <p:nvPr/>
            </p:nvSpPr>
            <p:spPr bwMode="auto">
              <a:xfrm>
                <a:off x="7868981" y="6283948"/>
                <a:ext cx="63695" cy="38227"/>
              </a:xfrm>
              <a:custGeom>
                <a:avLst/>
                <a:gdLst>
                  <a:gd name="T0" fmla="*/ 7 w 7"/>
                  <a:gd name="T1" fmla="*/ 3 h 4"/>
                  <a:gd name="T2" fmla="*/ 1 w 7"/>
                  <a:gd name="T3" fmla="*/ 1 h 4"/>
                  <a:gd name="T4" fmla="*/ 7 w 7"/>
                  <a:gd name="T5" fmla="*/ 3 h 4"/>
                  <a:gd name="T6" fmla="*/ 7 w 7"/>
                  <a:gd name="T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4">
                    <a:moveTo>
                      <a:pt x="7" y="3"/>
                    </a:moveTo>
                    <a:cubicBezTo>
                      <a:pt x="7" y="0"/>
                      <a:pt x="3" y="0"/>
                      <a:pt x="1" y="1"/>
                    </a:cubicBezTo>
                    <a:cubicBezTo>
                      <a:pt x="0" y="1"/>
                      <a:pt x="7" y="4"/>
                      <a:pt x="7" y="3"/>
                    </a:cubicBezTo>
                    <a:cubicBezTo>
                      <a:pt x="7" y="0"/>
                      <a:pt x="7" y="4"/>
                      <a:pt x="7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2" name="Freeform 540"/>
              <p:cNvSpPr>
                <a:spLocks/>
              </p:cNvSpPr>
              <p:nvPr/>
            </p:nvSpPr>
            <p:spPr bwMode="auto">
              <a:xfrm>
                <a:off x="7970890" y="6057775"/>
                <a:ext cx="57323" cy="57338"/>
              </a:xfrm>
              <a:custGeom>
                <a:avLst/>
                <a:gdLst>
                  <a:gd name="T0" fmla="*/ 3 w 6"/>
                  <a:gd name="T1" fmla="*/ 5 h 6"/>
                  <a:gd name="T2" fmla="*/ 0 w 6"/>
                  <a:gd name="T3" fmla="*/ 3 h 6"/>
                  <a:gd name="T4" fmla="*/ 4 w 6"/>
                  <a:gd name="T5" fmla="*/ 2 h 6"/>
                  <a:gd name="T6" fmla="*/ 3 w 6"/>
                  <a:gd name="T7" fmla="*/ 5 h 6"/>
                  <a:gd name="T8" fmla="*/ 3 w 6"/>
                  <a:gd name="T9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5"/>
                    </a:moveTo>
                    <a:cubicBezTo>
                      <a:pt x="2" y="4"/>
                      <a:pt x="1" y="4"/>
                      <a:pt x="0" y="3"/>
                    </a:cubicBezTo>
                    <a:cubicBezTo>
                      <a:pt x="1" y="3"/>
                      <a:pt x="3" y="0"/>
                      <a:pt x="4" y="2"/>
                    </a:cubicBezTo>
                    <a:cubicBezTo>
                      <a:pt x="6" y="3"/>
                      <a:pt x="5" y="6"/>
                      <a:pt x="3" y="5"/>
                    </a:cubicBezTo>
                    <a:cubicBezTo>
                      <a:pt x="2" y="4"/>
                      <a:pt x="4" y="6"/>
                      <a:pt x="3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3" name="Freeform 541"/>
              <p:cNvSpPr>
                <a:spLocks/>
              </p:cNvSpPr>
              <p:nvPr/>
            </p:nvSpPr>
            <p:spPr bwMode="auto">
              <a:xfrm>
                <a:off x="7942229" y="5656392"/>
                <a:ext cx="57323" cy="66896"/>
              </a:xfrm>
              <a:custGeom>
                <a:avLst/>
                <a:gdLst>
                  <a:gd name="T0" fmla="*/ 3 w 6"/>
                  <a:gd name="T1" fmla="*/ 6 h 7"/>
                  <a:gd name="T2" fmla="*/ 4 w 6"/>
                  <a:gd name="T3" fmla="*/ 1 h 7"/>
                  <a:gd name="T4" fmla="*/ 3 w 6"/>
                  <a:gd name="T5" fmla="*/ 6 h 7"/>
                  <a:gd name="T6" fmla="*/ 3 w 6"/>
                  <a:gd name="T7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3" y="6"/>
                    </a:moveTo>
                    <a:cubicBezTo>
                      <a:pt x="0" y="7"/>
                      <a:pt x="1" y="0"/>
                      <a:pt x="4" y="1"/>
                    </a:cubicBezTo>
                    <a:cubicBezTo>
                      <a:pt x="6" y="1"/>
                      <a:pt x="5" y="6"/>
                      <a:pt x="3" y="6"/>
                    </a:cubicBezTo>
                    <a:cubicBezTo>
                      <a:pt x="2" y="6"/>
                      <a:pt x="6" y="6"/>
                      <a:pt x="3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4" name="Freeform 542"/>
              <p:cNvSpPr>
                <a:spLocks/>
              </p:cNvSpPr>
              <p:nvPr/>
            </p:nvSpPr>
            <p:spPr bwMode="auto">
              <a:xfrm>
                <a:off x="7782993" y="5618167"/>
                <a:ext cx="111465" cy="57338"/>
              </a:xfrm>
              <a:custGeom>
                <a:avLst/>
                <a:gdLst>
                  <a:gd name="T0" fmla="*/ 4 w 12"/>
                  <a:gd name="T1" fmla="*/ 6 h 6"/>
                  <a:gd name="T2" fmla="*/ 1 w 12"/>
                  <a:gd name="T3" fmla="*/ 3 h 6"/>
                  <a:gd name="T4" fmla="*/ 8 w 12"/>
                  <a:gd name="T5" fmla="*/ 0 h 6"/>
                  <a:gd name="T6" fmla="*/ 4 w 12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6">
                    <a:moveTo>
                      <a:pt x="4" y="6"/>
                    </a:moveTo>
                    <a:cubicBezTo>
                      <a:pt x="2" y="6"/>
                      <a:pt x="0" y="5"/>
                      <a:pt x="1" y="3"/>
                    </a:cubicBezTo>
                    <a:cubicBezTo>
                      <a:pt x="2" y="1"/>
                      <a:pt x="5" y="1"/>
                      <a:pt x="8" y="0"/>
                    </a:cubicBezTo>
                    <a:cubicBezTo>
                      <a:pt x="12" y="0"/>
                      <a:pt x="6" y="6"/>
                      <a:pt x="4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5" name="Freeform 543"/>
              <p:cNvSpPr>
                <a:spLocks/>
              </p:cNvSpPr>
              <p:nvPr/>
            </p:nvSpPr>
            <p:spPr bwMode="auto">
              <a:xfrm>
                <a:off x="8018661" y="5583125"/>
                <a:ext cx="63695" cy="25484"/>
              </a:xfrm>
              <a:custGeom>
                <a:avLst/>
                <a:gdLst>
                  <a:gd name="T0" fmla="*/ 5 w 7"/>
                  <a:gd name="T1" fmla="*/ 3 h 3"/>
                  <a:gd name="T2" fmla="*/ 3 w 7"/>
                  <a:gd name="T3" fmla="*/ 0 h 3"/>
                  <a:gd name="T4" fmla="*/ 7 w 7"/>
                  <a:gd name="T5" fmla="*/ 1 h 3"/>
                  <a:gd name="T6" fmla="*/ 5 w 7"/>
                  <a:gd name="T7" fmla="*/ 3 h 3"/>
                  <a:gd name="T8" fmla="*/ 5 w 7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3">
                    <a:moveTo>
                      <a:pt x="5" y="3"/>
                    </a:moveTo>
                    <a:cubicBezTo>
                      <a:pt x="4" y="3"/>
                      <a:pt x="0" y="0"/>
                      <a:pt x="3" y="0"/>
                    </a:cubicBezTo>
                    <a:cubicBezTo>
                      <a:pt x="4" y="0"/>
                      <a:pt x="6" y="0"/>
                      <a:pt x="7" y="1"/>
                    </a:cubicBezTo>
                    <a:cubicBezTo>
                      <a:pt x="7" y="1"/>
                      <a:pt x="6" y="3"/>
                      <a:pt x="5" y="3"/>
                    </a:cubicBezTo>
                    <a:cubicBezTo>
                      <a:pt x="4" y="3"/>
                      <a:pt x="7" y="3"/>
                      <a:pt x="5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6" name="Freeform 544"/>
              <p:cNvSpPr>
                <a:spLocks/>
              </p:cNvSpPr>
              <p:nvPr/>
            </p:nvSpPr>
            <p:spPr bwMode="auto">
              <a:xfrm>
                <a:off x="7623756" y="5395179"/>
                <a:ext cx="318473" cy="222990"/>
              </a:xfrm>
              <a:custGeom>
                <a:avLst/>
                <a:gdLst>
                  <a:gd name="T0" fmla="*/ 31 w 34"/>
                  <a:gd name="T1" fmla="*/ 21 h 24"/>
                  <a:gd name="T2" fmla="*/ 25 w 34"/>
                  <a:gd name="T3" fmla="*/ 18 h 24"/>
                  <a:gd name="T4" fmla="*/ 24 w 34"/>
                  <a:gd name="T5" fmla="*/ 16 h 24"/>
                  <a:gd name="T6" fmla="*/ 22 w 34"/>
                  <a:gd name="T7" fmla="*/ 17 h 24"/>
                  <a:gd name="T8" fmla="*/ 18 w 34"/>
                  <a:gd name="T9" fmla="*/ 16 h 24"/>
                  <a:gd name="T10" fmla="*/ 16 w 34"/>
                  <a:gd name="T11" fmla="*/ 19 h 24"/>
                  <a:gd name="T12" fmla="*/ 11 w 34"/>
                  <a:gd name="T13" fmla="*/ 23 h 24"/>
                  <a:gd name="T14" fmla="*/ 8 w 34"/>
                  <a:gd name="T15" fmla="*/ 19 h 24"/>
                  <a:gd name="T16" fmla="*/ 2 w 34"/>
                  <a:gd name="T17" fmla="*/ 19 h 24"/>
                  <a:gd name="T18" fmla="*/ 4 w 34"/>
                  <a:gd name="T19" fmla="*/ 16 h 24"/>
                  <a:gd name="T20" fmla="*/ 5 w 34"/>
                  <a:gd name="T21" fmla="*/ 10 h 24"/>
                  <a:gd name="T22" fmla="*/ 6 w 34"/>
                  <a:gd name="T23" fmla="*/ 3 h 24"/>
                  <a:gd name="T24" fmla="*/ 11 w 34"/>
                  <a:gd name="T25" fmla="*/ 3 h 24"/>
                  <a:gd name="T26" fmla="*/ 12 w 34"/>
                  <a:gd name="T27" fmla="*/ 5 h 24"/>
                  <a:gd name="T28" fmla="*/ 14 w 34"/>
                  <a:gd name="T29" fmla="*/ 4 h 24"/>
                  <a:gd name="T30" fmla="*/ 17 w 34"/>
                  <a:gd name="T31" fmla="*/ 6 h 24"/>
                  <a:gd name="T32" fmla="*/ 20 w 34"/>
                  <a:gd name="T33" fmla="*/ 7 h 24"/>
                  <a:gd name="T34" fmla="*/ 25 w 34"/>
                  <a:gd name="T35" fmla="*/ 10 h 24"/>
                  <a:gd name="T36" fmla="*/ 28 w 34"/>
                  <a:gd name="T37" fmla="*/ 15 h 24"/>
                  <a:gd name="T38" fmla="*/ 30 w 34"/>
                  <a:gd name="T39" fmla="*/ 15 h 24"/>
                  <a:gd name="T40" fmla="*/ 33 w 34"/>
                  <a:gd name="T41" fmla="*/ 17 h 24"/>
                  <a:gd name="T42" fmla="*/ 34 w 34"/>
                  <a:gd name="T43" fmla="*/ 18 h 24"/>
                  <a:gd name="T44" fmla="*/ 31 w 34"/>
                  <a:gd name="T45" fmla="*/ 21 h 24"/>
                  <a:gd name="T46" fmla="*/ 31 w 34"/>
                  <a:gd name="T47" fmla="*/ 2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24">
                    <a:moveTo>
                      <a:pt x="31" y="21"/>
                    </a:moveTo>
                    <a:cubicBezTo>
                      <a:pt x="30" y="20"/>
                      <a:pt x="27" y="19"/>
                      <a:pt x="25" y="18"/>
                    </a:cubicBezTo>
                    <a:cubicBezTo>
                      <a:pt x="24" y="18"/>
                      <a:pt x="25" y="17"/>
                      <a:pt x="24" y="16"/>
                    </a:cubicBezTo>
                    <a:cubicBezTo>
                      <a:pt x="24" y="16"/>
                      <a:pt x="22" y="17"/>
                      <a:pt x="22" y="17"/>
                    </a:cubicBezTo>
                    <a:cubicBezTo>
                      <a:pt x="20" y="17"/>
                      <a:pt x="20" y="15"/>
                      <a:pt x="18" y="16"/>
                    </a:cubicBezTo>
                    <a:cubicBezTo>
                      <a:pt x="18" y="17"/>
                      <a:pt x="17" y="18"/>
                      <a:pt x="16" y="19"/>
                    </a:cubicBezTo>
                    <a:cubicBezTo>
                      <a:pt x="14" y="20"/>
                      <a:pt x="13" y="22"/>
                      <a:pt x="11" y="23"/>
                    </a:cubicBezTo>
                    <a:cubicBezTo>
                      <a:pt x="8" y="24"/>
                      <a:pt x="10" y="20"/>
                      <a:pt x="8" y="19"/>
                    </a:cubicBezTo>
                    <a:cubicBezTo>
                      <a:pt x="8" y="18"/>
                      <a:pt x="3" y="19"/>
                      <a:pt x="2" y="19"/>
                    </a:cubicBezTo>
                    <a:cubicBezTo>
                      <a:pt x="0" y="19"/>
                      <a:pt x="4" y="16"/>
                      <a:pt x="4" y="16"/>
                    </a:cubicBezTo>
                    <a:cubicBezTo>
                      <a:pt x="6" y="14"/>
                      <a:pt x="5" y="12"/>
                      <a:pt x="5" y="10"/>
                    </a:cubicBezTo>
                    <a:cubicBezTo>
                      <a:pt x="5" y="8"/>
                      <a:pt x="5" y="5"/>
                      <a:pt x="6" y="3"/>
                    </a:cubicBezTo>
                    <a:cubicBezTo>
                      <a:pt x="7" y="0"/>
                      <a:pt x="10" y="0"/>
                      <a:pt x="11" y="3"/>
                    </a:cubicBezTo>
                    <a:cubicBezTo>
                      <a:pt x="11" y="4"/>
                      <a:pt x="11" y="6"/>
                      <a:pt x="12" y="5"/>
                    </a:cubicBezTo>
                    <a:cubicBezTo>
                      <a:pt x="13" y="5"/>
                      <a:pt x="13" y="4"/>
                      <a:pt x="14" y="4"/>
                    </a:cubicBezTo>
                    <a:cubicBezTo>
                      <a:pt x="15" y="5"/>
                      <a:pt x="16" y="6"/>
                      <a:pt x="17" y="6"/>
                    </a:cubicBezTo>
                    <a:cubicBezTo>
                      <a:pt x="18" y="7"/>
                      <a:pt x="19" y="7"/>
                      <a:pt x="20" y="7"/>
                    </a:cubicBezTo>
                    <a:cubicBezTo>
                      <a:pt x="21" y="8"/>
                      <a:pt x="23" y="9"/>
                      <a:pt x="25" y="10"/>
                    </a:cubicBezTo>
                    <a:cubicBezTo>
                      <a:pt x="28" y="11"/>
                      <a:pt x="28" y="12"/>
                      <a:pt x="28" y="15"/>
                    </a:cubicBezTo>
                    <a:cubicBezTo>
                      <a:pt x="28" y="16"/>
                      <a:pt x="30" y="16"/>
                      <a:pt x="30" y="15"/>
                    </a:cubicBezTo>
                    <a:cubicBezTo>
                      <a:pt x="32" y="15"/>
                      <a:pt x="32" y="16"/>
                      <a:pt x="33" y="17"/>
                    </a:cubicBezTo>
                    <a:cubicBezTo>
                      <a:pt x="34" y="17"/>
                      <a:pt x="34" y="17"/>
                      <a:pt x="34" y="18"/>
                    </a:cubicBezTo>
                    <a:cubicBezTo>
                      <a:pt x="33" y="19"/>
                      <a:pt x="33" y="21"/>
                      <a:pt x="31" y="21"/>
                    </a:cubicBezTo>
                    <a:cubicBezTo>
                      <a:pt x="30" y="20"/>
                      <a:pt x="33" y="21"/>
                      <a:pt x="31" y="2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7" name="Freeform 545"/>
              <p:cNvSpPr>
                <a:spLocks/>
              </p:cNvSpPr>
              <p:nvPr/>
            </p:nvSpPr>
            <p:spPr bwMode="auto">
              <a:xfrm>
                <a:off x="7747963" y="5376063"/>
                <a:ext cx="63695" cy="47785"/>
              </a:xfrm>
              <a:custGeom>
                <a:avLst/>
                <a:gdLst>
                  <a:gd name="T0" fmla="*/ 5 w 7"/>
                  <a:gd name="T1" fmla="*/ 4 h 5"/>
                  <a:gd name="T2" fmla="*/ 1 w 7"/>
                  <a:gd name="T3" fmla="*/ 0 h 5"/>
                  <a:gd name="T4" fmla="*/ 5 w 7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5" y="4"/>
                    </a:moveTo>
                    <a:cubicBezTo>
                      <a:pt x="3" y="5"/>
                      <a:pt x="0" y="0"/>
                      <a:pt x="1" y="0"/>
                    </a:cubicBezTo>
                    <a:cubicBezTo>
                      <a:pt x="2" y="1"/>
                      <a:pt x="7" y="3"/>
                      <a:pt x="5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8" name="Freeform 546"/>
              <p:cNvSpPr>
                <a:spLocks/>
              </p:cNvSpPr>
              <p:nvPr/>
            </p:nvSpPr>
            <p:spPr bwMode="auto">
              <a:xfrm>
                <a:off x="7728852" y="5385621"/>
                <a:ext cx="35033" cy="47785"/>
              </a:xfrm>
              <a:custGeom>
                <a:avLst/>
                <a:gdLst>
                  <a:gd name="T0" fmla="*/ 3 w 4"/>
                  <a:gd name="T1" fmla="*/ 4 h 5"/>
                  <a:gd name="T2" fmla="*/ 0 w 4"/>
                  <a:gd name="T3" fmla="*/ 1 h 5"/>
                  <a:gd name="T4" fmla="*/ 3 w 4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5">
                    <a:moveTo>
                      <a:pt x="3" y="4"/>
                    </a:moveTo>
                    <a:cubicBezTo>
                      <a:pt x="1" y="5"/>
                      <a:pt x="0" y="2"/>
                      <a:pt x="0" y="1"/>
                    </a:cubicBezTo>
                    <a:cubicBezTo>
                      <a:pt x="1" y="0"/>
                      <a:pt x="4" y="3"/>
                      <a:pt x="3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49" name="Freeform 547"/>
              <p:cNvSpPr>
                <a:spLocks/>
              </p:cNvSpPr>
              <p:nvPr/>
            </p:nvSpPr>
            <p:spPr bwMode="auto">
              <a:xfrm>
                <a:off x="7642864" y="5207233"/>
                <a:ext cx="28662" cy="57338"/>
              </a:xfrm>
              <a:custGeom>
                <a:avLst/>
                <a:gdLst>
                  <a:gd name="T0" fmla="*/ 3 w 3"/>
                  <a:gd name="T1" fmla="*/ 5 h 6"/>
                  <a:gd name="T2" fmla="*/ 3 w 3"/>
                  <a:gd name="T3" fmla="*/ 2 h 6"/>
                  <a:gd name="T4" fmla="*/ 1 w 3"/>
                  <a:gd name="T5" fmla="*/ 1 h 6"/>
                  <a:gd name="T6" fmla="*/ 1 w 3"/>
                  <a:gd name="T7" fmla="*/ 4 h 6"/>
                  <a:gd name="T8" fmla="*/ 3 w 3"/>
                  <a:gd name="T9" fmla="*/ 5 h 6"/>
                  <a:gd name="T10" fmla="*/ 3 w 3"/>
                  <a:gd name="T11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6">
                    <a:moveTo>
                      <a:pt x="3" y="5"/>
                    </a:moveTo>
                    <a:cubicBezTo>
                      <a:pt x="3" y="4"/>
                      <a:pt x="3" y="3"/>
                      <a:pt x="3" y="2"/>
                    </a:cubicBezTo>
                    <a:cubicBezTo>
                      <a:pt x="3" y="2"/>
                      <a:pt x="1" y="0"/>
                      <a:pt x="1" y="1"/>
                    </a:cubicBezTo>
                    <a:cubicBezTo>
                      <a:pt x="1" y="2"/>
                      <a:pt x="0" y="4"/>
                      <a:pt x="1" y="4"/>
                    </a:cubicBezTo>
                    <a:cubicBezTo>
                      <a:pt x="1" y="5"/>
                      <a:pt x="2" y="6"/>
                      <a:pt x="3" y="5"/>
                    </a:cubicBezTo>
                    <a:cubicBezTo>
                      <a:pt x="3" y="4"/>
                      <a:pt x="2" y="6"/>
                      <a:pt x="3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0" name="Freeform 548"/>
              <p:cNvSpPr>
                <a:spLocks/>
              </p:cNvSpPr>
              <p:nvPr/>
            </p:nvSpPr>
            <p:spPr bwMode="auto">
              <a:xfrm>
                <a:off x="7502737" y="4719845"/>
                <a:ext cx="1343951" cy="984332"/>
              </a:xfrm>
              <a:custGeom>
                <a:avLst/>
                <a:gdLst>
                  <a:gd name="T0" fmla="*/ 63 w 144"/>
                  <a:gd name="T1" fmla="*/ 86 h 105"/>
                  <a:gd name="T2" fmla="*/ 81 w 144"/>
                  <a:gd name="T3" fmla="*/ 76 h 105"/>
                  <a:gd name="T4" fmla="*/ 91 w 144"/>
                  <a:gd name="T5" fmla="*/ 67 h 105"/>
                  <a:gd name="T6" fmla="*/ 103 w 144"/>
                  <a:gd name="T7" fmla="*/ 68 h 105"/>
                  <a:gd name="T8" fmla="*/ 87 w 144"/>
                  <a:gd name="T9" fmla="*/ 66 h 105"/>
                  <a:gd name="T10" fmla="*/ 80 w 144"/>
                  <a:gd name="T11" fmla="*/ 48 h 105"/>
                  <a:gd name="T12" fmla="*/ 67 w 144"/>
                  <a:gd name="T13" fmla="*/ 49 h 105"/>
                  <a:gd name="T14" fmla="*/ 64 w 144"/>
                  <a:gd name="T15" fmla="*/ 40 h 105"/>
                  <a:gd name="T16" fmla="*/ 54 w 144"/>
                  <a:gd name="T17" fmla="*/ 32 h 105"/>
                  <a:gd name="T18" fmla="*/ 53 w 144"/>
                  <a:gd name="T19" fmla="*/ 38 h 105"/>
                  <a:gd name="T20" fmla="*/ 52 w 144"/>
                  <a:gd name="T21" fmla="*/ 39 h 105"/>
                  <a:gd name="T22" fmla="*/ 37 w 144"/>
                  <a:gd name="T23" fmla="*/ 38 h 105"/>
                  <a:gd name="T24" fmla="*/ 5 w 144"/>
                  <a:gd name="T25" fmla="*/ 32 h 105"/>
                  <a:gd name="T26" fmla="*/ 8 w 144"/>
                  <a:gd name="T27" fmla="*/ 26 h 105"/>
                  <a:gd name="T28" fmla="*/ 16 w 144"/>
                  <a:gd name="T29" fmla="*/ 2 h 105"/>
                  <a:gd name="T30" fmla="*/ 18 w 144"/>
                  <a:gd name="T31" fmla="*/ 18 h 105"/>
                  <a:gd name="T32" fmla="*/ 26 w 144"/>
                  <a:gd name="T33" fmla="*/ 29 h 105"/>
                  <a:gd name="T34" fmla="*/ 20 w 144"/>
                  <a:gd name="T35" fmla="*/ 19 h 105"/>
                  <a:gd name="T36" fmla="*/ 22 w 144"/>
                  <a:gd name="T37" fmla="*/ 13 h 105"/>
                  <a:gd name="T38" fmla="*/ 25 w 144"/>
                  <a:gd name="T39" fmla="*/ 7 h 105"/>
                  <a:gd name="T40" fmla="*/ 34 w 144"/>
                  <a:gd name="T41" fmla="*/ 3 h 105"/>
                  <a:gd name="T42" fmla="*/ 43 w 144"/>
                  <a:gd name="T43" fmla="*/ 16 h 105"/>
                  <a:gd name="T44" fmla="*/ 52 w 144"/>
                  <a:gd name="T45" fmla="*/ 16 h 105"/>
                  <a:gd name="T46" fmla="*/ 54 w 144"/>
                  <a:gd name="T47" fmla="*/ 15 h 105"/>
                  <a:gd name="T48" fmla="*/ 66 w 144"/>
                  <a:gd name="T49" fmla="*/ 13 h 105"/>
                  <a:gd name="T50" fmla="*/ 70 w 144"/>
                  <a:gd name="T51" fmla="*/ 21 h 105"/>
                  <a:gd name="T52" fmla="*/ 76 w 144"/>
                  <a:gd name="T53" fmla="*/ 22 h 105"/>
                  <a:gd name="T54" fmla="*/ 81 w 144"/>
                  <a:gd name="T55" fmla="*/ 23 h 105"/>
                  <a:gd name="T56" fmla="*/ 86 w 144"/>
                  <a:gd name="T57" fmla="*/ 23 h 105"/>
                  <a:gd name="T58" fmla="*/ 92 w 144"/>
                  <a:gd name="T59" fmla="*/ 28 h 105"/>
                  <a:gd name="T60" fmla="*/ 94 w 144"/>
                  <a:gd name="T61" fmla="*/ 31 h 105"/>
                  <a:gd name="T62" fmla="*/ 100 w 144"/>
                  <a:gd name="T63" fmla="*/ 29 h 105"/>
                  <a:gd name="T64" fmla="*/ 99 w 144"/>
                  <a:gd name="T65" fmla="*/ 38 h 105"/>
                  <a:gd name="T66" fmla="*/ 104 w 144"/>
                  <a:gd name="T67" fmla="*/ 38 h 105"/>
                  <a:gd name="T68" fmla="*/ 109 w 144"/>
                  <a:gd name="T69" fmla="*/ 40 h 105"/>
                  <a:gd name="T70" fmla="*/ 106 w 144"/>
                  <a:gd name="T71" fmla="*/ 45 h 105"/>
                  <a:gd name="T72" fmla="*/ 118 w 144"/>
                  <a:gd name="T73" fmla="*/ 54 h 105"/>
                  <a:gd name="T74" fmla="*/ 124 w 144"/>
                  <a:gd name="T75" fmla="*/ 55 h 105"/>
                  <a:gd name="T76" fmla="*/ 128 w 144"/>
                  <a:gd name="T77" fmla="*/ 60 h 105"/>
                  <a:gd name="T78" fmla="*/ 141 w 144"/>
                  <a:gd name="T79" fmla="*/ 64 h 105"/>
                  <a:gd name="T80" fmla="*/ 139 w 144"/>
                  <a:gd name="T81" fmla="*/ 69 h 105"/>
                  <a:gd name="T82" fmla="*/ 133 w 144"/>
                  <a:gd name="T83" fmla="*/ 73 h 105"/>
                  <a:gd name="T84" fmla="*/ 128 w 144"/>
                  <a:gd name="T85" fmla="*/ 77 h 105"/>
                  <a:gd name="T86" fmla="*/ 125 w 144"/>
                  <a:gd name="T87" fmla="*/ 74 h 105"/>
                  <a:gd name="T88" fmla="*/ 120 w 144"/>
                  <a:gd name="T89" fmla="*/ 72 h 105"/>
                  <a:gd name="T90" fmla="*/ 113 w 144"/>
                  <a:gd name="T91" fmla="*/ 67 h 105"/>
                  <a:gd name="T92" fmla="*/ 108 w 144"/>
                  <a:gd name="T93" fmla="*/ 70 h 105"/>
                  <a:gd name="T94" fmla="*/ 118 w 144"/>
                  <a:gd name="T95" fmla="*/ 80 h 105"/>
                  <a:gd name="T96" fmla="*/ 123 w 144"/>
                  <a:gd name="T97" fmla="*/ 82 h 105"/>
                  <a:gd name="T98" fmla="*/ 128 w 144"/>
                  <a:gd name="T99" fmla="*/ 93 h 105"/>
                  <a:gd name="T100" fmla="*/ 126 w 144"/>
                  <a:gd name="T101" fmla="*/ 95 h 105"/>
                  <a:gd name="T102" fmla="*/ 118 w 144"/>
                  <a:gd name="T103" fmla="*/ 96 h 105"/>
                  <a:gd name="T104" fmla="*/ 110 w 144"/>
                  <a:gd name="T105" fmla="*/ 93 h 105"/>
                  <a:gd name="T106" fmla="*/ 109 w 144"/>
                  <a:gd name="T107" fmla="*/ 94 h 105"/>
                  <a:gd name="T108" fmla="*/ 103 w 144"/>
                  <a:gd name="T109" fmla="*/ 99 h 105"/>
                  <a:gd name="T110" fmla="*/ 91 w 144"/>
                  <a:gd name="T111" fmla="*/ 90 h 105"/>
                  <a:gd name="T112" fmla="*/ 77 w 144"/>
                  <a:gd name="T113" fmla="*/ 8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4" h="105">
                    <a:moveTo>
                      <a:pt x="77" y="83"/>
                    </a:moveTo>
                    <a:cubicBezTo>
                      <a:pt x="76" y="86"/>
                      <a:pt x="74" y="83"/>
                      <a:pt x="71" y="84"/>
                    </a:cubicBezTo>
                    <a:cubicBezTo>
                      <a:pt x="70" y="84"/>
                      <a:pt x="69" y="85"/>
                      <a:pt x="68" y="86"/>
                    </a:cubicBezTo>
                    <a:cubicBezTo>
                      <a:pt x="66" y="87"/>
                      <a:pt x="65" y="86"/>
                      <a:pt x="63" y="86"/>
                    </a:cubicBezTo>
                    <a:cubicBezTo>
                      <a:pt x="60" y="85"/>
                      <a:pt x="56" y="83"/>
                      <a:pt x="60" y="80"/>
                    </a:cubicBezTo>
                    <a:cubicBezTo>
                      <a:pt x="62" y="78"/>
                      <a:pt x="62" y="76"/>
                      <a:pt x="65" y="76"/>
                    </a:cubicBezTo>
                    <a:cubicBezTo>
                      <a:pt x="68" y="77"/>
                      <a:pt x="71" y="78"/>
                      <a:pt x="75" y="77"/>
                    </a:cubicBezTo>
                    <a:cubicBezTo>
                      <a:pt x="77" y="77"/>
                      <a:pt x="79" y="76"/>
                      <a:pt x="81" y="76"/>
                    </a:cubicBezTo>
                    <a:cubicBezTo>
                      <a:pt x="82" y="76"/>
                      <a:pt x="81" y="75"/>
                      <a:pt x="81" y="74"/>
                    </a:cubicBezTo>
                    <a:cubicBezTo>
                      <a:pt x="78" y="72"/>
                      <a:pt x="77" y="71"/>
                      <a:pt x="80" y="69"/>
                    </a:cubicBezTo>
                    <a:cubicBezTo>
                      <a:pt x="82" y="66"/>
                      <a:pt x="84" y="66"/>
                      <a:pt x="87" y="66"/>
                    </a:cubicBezTo>
                    <a:cubicBezTo>
                      <a:pt x="88" y="66"/>
                      <a:pt x="90" y="66"/>
                      <a:pt x="91" y="67"/>
                    </a:cubicBezTo>
                    <a:cubicBezTo>
                      <a:pt x="93" y="68"/>
                      <a:pt x="93" y="69"/>
                      <a:pt x="93" y="71"/>
                    </a:cubicBezTo>
                    <a:cubicBezTo>
                      <a:pt x="94" y="73"/>
                      <a:pt x="95" y="70"/>
                      <a:pt x="96" y="70"/>
                    </a:cubicBezTo>
                    <a:cubicBezTo>
                      <a:pt x="96" y="69"/>
                      <a:pt x="99" y="70"/>
                      <a:pt x="99" y="70"/>
                    </a:cubicBezTo>
                    <a:cubicBezTo>
                      <a:pt x="100" y="70"/>
                      <a:pt x="103" y="70"/>
                      <a:pt x="103" y="68"/>
                    </a:cubicBezTo>
                    <a:cubicBezTo>
                      <a:pt x="103" y="67"/>
                      <a:pt x="100" y="66"/>
                      <a:pt x="99" y="66"/>
                    </a:cubicBezTo>
                    <a:cubicBezTo>
                      <a:pt x="97" y="65"/>
                      <a:pt x="96" y="64"/>
                      <a:pt x="95" y="63"/>
                    </a:cubicBezTo>
                    <a:cubicBezTo>
                      <a:pt x="94" y="63"/>
                      <a:pt x="93" y="65"/>
                      <a:pt x="93" y="66"/>
                    </a:cubicBezTo>
                    <a:cubicBezTo>
                      <a:pt x="92" y="67"/>
                      <a:pt x="88" y="66"/>
                      <a:pt x="87" y="66"/>
                    </a:cubicBezTo>
                    <a:cubicBezTo>
                      <a:pt x="81" y="65"/>
                      <a:pt x="89" y="63"/>
                      <a:pt x="88" y="61"/>
                    </a:cubicBezTo>
                    <a:cubicBezTo>
                      <a:pt x="87" y="58"/>
                      <a:pt x="86" y="54"/>
                      <a:pt x="84" y="52"/>
                    </a:cubicBezTo>
                    <a:cubicBezTo>
                      <a:pt x="83" y="52"/>
                      <a:pt x="81" y="53"/>
                      <a:pt x="81" y="52"/>
                    </a:cubicBezTo>
                    <a:cubicBezTo>
                      <a:pt x="81" y="51"/>
                      <a:pt x="81" y="49"/>
                      <a:pt x="80" y="48"/>
                    </a:cubicBezTo>
                    <a:cubicBezTo>
                      <a:pt x="79" y="47"/>
                      <a:pt x="78" y="53"/>
                      <a:pt x="79" y="53"/>
                    </a:cubicBezTo>
                    <a:cubicBezTo>
                      <a:pt x="78" y="53"/>
                      <a:pt x="75" y="46"/>
                      <a:pt x="75" y="46"/>
                    </a:cubicBezTo>
                    <a:cubicBezTo>
                      <a:pt x="73" y="46"/>
                      <a:pt x="72" y="47"/>
                      <a:pt x="71" y="48"/>
                    </a:cubicBezTo>
                    <a:cubicBezTo>
                      <a:pt x="70" y="48"/>
                      <a:pt x="67" y="50"/>
                      <a:pt x="67" y="49"/>
                    </a:cubicBezTo>
                    <a:cubicBezTo>
                      <a:pt x="67" y="46"/>
                      <a:pt x="66" y="46"/>
                      <a:pt x="69" y="46"/>
                    </a:cubicBezTo>
                    <a:cubicBezTo>
                      <a:pt x="70" y="46"/>
                      <a:pt x="71" y="45"/>
                      <a:pt x="71" y="44"/>
                    </a:cubicBezTo>
                    <a:cubicBezTo>
                      <a:pt x="72" y="43"/>
                      <a:pt x="69" y="43"/>
                      <a:pt x="69" y="43"/>
                    </a:cubicBezTo>
                    <a:cubicBezTo>
                      <a:pt x="68" y="42"/>
                      <a:pt x="64" y="40"/>
                      <a:pt x="64" y="40"/>
                    </a:cubicBezTo>
                    <a:cubicBezTo>
                      <a:pt x="64" y="37"/>
                      <a:pt x="63" y="39"/>
                      <a:pt x="62" y="39"/>
                    </a:cubicBezTo>
                    <a:cubicBezTo>
                      <a:pt x="61" y="39"/>
                      <a:pt x="62" y="34"/>
                      <a:pt x="60" y="35"/>
                    </a:cubicBezTo>
                    <a:cubicBezTo>
                      <a:pt x="59" y="35"/>
                      <a:pt x="59" y="36"/>
                      <a:pt x="57" y="34"/>
                    </a:cubicBezTo>
                    <a:cubicBezTo>
                      <a:pt x="56" y="34"/>
                      <a:pt x="55" y="32"/>
                      <a:pt x="54" y="32"/>
                    </a:cubicBezTo>
                    <a:cubicBezTo>
                      <a:pt x="54" y="32"/>
                      <a:pt x="55" y="33"/>
                      <a:pt x="55" y="33"/>
                    </a:cubicBezTo>
                    <a:cubicBezTo>
                      <a:pt x="55" y="33"/>
                      <a:pt x="52" y="33"/>
                      <a:pt x="52" y="34"/>
                    </a:cubicBezTo>
                    <a:cubicBezTo>
                      <a:pt x="53" y="35"/>
                      <a:pt x="55" y="34"/>
                      <a:pt x="56" y="36"/>
                    </a:cubicBezTo>
                    <a:cubicBezTo>
                      <a:pt x="56" y="38"/>
                      <a:pt x="54" y="38"/>
                      <a:pt x="53" y="38"/>
                    </a:cubicBezTo>
                    <a:cubicBezTo>
                      <a:pt x="51" y="39"/>
                      <a:pt x="46" y="35"/>
                      <a:pt x="44" y="37"/>
                    </a:cubicBezTo>
                    <a:cubicBezTo>
                      <a:pt x="43" y="37"/>
                      <a:pt x="45" y="38"/>
                      <a:pt x="46" y="39"/>
                    </a:cubicBezTo>
                    <a:cubicBezTo>
                      <a:pt x="46" y="40"/>
                      <a:pt x="47" y="39"/>
                      <a:pt x="48" y="39"/>
                    </a:cubicBezTo>
                    <a:cubicBezTo>
                      <a:pt x="49" y="39"/>
                      <a:pt x="52" y="38"/>
                      <a:pt x="52" y="39"/>
                    </a:cubicBezTo>
                    <a:cubicBezTo>
                      <a:pt x="52" y="40"/>
                      <a:pt x="51" y="41"/>
                      <a:pt x="50" y="42"/>
                    </a:cubicBezTo>
                    <a:cubicBezTo>
                      <a:pt x="50" y="42"/>
                      <a:pt x="39" y="35"/>
                      <a:pt x="37" y="36"/>
                    </a:cubicBezTo>
                    <a:cubicBezTo>
                      <a:pt x="38" y="36"/>
                      <a:pt x="39" y="37"/>
                      <a:pt x="40" y="37"/>
                    </a:cubicBezTo>
                    <a:cubicBezTo>
                      <a:pt x="42" y="39"/>
                      <a:pt x="37" y="38"/>
                      <a:pt x="37" y="38"/>
                    </a:cubicBezTo>
                    <a:cubicBezTo>
                      <a:pt x="34" y="36"/>
                      <a:pt x="30" y="38"/>
                      <a:pt x="27" y="37"/>
                    </a:cubicBezTo>
                    <a:cubicBezTo>
                      <a:pt x="23" y="36"/>
                      <a:pt x="20" y="37"/>
                      <a:pt x="17" y="34"/>
                    </a:cubicBezTo>
                    <a:cubicBezTo>
                      <a:pt x="14" y="32"/>
                      <a:pt x="12" y="35"/>
                      <a:pt x="9" y="34"/>
                    </a:cubicBezTo>
                    <a:cubicBezTo>
                      <a:pt x="8" y="33"/>
                      <a:pt x="6" y="33"/>
                      <a:pt x="5" y="32"/>
                    </a:cubicBezTo>
                    <a:cubicBezTo>
                      <a:pt x="5" y="31"/>
                      <a:pt x="2" y="28"/>
                      <a:pt x="4" y="28"/>
                    </a:cubicBezTo>
                    <a:cubicBezTo>
                      <a:pt x="7" y="28"/>
                      <a:pt x="11" y="31"/>
                      <a:pt x="14" y="29"/>
                    </a:cubicBezTo>
                    <a:cubicBezTo>
                      <a:pt x="15" y="28"/>
                      <a:pt x="13" y="27"/>
                      <a:pt x="13" y="27"/>
                    </a:cubicBezTo>
                    <a:cubicBezTo>
                      <a:pt x="11" y="26"/>
                      <a:pt x="9" y="26"/>
                      <a:pt x="8" y="26"/>
                    </a:cubicBezTo>
                    <a:cubicBezTo>
                      <a:pt x="5" y="26"/>
                      <a:pt x="0" y="26"/>
                      <a:pt x="0" y="23"/>
                    </a:cubicBezTo>
                    <a:cubicBezTo>
                      <a:pt x="0" y="19"/>
                      <a:pt x="0" y="16"/>
                      <a:pt x="2" y="12"/>
                    </a:cubicBezTo>
                    <a:cubicBezTo>
                      <a:pt x="3" y="9"/>
                      <a:pt x="6" y="7"/>
                      <a:pt x="9" y="5"/>
                    </a:cubicBezTo>
                    <a:cubicBezTo>
                      <a:pt x="11" y="3"/>
                      <a:pt x="13" y="3"/>
                      <a:pt x="16" y="2"/>
                    </a:cubicBezTo>
                    <a:cubicBezTo>
                      <a:pt x="18" y="2"/>
                      <a:pt x="24" y="0"/>
                      <a:pt x="25" y="3"/>
                    </a:cubicBezTo>
                    <a:cubicBezTo>
                      <a:pt x="25" y="2"/>
                      <a:pt x="20" y="7"/>
                      <a:pt x="19" y="7"/>
                    </a:cubicBezTo>
                    <a:cubicBezTo>
                      <a:pt x="17" y="9"/>
                      <a:pt x="15" y="11"/>
                      <a:pt x="17" y="13"/>
                    </a:cubicBezTo>
                    <a:cubicBezTo>
                      <a:pt x="19" y="15"/>
                      <a:pt x="17" y="16"/>
                      <a:pt x="18" y="18"/>
                    </a:cubicBezTo>
                    <a:cubicBezTo>
                      <a:pt x="18" y="20"/>
                      <a:pt x="20" y="21"/>
                      <a:pt x="21" y="22"/>
                    </a:cubicBezTo>
                    <a:cubicBezTo>
                      <a:pt x="22" y="23"/>
                      <a:pt x="24" y="24"/>
                      <a:pt x="25" y="25"/>
                    </a:cubicBezTo>
                    <a:cubicBezTo>
                      <a:pt x="26" y="26"/>
                      <a:pt x="22" y="26"/>
                      <a:pt x="22" y="27"/>
                    </a:cubicBezTo>
                    <a:cubicBezTo>
                      <a:pt x="22" y="26"/>
                      <a:pt x="26" y="29"/>
                      <a:pt x="26" y="29"/>
                    </a:cubicBezTo>
                    <a:cubicBezTo>
                      <a:pt x="27" y="28"/>
                      <a:pt x="26" y="26"/>
                      <a:pt x="26" y="25"/>
                    </a:cubicBezTo>
                    <a:cubicBezTo>
                      <a:pt x="26" y="25"/>
                      <a:pt x="28" y="24"/>
                      <a:pt x="27" y="23"/>
                    </a:cubicBezTo>
                    <a:cubicBezTo>
                      <a:pt x="26" y="22"/>
                      <a:pt x="22" y="21"/>
                      <a:pt x="21" y="20"/>
                    </a:cubicBezTo>
                    <a:cubicBezTo>
                      <a:pt x="20" y="20"/>
                      <a:pt x="19" y="19"/>
                      <a:pt x="20" y="19"/>
                    </a:cubicBezTo>
                    <a:cubicBezTo>
                      <a:pt x="22" y="19"/>
                      <a:pt x="22" y="18"/>
                      <a:pt x="23" y="17"/>
                    </a:cubicBezTo>
                    <a:cubicBezTo>
                      <a:pt x="25" y="16"/>
                      <a:pt x="28" y="18"/>
                      <a:pt x="29" y="19"/>
                    </a:cubicBezTo>
                    <a:cubicBezTo>
                      <a:pt x="28" y="18"/>
                      <a:pt x="27" y="17"/>
                      <a:pt x="27" y="16"/>
                    </a:cubicBezTo>
                    <a:cubicBezTo>
                      <a:pt x="27" y="14"/>
                      <a:pt x="22" y="15"/>
                      <a:pt x="22" y="13"/>
                    </a:cubicBezTo>
                    <a:cubicBezTo>
                      <a:pt x="20" y="7"/>
                      <a:pt x="29" y="12"/>
                      <a:pt x="29" y="12"/>
                    </a:cubicBezTo>
                    <a:cubicBezTo>
                      <a:pt x="29" y="11"/>
                      <a:pt x="23" y="9"/>
                      <a:pt x="23" y="9"/>
                    </a:cubicBezTo>
                    <a:cubicBezTo>
                      <a:pt x="23" y="8"/>
                      <a:pt x="28" y="9"/>
                      <a:pt x="28" y="9"/>
                    </a:cubicBezTo>
                    <a:cubicBezTo>
                      <a:pt x="28" y="8"/>
                      <a:pt x="25" y="7"/>
                      <a:pt x="25" y="7"/>
                    </a:cubicBezTo>
                    <a:cubicBezTo>
                      <a:pt x="24" y="6"/>
                      <a:pt x="25" y="6"/>
                      <a:pt x="26" y="6"/>
                    </a:cubicBezTo>
                    <a:cubicBezTo>
                      <a:pt x="27" y="7"/>
                      <a:pt x="27" y="6"/>
                      <a:pt x="28" y="6"/>
                    </a:cubicBezTo>
                    <a:cubicBezTo>
                      <a:pt x="30" y="5"/>
                      <a:pt x="30" y="6"/>
                      <a:pt x="32" y="6"/>
                    </a:cubicBezTo>
                    <a:cubicBezTo>
                      <a:pt x="29" y="5"/>
                      <a:pt x="33" y="3"/>
                      <a:pt x="34" y="3"/>
                    </a:cubicBezTo>
                    <a:cubicBezTo>
                      <a:pt x="36" y="2"/>
                      <a:pt x="42" y="2"/>
                      <a:pt x="43" y="4"/>
                    </a:cubicBezTo>
                    <a:cubicBezTo>
                      <a:pt x="44" y="5"/>
                      <a:pt x="44" y="6"/>
                      <a:pt x="44" y="7"/>
                    </a:cubicBezTo>
                    <a:cubicBezTo>
                      <a:pt x="45" y="8"/>
                      <a:pt x="46" y="9"/>
                      <a:pt x="47" y="10"/>
                    </a:cubicBezTo>
                    <a:cubicBezTo>
                      <a:pt x="48" y="12"/>
                      <a:pt x="43" y="16"/>
                      <a:pt x="43" y="16"/>
                    </a:cubicBezTo>
                    <a:cubicBezTo>
                      <a:pt x="44" y="17"/>
                      <a:pt x="46" y="14"/>
                      <a:pt x="47" y="14"/>
                    </a:cubicBezTo>
                    <a:cubicBezTo>
                      <a:pt x="47" y="14"/>
                      <a:pt x="45" y="20"/>
                      <a:pt x="46" y="19"/>
                    </a:cubicBezTo>
                    <a:cubicBezTo>
                      <a:pt x="47" y="19"/>
                      <a:pt x="47" y="17"/>
                      <a:pt x="48" y="17"/>
                    </a:cubicBezTo>
                    <a:cubicBezTo>
                      <a:pt x="50" y="17"/>
                      <a:pt x="50" y="18"/>
                      <a:pt x="52" y="16"/>
                    </a:cubicBezTo>
                    <a:cubicBezTo>
                      <a:pt x="53" y="15"/>
                      <a:pt x="53" y="16"/>
                      <a:pt x="54" y="17"/>
                    </a:cubicBezTo>
                    <a:cubicBezTo>
                      <a:pt x="55" y="18"/>
                      <a:pt x="54" y="18"/>
                      <a:pt x="54" y="19"/>
                    </a:cubicBezTo>
                    <a:cubicBezTo>
                      <a:pt x="54" y="20"/>
                      <a:pt x="59" y="21"/>
                      <a:pt x="60" y="21"/>
                    </a:cubicBezTo>
                    <a:cubicBezTo>
                      <a:pt x="60" y="21"/>
                      <a:pt x="55" y="16"/>
                      <a:pt x="54" y="15"/>
                    </a:cubicBezTo>
                    <a:cubicBezTo>
                      <a:pt x="54" y="15"/>
                      <a:pt x="63" y="18"/>
                      <a:pt x="63" y="17"/>
                    </a:cubicBezTo>
                    <a:cubicBezTo>
                      <a:pt x="63" y="17"/>
                      <a:pt x="57" y="16"/>
                      <a:pt x="57" y="14"/>
                    </a:cubicBezTo>
                    <a:cubicBezTo>
                      <a:pt x="57" y="13"/>
                      <a:pt x="60" y="12"/>
                      <a:pt x="61" y="12"/>
                    </a:cubicBezTo>
                    <a:cubicBezTo>
                      <a:pt x="63" y="11"/>
                      <a:pt x="64" y="12"/>
                      <a:pt x="66" y="13"/>
                    </a:cubicBezTo>
                    <a:cubicBezTo>
                      <a:pt x="69" y="14"/>
                      <a:pt x="73" y="13"/>
                      <a:pt x="74" y="17"/>
                    </a:cubicBezTo>
                    <a:cubicBezTo>
                      <a:pt x="74" y="17"/>
                      <a:pt x="67" y="17"/>
                      <a:pt x="68" y="20"/>
                    </a:cubicBezTo>
                    <a:cubicBezTo>
                      <a:pt x="68" y="19"/>
                      <a:pt x="71" y="18"/>
                      <a:pt x="71" y="18"/>
                    </a:cubicBezTo>
                    <a:cubicBezTo>
                      <a:pt x="73" y="18"/>
                      <a:pt x="70" y="20"/>
                      <a:pt x="70" y="21"/>
                    </a:cubicBezTo>
                    <a:cubicBezTo>
                      <a:pt x="70" y="21"/>
                      <a:pt x="73" y="19"/>
                      <a:pt x="73" y="19"/>
                    </a:cubicBezTo>
                    <a:cubicBezTo>
                      <a:pt x="73" y="18"/>
                      <a:pt x="77" y="18"/>
                      <a:pt x="78" y="19"/>
                    </a:cubicBezTo>
                    <a:cubicBezTo>
                      <a:pt x="82" y="19"/>
                      <a:pt x="73" y="22"/>
                      <a:pt x="74" y="23"/>
                    </a:cubicBezTo>
                    <a:cubicBezTo>
                      <a:pt x="74" y="23"/>
                      <a:pt x="76" y="21"/>
                      <a:pt x="76" y="22"/>
                    </a:cubicBezTo>
                    <a:cubicBezTo>
                      <a:pt x="76" y="23"/>
                      <a:pt x="74" y="25"/>
                      <a:pt x="75" y="26"/>
                    </a:cubicBezTo>
                    <a:cubicBezTo>
                      <a:pt x="74" y="25"/>
                      <a:pt x="78" y="21"/>
                      <a:pt x="79" y="22"/>
                    </a:cubicBezTo>
                    <a:cubicBezTo>
                      <a:pt x="79" y="24"/>
                      <a:pt x="78" y="26"/>
                      <a:pt x="79" y="27"/>
                    </a:cubicBezTo>
                    <a:cubicBezTo>
                      <a:pt x="79" y="27"/>
                      <a:pt x="79" y="23"/>
                      <a:pt x="81" y="23"/>
                    </a:cubicBezTo>
                    <a:cubicBezTo>
                      <a:pt x="83" y="24"/>
                      <a:pt x="80" y="27"/>
                      <a:pt x="81" y="28"/>
                    </a:cubicBezTo>
                    <a:cubicBezTo>
                      <a:pt x="81" y="28"/>
                      <a:pt x="82" y="25"/>
                      <a:pt x="83" y="25"/>
                    </a:cubicBezTo>
                    <a:cubicBezTo>
                      <a:pt x="83" y="25"/>
                      <a:pt x="82" y="28"/>
                      <a:pt x="83" y="28"/>
                    </a:cubicBezTo>
                    <a:cubicBezTo>
                      <a:pt x="82" y="28"/>
                      <a:pt x="85" y="24"/>
                      <a:pt x="86" y="23"/>
                    </a:cubicBezTo>
                    <a:cubicBezTo>
                      <a:pt x="87" y="22"/>
                      <a:pt x="90" y="23"/>
                      <a:pt x="91" y="24"/>
                    </a:cubicBezTo>
                    <a:cubicBezTo>
                      <a:pt x="93" y="25"/>
                      <a:pt x="94" y="27"/>
                      <a:pt x="91" y="27"/>
                    </a:cubicBezTo>
                    <a:cubicBezTo>
                      <a:pt x="90" y="27"/>
                      <a:pt x="86" y="27"/>
                      <a:pt x="86" y="30"/>
                    </a:cubicBezTo>
                    <a:cubicBezTo>
                      <a:pt x="86" y="29"/>
                      <a:pt x="92" y="27"/>
                      <a:pt x="92" y="28"/>
                    </a:cubicBezTo>
                    <a:cubicBezTo>
                      <a:pt x="92" y="28"/>
                      <a:pt x="88" y="30"/>
                      <a:pt x="88" y="31"/>
                    </a:cubicBezTo>
                    <a:cubicBezTo>
                      <a:pt x="88" y="30"/>
                      <a:pt x="92" y="30"/>
                      <a:pt x="92" y="30"/>
                    </a:cubicBezTo>
                    <a:cubicBezTo>
                      <a:pt x="93" y="29"/>
                      <a:pt x="95" y="26"/>
                      <a:pt x="96" y="27"/>
                    </a:cubicBezTo>
                    <a:cubicBezTo>
                      <a:pt x="97" y="29"/>
                      <a:pt x="96" y="31"/>
                      <a:pt x="94" y="31"/>
                    </a:cubicBezTo>
                    <a:cubicBezTo>
                      <a:pt x="93" y="32"/>
                      <a:pt x="92" y="33"/>
                      <a:pt x="91" y="34"/>
                    </a:cubicBezTo>
                    <a:cubicBezTo>
                      <a:pt x="91" y="34"/>
                      <a:pt x="93" y="32"/>
                      <a:pt x="94" y="32"/>
                    </a:cubicBezTo>
                    <a:cubicBezTo>
                      <a:pt x="94" y="32"/>
                      <a:pt x="93" y="36"/>
                      <a:pt x="93" y="36"/>
                    </a:cubicBezTo>
                    <a:cubicBezTo>
                      <a:pt x="92" y="34"/>
                      <a:pt x="99" y="27"/>
                      <a:pt x="100" y="29"/>
                    </a:cubicBezTo>
                    <a:cubicBezTo>
                      <a:pt x="101" y="30"/>
                      <a:pt x="99" y="31"/>
                      <a:pt x="98" y="31"/>
                    </a:cubicBezTo>
                    <a:cubicBezTo>
                      <a:pt x="99" y="31"/>
                      <a:pt x="102" y="31"/>
                      <a:pt x="103" y="31"/>
                    </a:cubicBezTo>
                    <a:cubicBezTo>
                      <a:pt x="104" y="31"/>
                      <a:pt x="106" y="31"/>
                      <a:pt x="107" y="32"/>
                    </a:cubicBezTo>
                    <a:cubicBezTo>
                      <a:pt x="108" y="35"/>
                      <a:pt x="98" y="35"/>
                      <a:pt x="99" y="38"/>
                    </a:cubicBezTo>
                    <a:cubicBezTo>
                      <a:pt x="99" y="38"/>
                      <a:pt x="102" y="35"/>
                      <a:pt x="103" y="35"/>
                    </a:cubicBezTo>
                    <a:cubicBezTo>
                      <a:pt x="104" y="35"/>
                      <a:pt x="106" y="35"/>
                      <a:pt x="106" y="36"/>
                    </a:cubicBezTo>
                    <a:cubicBezTo>
                      <a:pt x="107" y="37"/>
                      <a:pt x="101" y="39"/>
                      <a:pt x="101" y="39"/>
                    </a:cubicBezTo>
                    <a:cubicBezTo>
                      <a:pt x="101" y="39"/>
                      <a:pt x="104" y="38"/>
                      <a:pt x="104" y="38"/>
                    </a:cubicBezTo>
                    <a:cubicBezTo>
                      <a:pt x="105" y="38"/>
                      <a:pt x="107" y="37"/>
                      <a:pt x="108" y="36"/>
                    </a:cubicBezTo>
                    <a:cubicBezTo>
                      <a:pt x="109" y="36"/>
                      <a:pt x="108" y="35"/>
                      <a:pt x="109" y="34"/>
                    </a:cubicBezTo>
                    <a:cubicBezTo>
                      <a:pt x="110" y="34"/>
                      <a:pt x="112" y="36"/>
                      <a:pt x="112" y="37"/>
                    </a:cubicBezTo>
                    <a:cubicBezTo>
                      <a:pt x="116" y="40"/>
                      <a:pt x="112" y="39"/>
                      <a:pt x="109" y="40"/>
                    </a:cubicBezTo>
                    <a:cubicBezTo>
                      <a:pt x="109" y="40"/>
                      <a:pt x="102" y="42"/>
                      <a:pt x="102" y="41"/>
                    </a:cubicBezTo>
                    <a:cubicBezTo>
                      <a:pt x="102" y="42"/>
                      <a:pt x="118" y="42"/>
                      <a:pt x="117" y="44"/>
                    </a:cubicBezTo>
                    <a:cubicBezTo>
                      <a:pt x="116" y="45"/>
                      <a:pt x="111" y="45"/>
                      <a:pt x="110" y="44"/>
                    </a:cubicBezTo>
                    <a:cubicBezTo>
                      <a:pt x="110" y="44"/>
                      <a:pt x="106" y="45"/>
                      <a:pt x="106" y="45"/>
                    </a:cubicBezTo>
                    <a:cubicBezTo>
                      <a:pt x="107" y="46"/>
                      <a:pt x="110" y="45"/>
                      <a:pt x="110" y="46"/>
                    </a:cubicBezTo>
                    <a:cubicBezTo>
                      <a:pt x="111" y="46"/>
                      <a:pt x="107" y="47"/>
                      <a:pt x="107" y="48"/>
                    </a:cubicBezTo>
                    <a:cubicBezTo>
                      <a:pt x="107" y="50"/>
                      <a:pt x="111" y="51"/>
                      <a:pt x="112" y="51"/>
                    </a:cubicBezTo>
                    <a:cubicBezTo>
                      <a:pt x="114" y="52"/>
                      <a:pt x="117" y="52"/>
                      <a:pt x="118" y="54"/>
                    </a:cubicBezTo>
                    <a:cubicBezTo>
                      <a:pt x="119" y="55"/>
                      <a:pt x="119" y="56"/>
                      <a:pt x="120" y="56"/>
                    </a:cubicBezTo>
                    <a:cubicBezTo>
                      <a:pt x="120" y="56"/>
                      <a:pt x="122" y="55"/>
                      <a:pt x="122" y="55"/>
                    </a:cubicBezTo>
                    <a:cubicBezTo>
                      <a:pt x="122" y="55"/>
                      <a:pt x="122" y="57"/>
                      <a:pt x="123" y="57"/>
                    </a:cubicBezTo>
                    <a:cubicBezTo>
                      <a:pt x="123" y="57"/>
                      <a:pt x="123" y="55"/>
                      <a:pt x="124" y="55"/>
                    </a:cubicBezTo>
                    <a:cubicBezTo>
                      <a:pt x="124" y="55"/>
                      <a:pt x="124" y="57"/>
                      <a:pt x="124" y="57"/>
                    </a:cubicBezTo>
                    <a:cubicBezTo>
                      <a:pt x="124" y="58"/>
                      <a:pt x="126" y="57"/>
                      <a:pt x="127" y="57"/>
                    </a:cubicBezTo>
                    <a:cubicBezTo>
                      <a:pt x="127" y="57"/>
                      <a:pt x="129" y="58"/>
                      <a:pt x="129" y="59"/>
                    </a:cubicBezTo>
                    <a:cubicBezTo>
                      <a:pt x="129" y="60"/>
                      <a:pt x="128" y="59"/>
                      <a:pt x="128" y="60"/>
                    </a:cubicBezTo>
                    <a:cubicBezTo>
                      <a:pt x="129" y="59"/>
                      <a:pt x="138" y="62"/>
                      <a:pt x="138" y="62"/>
                    </a:cubicBezTo>
                    <a:cubicBezTo>
                      <a:pt x="137" y="63"/>
                      <a:pt x="137" y="63"/>
                      <a:pt x="137" y="63"/>
                    </a:cubicBezTo>
                    <a:cubicBezTo>
                      <a:pt x="137" y="64"/>
                      <a:pt x="139" y="63"/>
                      <a:pt x="139" y="63"/>
                    </a:cubicBezTo>
                    <a:cubicBezTo>
                      <a:pt x="140" y="62"/>
                      <a:pt x="140" y="63"/>
                      <a:pt x="141" y="64"/>
                    </a:cubicBezTo>
                    <a:cubicBezTo>
                      <a:pt x="142" y="64"/>
                      <a:pt x="144" y="66"/>
                      <a:pt x="143" y="67"/>
                    </a:cubicBezTo>
                    <a:cubicBezTo>
                      <a:pt x="143" y="67"/>
                      <a:pt x="141" y="67"/>
                      <a:pt x="141" y="67"/>
                    </a:cubicBezTo>
                    <a:cubicBezTo>
                      <a:pt x="141" y="68"/>
                      <a:pt x="143" y="68"/>
                      <a:pt x="142" y="69"/>
                    </a:cubicBezTo>
                    <a:cubicBezTo>
                      <a:pt x="142" y="69"/>
                      <a:pt x="139" y="69"/>
                      <a:pt x="139" y="69"/>
                    </a:cubicBezTo>
                    <a:cubicBezTo>
                      <a:pt x="137" y="70"/>
                      <a:pt x="139" y="70"/>
                      <a:pt x="139" y="71"/>
                    </a:cubicBezTo>
                    <a:cubicBezTo>
                      <a:pt x="140" y="73"/>
                      <a:pt x="136" y="71"/>
                      <a:pt x="135" y="71"/>
                    </a:cubicBezTo>
                    <a:cubicBezTo>
                      <a:pt x="136" y="72"/>
                      <a:pt x="138" y="73"/>
                      <a:pt x="137" y="74"/>
                    </a:cubicBezTo>
                    <a:cubicBezTo>
                      <a:pt x="136" y="74"/>
                      <a:pt x="132" y="74"/>
                      <a:pt x="133" y="73"/>
                    </a:cubicBezTo>
                    <a:cubicBezTo>
                      <a:pt x="132" y="74"/>
                      <a:pt x="135" y="76"/>
                      <a:pt x="134" y="77"/>
                    </a:cubicBezTo>
                    <a:cubicBezTo>
                      <a:pt x="133" y="77"/>
                      <a:pt x="133" y="75"/>
                      <a:pt x="132" y="76"/>
                    </a:cubicBezTo>
                    <a:cubicBezTo>
                      <a:pt x="131" y="77"/>
                      <a:pt x="135" y="82"/>
                      <a:pt x="131" y="79"/>
                    </a:cubicBezTo>
                    <a:cubicBezTo>
                      <a:pt x="131" y="79"/>
                      <a:pt x="128" y="77"/>
                      <a:pt x="128" y="77"/>
                    </a:cubicBezTo>
                    <a:cubicBezTo>
                      <a:pt x="127" y="78"/>
                      <a:pt x="127" y="79"/>
                      <a:pt x="126" y="79"/>
                    </a:cubicBezTo>
                    <a:cubicBezTo>
                      <a:pt x="126" y="78"/>
                      <a:pt x="127" y="77"/>
                      <a:pt x="127" y="76"/>
                    </a:cubicBezTo>
                    <a:cubicBezTo>
                      <a:pt x="127" y="77"/>
                      <a:pt x="125" y="77"/>
                      <a:pt x="125" y="77"/>
                    </a:cubicBezTo>
                    <a:cubicBezTo>
                      <a:pt x="124" y="76"/>
                      <a:pt x="126" y="75"/>
                      <a:pt x="125" y="74"/>
                    </a:cubicBezTo>
                    <a:cubicBezTo>
                      <a:pt x="125" y="74"/>
                      <a:pt x="123" y="75"/>
                      <a:pt x="123" y="75"/>
                    </a:cubicBezTo>
                    <a:cubicBezTo>
                      <a:pt x="122" y="74"/>
                      <a:pt x="123" y="72"/>
                      <a:pt x="123" y="72"/>
                    </a:cubicBezTo>
                    <a:cubicBezTo>
                      <a:pt x="124" y="72"/>
                      <a:pt x="128" y="70"/>
                      <a:pt x="127" y="70"/>
                    </a:cubicBezTo>
                    <a:cubicBezTo>
                      <a:pt x="126" y="69"/>
                      <a:pt x="122" y="73"/>
                      <a:pt x="120" y="72"/>
                    </a:cubicBezTo>
                    <a:cubicBezTo>
                      <a:pt x="120" y="72"/>
                      <a:pt x="123" y="69"/>
                      <a:pt x="122" y="69"/>
                    </a:cubicBezTo>
                    <a:cubicBezTo>
                      <a:pt x="121" y="69"/>
                      <a:pt x="120" y="71"/>
                      <a:pt x="119" y="70"/>
                    </a:cubicBezTo>
                    <a:cubicBezTo>
                      <a:pt x="118" y="69"/>
                      <a:pt x="117" y="69"/>
                      <a:pt x="116" y="68"/>
                    </a:cubicBezTo>
                    <a:cubicBezTo>
                      <a:pt x="115" y="67"/>
                      <a:pt x="114" y="66"/>
                      <a:pt x="113" y="67"/>
                    </a:cubicBezTo>
                    <a:cubicBezTo>
                      <a:pt x="113" y="68"/>
                      <a:pt x="113" y="68"/>
                      <a:pt x="113" y="69"/>
                    </a:cubicBezTo>
                    <a:cubicBezTo>
                      <a:pt x="113" y="69"/>
                      <a:pt x="112" y="69"/>
                      <a:pt x="112" y="69"/>
                    </a:cubicBezTo>
                    <a:cubicBezTo>
                      <a:pt x="112" y="70"/>
                      <a:pt x="116" y="72"/>
                      <a:pt x="112" y="72"/>
                    </a:cubicBezTo>
                    <a:cubicBezTo>
                      <a:pt x="111" y="72"/>
                      <a:pt x="107" y="71"/>
                      <a:pt x="108" y="70"/>
                    </a:cubicBezTo>
                    <a:cubicBezTo>
                      <a:pt x="107" y="72"/>
                      <a:pt x="111" y="74"/>
                      <a:pt x="112" y="75"/>
                    </a:cubicBezTo>
                    <a:cubicBezTo>
                      <a:pt x="114" y="75"/>
                      <a:pt x="114" y="78"/>
                      <a:pt x="115" y="79"/>
                    </a:cubicBezTo>
                    <a:cubicBezTo>
                      <a:pt x="116" y="80"/>
                      <a:pt x="116" y="81"/>
                      <a:pt x="117" y="81"/>
                    </a:cubicBezTo>
                    <a:cubicBezTo>
                      <a:pt x="118" y="81"/>
                      <a:pt x="117" y="80"/>
                      <a:pt x="118" y="80"/>
                    </a:cubicBezTo>
                    <a:cubicBezTo>
                      <a:pt x="118" y="80"/>
                      <a:pt x="119" y="81"/>
                      <a:pt x="119" y="82"/>
                    </a:cubicBezTo>
                    <a:cubicBezTo>
                      <a:pt x="120" y="83"/>
                      <a:pt x="120" y="82"/>
                      <a:pt x="121" y="81"/>
                    </a:cubicBezTo>
                    <a:cubicBezTo>
                      <a:pt x="122" y="81"/>
                      <a:pt x="121" y="85"/>
                      <a:pt x="122" y="84"/>
                    </a:cubicBezTo>
                    <a:cubicBezTo>
                      <a:pt x="123" y="84"/>
                      <a:pt x="122" y="83"/>
                      <a:pt x="123" y="82"/>
                    </a:cubicBezTo>
                    <a:cubicBezTo>
                      <a:pt x="123" y="82"/>
                      <a:pt x="123" y="84"/>
                      <a:pt x="123" y="85"/>
                    </a:cubicBezTo>
                    <a:cubicBezTo>
                      <a:pt x="123" y="86"/>
                      <a:pt x="123" y="86"/>
                      <a:pt x="124" y="87"/>
                    </a:cubicBezTo>
                    <a:cubicBezTo>
                      <a:pt x="125" y="87"/>
                      <a:pt x="126" y="88"/>
                      <a:pt x="126" y="89"/>
                    </a:cubicBezTo>
                    <a:cubicBezTo>
                      <a:pt x="127" y="89"/>
                      <a:pt x="128" y="93"/>
                      <a:pt x="128" y="93"/>
                    </a:cubicBezTo>
                    <a:cubicBezTo>
                      <a:pt x="127" y="92"/>
                      <a:pt x="127" y="91"/>
                      <a:pt x="127" y="91"/>
                    </a:cubicBezTo>
                    <a:cubicBezTo>
                      <a:pt x="126" y="91"/>
                      <a:pt x="127" y="95"/>
                      <a:pt x="127" y="95"/>
                    </a:cubicBezTo>
                    <a:cubicBezTo>
                      <a:pt x="127" y="95"/>
                      <a:pt x="125" y="91"/>
                      <a:pt x="124" y="90"/>
                    </a:cubicBezTo>
                    <a:cubicBezTo>
                      <a:pt x="124" y="90"/>
                      <a:pt x="125" y="94"/>
                      <a:pt x="126" y="95"/>
                    </a:cubicBezTo>
                    <a:cubicBezTo>
                      <a:pt x="126" y="98"/>
                      <a:pt x="124" y="95"/>
                      <a:pt x="124" y="96"/>
                    </a:cubicBezTo>
                    <a:cubicBezTo>
                      <a:pt x="123" y="97"/>
                      <a:pt x="128" y="99"/>
                      <a:pt x="128" y="100"/>
                    </a:cubicBezTo>
                    <a:cubicBezTo>
                      <a:pt x="128" y="101"/>
                      <a:pt x="119" y="95"/>
                      <a:pt x="118" y="95"/>
                    </a:cubicBezTo>
                    <a:cubicBezTo>
                      <a:pt x="118" y="95"/>
                      <a:pt x="118" y="96"/>
                      <a:pt x="118" y="96"/>
                    </a:cubicBezTo>
                    <a:cubicBezTo>
                      <a:pt x="118" y="97"/>
                      <a:pt x="116" y="93"/>
                      <a:pt x="115" y="93"/>
                    </a:cubicBezTo>
                    <a:cubicBezTo>
                      <a:pt x="115" y="93"/>
                      <a:pt x="116" y="95"/>
                      <a:pt x="116" y="95"/>
                    </a:cubicBezTo>
                    <a:cubicBezTo>
                      <a:pt x="115" y="96"/>
                      <a:pt x="113" y="92"/>
                      <a:pt x="112" y="91"/>
                    </a:cubicBezTo>
                    <a:cubicBezTo>
                      <a:pt x="111" y="90"/>
                      <a:pt x="111" y="92"/>
                      <a:pt x="110" y="93"/>
                    </a:cubicBezTo>
                    <a:cubicBezTo>
                      <a:pt x="110" y="94"/>
                      <a:pt x="108" y="90"/>
                      <a:pt x="108" y="90"/>
                    </a:cubicBezTo>
                    <a:cubicBezTo>
                      <a:pt x="108" y="90"/>
                      <a:pt x="105" y="90"/>
                      <a:pt x="105" y="90"/>
                    </a:cubicBezTo>
                    <a:cubicBezTo>
                      <a:pt x="105" y="91"/>
                      <a:pt x="106" y="92"/>
                      <a:pt x="107" y="92"/>
                    </a:cubicBezTo>
                    <a:cubicBezTo>
                      <a:pt x="108" y="93"/>
                      <a:pt x="108" y="93"/>
                      <a:pt x="109" y="94"/>
                    </a:cubicBezTo>
                    <a:cubicBezTo>
                      <a:pt x="110" y="95"/>
                      <a:pt x="112" y="96"/>
                      <a:pt x="114" y="97"/>
                    </a:cubicBezTo>
                    <a:cubicBezTo>
                      <a:pt x="116" y="99"/>
                      <a:pt x="117" y="100"/>
                      <a:pt x="118" y="102"/>
                    </a:cubicBezTo>
                    <a:cubicBezTo>
                      <a:pt x="120" y="105"/>
                      <a:pt x="120" y="105"/>
                      <a:pt x="117" y="104"/>
                    </a:cubicBezTo>
                    <a:cubicBezTo>
                      <a:pt x="113" y="102"/>
                      <a:pt x="106" y="103"/>
                      <a:pt x="103" y="99"/>
                    </a:cubicBezTo>
                    <a:cubicBezTo>
                      <a:pt x="102" y="97"/>
                      <a:pt x="99" y="99"/>
                      <a:pt x="97" y="97"/>
                    </a:cubicBezTo>
                    <a:cubicBezTo>
                      <a:pt x="96" y="96"/>
                      <a:pt x="90" y="94"/>
                      <a:pt x="90" y="93"/>
                    </a:cubicBezTo>
                    <a:cubicBezTo>
                      <a:pt x="90" y="92"/>
                      <a:pt x="93" y="93"/>
                      <a:pt x="93" y="92"/>
                    </a:cubicBezTo>
                    <a:cubicBezTo>
                      <a:pt x="94" y="91"/>
                      <a:pt x="91" y="90"/>
                      <a:pt x="91" y="90"/>
                    </a:cubicBezTo>
                    <a:cubicBezTo>
                      <a:pt x="88" y="89"/>
                      <a:pt x="86" y="87"/>
                      <a:pt x="84" y="86"/>
                    </a:cubicBezTo>
                    <a:cubicBezTo>
                      <a:pt x="83" y="85"/>
                      <a:pt x="84" y="84"/>
                      <a:pt x="82" y="84"/>
                    </a:cubicBezTo>
                    <a:cubicBezTo>
                      <a:pt x="82" y="83"/>
                      <a:pt x="77" y="83"/>
                      <a:pt x="77" y="83"/>
                    </a:cubicBezTo>
                    <a:cubicBezTo>
                      <a:pt x="77" y="84"/>
                      <a:pt x="78" y="82"/>
                      <a:pt x="77" y="8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1" name="Freeform 549"/>
              <p:cNvSpPr>
                <a:spLocks/>
              </p:cNvSpPr>
              <p:nvPr/>
            </p:nvSpPr>
            <p:spPr bwMode="auto">
              <a:xfrm>
                <a:off x="8372164" y="5637283"/>
                <a:ext cx="57323" cy="19114"/>
              </a:xfrm>
              <a:custGeom>
                <a:avLst/>
                <a:gdLst>
                  <a:gd name="T0" fmla="*/ 5 w 6"/>
                  <a:gd name="T1" fmla="*/ 1 h 2"/>
                  <a:gd name="T2" fmla="*/ 1 w 6"/>
                  <a:gd name="T3" fmla="*/ 0 h 2"/>
                  <a:gd name="T4" fmla="*/ 5 w 6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2">
                    <a:moveTo>
                      <a:pt x="5" y="1"/>
                    </a:moveTo>
                    <a:cubicBezTo>
                      <a:pt x="5" y="2"/>
                      <a:pt x="0" y="0"/>
                      <a:pt x="1" y="0"/>
                    </a:cubicBezTo>
                    <a:cubicBezTo>
                      <a:pt x="3" y="0"/>
                      <a:pt x="6" y="0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2" name="Freeform 550"/>
              <p:cNvSpPr>
                <a:spLocks/>
              </p:cNvSpPr>
              <p:nvPr/>
            </p:nvSpPr>
            <p:spPr bwMode="auto">
              <a:xfrm>
                <a:off x="8203376" y="5226347"/>
                <a:ext cx="76432" cy="19114"/>
              </a:xfrm>
              <a:custGeom>
                <a:avLst/>
                <a:gdLst>
                  <a:gd name="T0" fmla="*/ 7 w 8"/>
                  <a:gd name="T1" fmla="*/ 1 h 2"/>
                  <a:gd name="T2" fmla="*/ 2 w 8"/>
                  <a:gd name="T3" fmla="*/ 2 h 2"/>
                  <a:gd name="T4" fmla="*/ 3 w 8"/>
                  <a:gd name="T5" fmla="*/ 0 h 2"/>
                  <a:gd name="T6" fmla="*/ 7 w 8"/>
                  <a:gd name="T7" fmla="*/ 1 h 2"/>
                  <a:gd name="T8" fmla="*/ 7 w 8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2">
                    <a:moveTo>
                      <a:pt x="7" y="1"/>
                    </a:moveTo>
                    <a:cubicBezTo>
                      <a:pt x="8" y="2"/>
                      <a:pt x="3" y="2"/>
                      <a:pt x="2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7" y="0"/>
                      <a:pt x="7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3" name="Freeform 551"/>
              <p:cNvSpPr>
                <a:spLocks/>
              </p:cNvSpPr>
              <p:nvPr/>
            </p:nvSpPr>
            <p:spPr bwMode="auto">
              <a:xfrm>
                <a:off x="8091911" y="5207233"/>
                <a:ext cx="111465" cy="92380"/>
              </a:xfrm>
              <a:custGeom>
                <a:avLst/>
                <a:gdLst>
                  <a:gd name="T0" fmla="*/ 10 w 12"/>
                  <a:gd name="T1" fmla="*/ 7 h 10"/>
                  <a:gd name="T2" fmla="*/ 3 w 12"/>
                  <a:gd name="T3" fmla="*/ 9 h 10"/>
                  <a:gd name="T4" fmla="*/ 2 w 12"/>
                  <a:gd name="T5" fmla="*/ 2 h 10"/>
                  <a:gd name="T6" fmla="*/ 9 w 12"/>
                  <a:gd name="T7" fmla="*/ 0 h 10"/>
                  <a:gd name="T8" fmla="*/ 10 w 12"/>
                  <a:gd name="T9" fmla="*/ 7 h 10"/>
                  <a:gd name="T10" fmla="*/ 10 w 12"/>
                  <a:gd name="T11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0">
                    <a:moveTo>
                      <a:pt x="10" y="7"/>
                    </a:moveTo>
                    <a:cubicBezTo>
                      <a:pt x="8" y="8"/>
                      <a:pt x="6" y="10"/>
                      <a:pt x="3" y="9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0"/>
                      <a:pt x="7" y="0"/>
                      <a:pt x="9" y="0"/>
                    </a:cubicBezTo>
                    <a:cubicBezTo>
                      <a:pt x="11" y="0"/>
                      <a:pt x="12" y="5"/>
                      <a:pt x="10" y="7"/>
                    </a:cubicBezTo>
                    <a:cubicBezTo>
                      <a:pt x="9" y="8"/>
                      <a:pt x="12" y="6"/>
                      <a:pt x="10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4" name="Freeform 552"/>
              <p:cNvSpPr>
                <a:spLocks/>
              </p:cNvSpPr>
              <p:nvPr/>
            </p:nvSpPr>
            <p:spPr bwMode="auto">
              <a:xfrm>
                <a:off x="7989999" y="5124408"/>
                <a:ext cx="63695" cy="35042"/>
              </a:xfrm>
              <a:custGeom>
                <a:avLst/>
                <a:gdLst>
                  <a:gd name="T0" fmla="*/ 1 w 7"/>
                  <a:gd name="T1" fmla="*/ 4 h 4"/>
                  <a:gd name="T2" fmla="*/ 5 w 7"/>
                  <a:gd name="T3" fmla="*/ 0 h 4"/>
                  <a:gd name="T4" fmla="*/ 1 w 7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1" y="4"/>
                    </a:moveTo>
                    <a:cubicBezTo>
                      <a:pt x="0" y="4"/>
                      <a:pt x="4" y="0"/>
                      <a:pt x="5" y="0"/>
                    </a:cubicBezTo>
                    <a:cubicBezTo>
                      <a:pt x="7" y="1"/>
                      <a:pt x="3" y="4"/>
                      <a:pt x="1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5" name="Freeform 553"/>
              <p:cNvSpPr>
                <a:spLocks/>
              </p:cNvSpPr>
              <p:nvPr/>
            </p:nvSpPr>
            <p:spPr bwMode="auto">
              <a:xfrm>
                <a:off x="8082358" y="5114850"/>
                <a:ext cx="57323" cy="28669"/>
              </a:xfrm>
              <a:custGeom>
                <a:avLst/>
                <a:gdLst>
                  <a:gd name="T0" fmla="*/ 2 w 6"/>
                  <a:gd name="T1" fmla="*/ 3 h 3"/>
                  <a:gd name="T2" fmla="*/ 2 w 6"/>
                  <a:gd name="T3" fmla="*/ 1 h 3"/>
                  <a:gd name="T4" fmla="*/ 2 w 6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2" y="3"/>
                    </a:moveTo>
                    <a:cubicBezTo>
                      <a:pt x="2" y="3"/>
                      <a:pt x="0" y="1"/>
                      <a:pt x="2" y="1"/>
                    </a:cubicBezTo>
                    <a:cubicBezTo>
                      <a:pt x="3" y="0"/>
                      <a:pt x="6" y="3"/>
                      <a:pt x="2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6" name="Freeform 554"/>
              <p:cNvSpPr>
                <a:spLocks/>
              </p:cNvSpPr>
              <p:nvPr/>
            </p:nvSpPr>
            <p:spPr bwMode="auto">
              <a:xfrm>
                <a:off x="8028216" y="5095739"/>
                <a:ext cx="44586" cy="19114"/>
              </a:xfrm>
              <a:custGeom>
                <a:avLst/>
                <a:gdLst>
                  <a:gd name="T0" fmla="*/ 0 w 5"/>
                  <a:gd name="T1" fmla="*/ 1 h 2"/>
                  <a:gd name="T2" fmla="*/ 4 w 5"/>
                  <a:gd name="T3" fmla="*/ 0 h 2"/>
                  <a:gd name="T4" fmla="*/ 0 w 5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2">
                    <a:moveTo>
                      <a:pt x="0" y="1"/>
                    </a:moveTo>
                    <a:cubicBezTo>
                      <a:pt x="2" y="2"/>
                      <a:pt x="5" y="1"/>
                      <a:pt x="4" y="0"/>
                    </a:cubicBezTo>
                    <a:cubicBezTo>
                      <a:pt x="2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7" name="Freeform 555"/>
              <p:cNvSpPr>
                <a:spLocks/>
              </p:cNvSpPr>
              <p:nvPr/>
            </p:nvSpPr>
            <p:spPr bwMode="auto">
              <a:xfrm>
                <a:off x="7913567" y="4738956"/>
                <a:ext cx="245223" cy="105124"/>
              </a:xfrm>
              <a:custGeom>
                <a:avLst/>
                <a:gdLst>
                  <a:gd name="T0" fmla="*/ 25 w 26"/>
                  <a:gd name="T1" fmla="*/ 9 h 11"/>
                  <a:gd name="T2" fmla="*/ 18 w 26"/>
                  <a:gd name="T3" fmla="*/ 8 h 11"/>
                  <a:gd name="T4" fmla="*/ 10 w 26"/>
                  <a:gd name="T5" fmla="*/ 10 h 11"/>
                  <a:gd name="T6" fmla="*/ 3 w 26"/>
                  <a:gd name="T7" fmla="*/ 6 h 11"/>
                  <a:gd name="T8" fmla="*/ 2 w 26"/>
                  <a:gd name="T9" fmla="*/ 1 h 11"/>
                  <a:gd name="T10" fmla="*/ 8 w 26"/>
                  <a:gd name="T11" fmla="*/ 2 h 11"/>
                  <a:gd name="T12" fmla="*/ 17 w 26"/>
                  <a:gd name="T13" fmla="*/ 2 h 11"/>
                  <a:gd name="T14" fmla="*/ 22 w 26"/>
                  <a:gd name="T15" fmla="*/ 5 h 11"/>
                  <a:gd name="T16" fmla="*/ 25 w 26"/>
                  <a:gd name="T17" fmla="*/ 9 h 11"/>
                  <a:gd name="T18" fmla="*/ 25 w 26"/>
                  <a:gd name="T19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11">
                    <a:moveTo>
                      <a:pt x="25" y="9"/>
                    </a:moveTo>
                    <a:cubicBezTo>
                      <a:pt x="22" y="9"/>
                      <a:pt x="20" y="8"/>
                      <a:pt x="18" y="8"/>
                    </a:cubicBezTo>
                    <a:cubicBezTo>
                      <a:pt x="15" y="8"/>
                      <a:pt x="13" y="10"/>
                      <a:pt x="10" y="10"/>
                    </a:cubicBezTo>
                    <a:cubicBezTo>
                      <a:pt x="7" y="11"/>
                      <a:pt x="6" y="7"/>
                      <a:pt x="3" y="6"/>
                    </a:cubicBezTo>
                    <a:cubicBezTo>
                      <a:pt x="2" y="5"/>
                      <a:pt x="0" y="3"/>
                      <a:pt x="2" y="1"/>
                    </a:cubicBezTo>
                    <a:cubicBezTo>
                      <a:pt x="3" y="0"/>
                      <a:pt x="7" y="2"/>
                      <a:pt x="8" y="2"/>
                    </a:cubicBezTo>
                    <a:cubicBezTo>
                      <a:pt x="11" y="3"/>
                      <a:pt x="14" y="1"/>
                      <a:pt x="17" y="2"/>
                    </a:cubicBezTo>
                    <a:cubicBezTo>
                      <a:pt x="19" y="2"/>
                      <a:pt x="20" y="4"/>
                      <a:pt x="22" y="5"/>
                    </a:cubicBezTo>
                    <a:cubicBezTo>
                      <a:pt x="22" y="6"/>
                      <a:pt x="25" y="9"/>
                      <a:pt x="25" y="9"/>
                    </a:cubicBezTo>
                    <a:cubicBezTo>
                      <a:pt x="23" y="9"/>
                      <a:pt x="26" y="9"/>
                      <a:pt x="25" y="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8" name="Freeform 556"/>
              <p:cNvSpPr>
                <a:spLocks/>
              </p:cNvSpPr>
              <p:nvPr/>
            </p:nvSpPr>
            <p:spPr bwMode="auto">
              <a:xfrm>
                <a:off x="5709742" y="6433669"/>
                <a:ext cx="270700" cy="178393"/>
              </a:xfrm>
              <a:custGeom>
                <a:avLst/>
                <a:gdLst>
                  <a:gd name="T0" fmla="*/ 27 w 29"/>
                  <a:gd name="T1" fmla="*/ 16 h 19"/>
                  <a:gd name="T2" fmla="*/ 24 w 29"/>
                  <a:gd name="T3" fmla="*/ 12 h 19"/>
                  <a:gd name="T4" fmla="*/ 19 w 29"/>
                  <a:gd name="T5" fmla="*/ 10 h 19"/>
                  <a:gd name="T6" fmla="*/ 14 w 29"/>
                  <a:gd name="T7" fmla="*/ 3 h 19"/>
                  <a:gd name="T8" fmla="*/ 8 w 29"/>
                  <a:gd name="T9" fmla="*/ 2 h 19"/>
                  <a:gd name="T10" fmla="*/ 2 w 29"/>
                  <a:gd name="T11" fmla="*/ 0 h 19"/>
                  <a:gd name="T12" fmla="*/ 3 w 29"/>
                  <a:gd name="T13" fmla="*/ 2 h 19"/>
                  <a:gd name="T14" fmla="*/ 5 w 29"/>
                  <a:gd name="T15" fmla="*/ 3 h 19"/>
                  <a:gd name="T16" fmla="*/ 6 w 29"/>
                  <a:gd name="T17" fmla="*/ 4 h 19"/>
                  <a:gd name="T18" fmla="*/ 4 w 29"/>
                  <a:gd name="T19" fmla="*/ 2 h 19"/>
                  <a:gd name="T20" fmla="*/ 4 w 29"/>
                  <a:gd name="T21" fmla="*/ 4 h 19"/>
                  <a:gd name="T22" fmla="*/ 7 w 29"/>
                  <a:gd name="T23" fmla="*/ 6 h 19"/>
                  <a:gd name="T24" fmla="*/ 12 w 29"/>
                  <a:gd name="T25" fmla="*/ 9 h 19"/>
                  <a:gd name="T26" fmla="*/ 10 w 29"/>
                  <a:gd name="T27" fmla="*/ 10 h 19"/>
                  <a:gd name="T28" fmla="*/ 14 w 29"/>
                  <a:gd name="T29" fmla="*/ 10 h 19"/>
                  <a:gd name="T30" fmla="*/ 14 w 29"/>
                  <a:gd name="T31" fmla="*/ 12 h 19"/>
                  <a:gd name="T32" fmla="*/ 19 w 29"/>
                  <a:gd name="T33" fmla="*/ 12 h 19"/>
                  <a:gd name="T34" fmla="*/ 27 w 29"/>
                  <a:gd name="T35" fmla="*/ 16 h 19"/>
                  <a:gd name="T36" fmla="*/ 27 w 29"/>
                  <a:gd name="T37" fmla="*/ 1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9" h="19">
                    <a:moveTo>
                      <a:pt x="27" y="16"/>
                    </a:moveTo>
                    <a:cubicBezTo>
                      <a:pt x="26" y="15"/>
                      <a:pt x="25" y="13"/>
                      <a:pt x="24" y="12"/>
                    </a:cubicBezTo>
                    <a:cubicBezTo>
                      <a:pt x="23" y="10"/>
                      <a:pt x="21" y="10"/>
                      <a:pt x="19" y="10"/>
                    </a:cubicBezTo>
                    <a:cubicBezTo>
                      <a:pt x="17" y="8"/>
                      <a:pt x="17" y="4"/>
                      <a:pt x="14" y="3"/>
                    </a:cubicBezTo>
                    <a:cubicBezTo>
                      <a:pt x="13" y="3"/>
                      <a:pt x="10" y="3"/>
                      <a:pt x="8" y="2"/>
                    </a:cubicBezTo>
                    <a:cubicBezTo>
                      <a:pt x="7" y="1"/>
                      <a:pt x="5" y="0"/>
                      <a:pt x="2" y="0"/>
                    </a:cubicBezTo>
                    <a:cubicBezTo>
                      <a:pt x="0" y="0"/>
                      <a:pt x="1" y="2"/>
                      <a:pt x="3" y="2"/>
                    </a:cubicBezTo>
                    <a:cubicBezTo>
                      <a:pt x="4" y="2"/>
                      <a:pt x="4" y="2"/>
                      <a:pt x="5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5" y="4"/>
                      <a:pt x="4" y="3"/>
                      <a:pt x="4" y="2"/>
                    </a:cubicBezTo>
                    <a:cubicBezTo>
                      <a:pt x="4" y="2"/>
                      <a:pt x="4" y="4"/>
                      <a:pt x="4" y="4"/>
                    </a:cubicBezTo>
                    <a:cubicBezTo>
                      <a:pt x="4" y="6"/>
                      <a:pt x="6" y="6"/>
                      <a:pt x="7" y="6"/>
                    </a:cubicBezTo>
                    <a:cubicBezTo>
                      <a:pt x="7" y="6"/>
                      <a:pt x="12" y="9"/>
                      <a:pt x="12" y="9"/>
                    </a:cubicBezTo>
                    <a:cubicBezTo>
                      <a:pt x="12" y="9"/>
                      <a:pt x="11" y="9"/>
                      <a:pt x="10" y="10"/>
                    </a:cubicBezTo>
                    <a:cubicBezTo>
                      <a:pt x="10" y="10"/>
                      <a:pt x="14" y="10"/>
                      <a:pt x="14" y="10"/>
                    </a:cubicBezTo>
                    <a:cubicBezTo>
                      <a:pt x="16" y="11"/>
                      <a:pt x="14" y="12"/>
                      <a:pt x="14" y="12"/>
                    </a:cubicBezTo>
                    <a:cubicBezTo>
                      <a:pt x="15" y="13"/>
                      <a:pt x="18" y="12"/>
                      <a:pt x="19" y="12"/>
                    </a:cubicBezTo>
                    <a:cubicBezTo>
                      <a:pt x="14" y="13"/>
                      <a:pt x="29" y="19"/>
                      <a:pt x="27" y="16"/>
                    </a:cubicBezTo>
                    <a:cubicBezTo>
                      <a:pt x="26" y="15"/>
                      <a:pt x="28" y="18"/>
                      <a:pt x="27" y="1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59" name="Freeform 557"/>
              <p:cNvSpPr>
                <a:spLocks/>
              </p:cNvSpPr>
              <p:nvPr/>
            </p:nvSpPr>
            <p:spPr bwMode="auto">
              <a:xfrm>
                <a:off x="5496368" y="6226607"/>
                <a:ext cx="121018" cy="130608"/>
              </a:xfrm>
              <a:custGeom>
                <a:avLst/>
                <a:gdLst>
                  <a:gd name="T0" fmla="*/ 11 w 13"/>
                  <a:gd name="T1" fmla="*/ 14 h 14"/>
                  <a:gd name="T2" fmla="*/ 11 w 13"/>
                  <a:gd name="T3" fmla="*/ 14 h 14"/>
                  <a:gd name="T4" fmla="*/ 8 w 13"/>
                  <a:gd name="T5" fmla="*/ 11 h 14"/>
                  <a:gd name="T6" fmla="*/ 7 w 13"/>
                  <a:gd name="T7" fmla="*/ 7 h 14"/>
                  <a:gd name="T8" fmla="*/ 6 w 13"/>
                  <a:gd name="T9" fmla="*/ 5 h 14"/>
                  <a:gd name="T10" fmla="*/ 7 w 13"/>
                  <a:gd name="T11" fmla="*/ 2 h 14"/>
                  <a:gd name="T12" fmla="*/ 4 w 13"/>
                  <a:gd name="T13" fmla="*/ 4 h 14"/>
                  <a:gd name="T14" fmla="*/ 6 w 13"/>
                  <a:gd name="T15" fmla="*/ 1 h 14"/>
                  <a:gd name="T16" fmla="*/ 1 w 13"/>
                  <a:gd name="T17" fmla="*/ 0 h 14"/>
                  <a:gd name="T18" fmla="*/ 3 w 13"/>
                  <a:gd name="T19" fmla="*/ 6 h 14"/>
                  <a:gd name="T20" fmla="*/ 11 w 13"/>
                  <a:gd name="T21" fmla="*/ 14 h 14"/>
                  <a:gd name="T22" fmla="*/ 11 w 13"/>
                  <a:gd name="T23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14">
                    <a:moveTo>
                      <a:pt x="11" y="14"/>
                    </a:move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3"/>
                      <a:pt x="9" y="11"/>
                      <a:pt x="8" y="11"/>
                    </a:cubicBezTo>
                    <a:cubicBezTo>
                      <a:pt x="7" y="9"/>
                      <a:pt x="8" y="8"/>
                      <a:pt x="7" y="7"/>
                    </a:cubicBezTo>
                    <a:cubicBezTo>
                      <a:pt x="6" y="6"/>
                      <a:pt x="6" y="6"/>
                      <a:pt x="6" y="5"/>
                    </a:cubicBezTo>
                    <a:cubicBezTo>
                      <a:pt x="5" y="3"/>
                      <a:pt x="6" y="3"/>
                      <a:pt x="7" y="2"/>
                    </a:cubicBezTo>
                    <a:cubicBezTo>
                      <a:pt x="9" y="0"/>
                      <a:pt x="3" y="3"/>
                      <a:pt x="4" y="4"/>
                    </a:cubicBezTo>
                    <a:cubicBezTo>
                      <a:pt x="3" y="3"/>
                      <a:pt x="6" y="1"/>
                      <a:pt x="6" y="1"/>
                    </a:cubicBezTo>
                    <a:cubicBezTo>
                      <a:pt x="5" y="0"/>
                      <a:pt x="1" y="0"/>
                      <a:pt x="1" y="0"/>
                    </a:cubicBezTo>
                    <a:cubicBezTo>
                      <a:pt x="0" y="1"/>
                      <a:pt x="2" y="5"/>
                      <a:pt x="3" y="6"/>
                    </a:cubicBezTo>
                    <a:cubicBezTo>
                      <a:pt x="5" y="8"/>
                      <a:pt x="8" y="13"/>
                      <a:pt x="11" y="14"/>
                    </a:cubicBezTo>
                    <a:cubicBezTo>
                      <a:pt x="13" y="14"/>
                      <a:pt x="8" y="13"/>
                      <a:pt x="11" y="1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0" name="Freeform 558"/>
              <p:cNvSpPr>
                <a:spLocks/>
              </p:cNvSpPr>
              <p:nvPr/>
            </p:nvSpPr>
            <p:spPr bwMode="auto">
              <a:xfrm>
                <a:off x="5505923" y="6076886"/>
                <a:ext cx="38217" cy="38227"/>
              </a:xfrm>
              <a:custGeom>
                <a:avLst/>
                <a:gdLst>
                  <a:gd name="T0" fmla="*/ 3 w 4"/>
                  <a:gd name="T1" fmla="*/ 3 h 4"/>
                  <a:gd name="T2" fmla="*/ 2 w 4"/>
                  <a:gd name="T3" fmla="*/ 1 h 4"/>
                  <a:gd name="T4" fmla="*/ 3 w 4"/>
                  <a:gd name="T5" fmla="*/ 3 h 4"/>
                  <a:gd name="T6" fmla="*/ 3 w 4"/>
                  <a:gd name="T7" fmla="*/ 3 h 4"/>
                  <a:gd name="T8" fmla="*/ 3 w 4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3"/>
                    </a:moveTo>
                    <a:cubicBezTo>
                      <a:pt x="2" y="2"/>
                      <a:pt x="0" y="2"/>
                      <a:pt x="2" y="1"/>
                    </a:cubicBezTo>
                    <a:cubicBezTo>
                      <a:pt x="3" y="0"/>
                      <a:pt x="4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4" y="4"/>
                      <a:pt x="3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1" name="Freeform 559"/>
              <p:cNvSpPr>
                <a:spLocks/>
              </p:cNvSpPr>
              <p:nvPr/>
            </p:nvSpPr>
            <p:spPr bwMode="auto">
              <a:xfrm>
                <a:off x="5458150" y="6032291"/>
                <a:ext cx="57323" cy="54153"/>
              </a:xfrm>
              <a:custGeom>
                <a:avLst/>
                <a:gdLst>
                  <a:gd name="T0" fmla="*/ 5 w 6"/>
                  <a:gd name="T1" fmla="*/ 2 h 6"/>
                  <a:gd name="T2" fmla="*/ 0 w 6"/>
                  <a:gd name="T3" fmla="*/ 1 h 6"/>
                  <a:gd name="T4" fmla="*/ 1 w 6"/>
                  <a:gd name="T5" fmla="*/ 3 h 6"/>
                  <a:gd name="T6" fmla="*/ 1 w 6"/>
                  <a:gd name="T7" fmla="*/ 6 h 6"/>
                  <a:gd name="T8" fmla="*/ 5 w 6"/>
                  <a:gd name="T9" fmla="*/ 5 h 6"/>
                  <a:gd name="T10" fmla="*/ 3 w 6"/>
                  <a:gd name="T11" fmla="*/ 3 h 6"/>
                  <a:gd name="T12" fmla="*/ 5 w 6"/>
                  <a:gd name="T13" fmla="*/ 2 h 6"/>
                  <a:gd name="T14" fmla="*/ 5 w 6"/>
                  <a:gd name="T15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4" y="2"/>
                      <a:pt x="1" y="0"/>
                      <a:pt x="0" y="1"/>
                    </a:cubicBezTo>
                    <a:cubicBezTo>
                      <a:pt x="1" y="0"/>
                      <a:pt x="2" y="4"/>
                      <a:pt x="1" y="3"/>
                    </a:cubicBezTo>
                    <a:cubicBezTo>
                      <a:pt x="1" y="4"/>
                      <a:pt x="1" y="5"/>
                      <a:pt x="1" y="6"/>
                    </a:cubicBezTo>
                    <a:cubicBezTo>
                      <a:pt x="1" y="5"/>
                      <a:pt x="5" y="4"/>
                      <a:pt x="5" y="5"/>
                    </a:cubicBezTo>
                    <a:cubicBezTo>
                      <a:pt x="5" y="4"/>
                      <a:pt x="4" y="4"/>
                      <a:pt x="3" y="3"/>
                    </a:cubicBezTo>
                    <a:cubicBezTo>
                      <a:pt x="4" y="4"/>
                      <a:pt x="6" y="2"/>
                      <a:pt x="5" y="2"/>
                    </a:cubicBezTo>
                    <a:cubicBezTo>
                      <a:pt x="4" y="2"/>
                      <a:pt x="6" y="2"/>
                      <a:pt x="5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2" name="Freeform 560"/>
              <p:cNvSpPr>
                <a:spLocks/>
              </p:cNvSpPr>
              <p:nvPr/>
            </p:nvSpPr>
            <p:spPr bwMode="auto">
              <a:xfrm>
                <a:off x="5432673" y="6048217"/>
                <a:ext cx="35033" cy="57338"/>
              </a:xfrm>
              <a:custGeom>
                <a:avLst/>
                <a:gdLst>
                  <a:gd name="T0" fmla="*/ 2 w 4"/>
                  <a:gd name="T1" fmla="*/ 0 h 6"/>
                  <a:gd name="T2" fmla="*/ 2 w 4"/>
                  <a:gd name="T3" fmla="*/ 2 h 6"/>
                  <a:gd name="T4" fmla="*/ 2 w 4"/>
                  <a:gd name="T5" fmla="*/ 5 h 6"/>
                  <a:gd name="T6" fmla="*/ 3 w 4"/>
                  <a:gd name="T7" fmla="*/ 3 h 6"/>
                  <a:gd name="T8" fmla="*/ 2 w 4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6">
                    <a:moveTo>
                      <a:pt x="2" y="0"/>
                    </a:moveTo>
                    <a:cubicBezTo>
                      <a:pt x="0" y="0"/>
                      <a:pt x="2" y="1"/>
                      <a:pt x="2" y="2"/>
                    </a:cubicBezTo>
                    <a:cubicBezTo>
                      <a:pt x="2" y="3"/>
                      <a:pt x="1" y="5"/>
                      <a:pt x="2" y="5"/>
                    </a:cubicBezTo>
                    <a:cubicBezTo>
                      <a:pt x="3" y="6"/>
                      <a:pt x="3" y="3"/>
                      <a:pt x="3" y="3"/>
                    </a:cubicBezTo>
                    <a:cubicBezTo>
                      <a:pt x="3" y="2"/>
                      <a:pt x="4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3" name="Freeform 561"/>
              <p:cNvSpPr>
                <a:spLocks/>
              </p:cNvSpPr>
              <p:nvPr/>
            </p:nvSpPr>
            <p:spPr bwMode="auto">
              <a:xfrm>
                <a:off x="5375347" y="5994061"/>
                <a:ext cx="47770" cy="101936"/>
              </a:xfrm>
              <a:custGeom>
                <a:avLst/>
                <a:gdLst>
                  <a:gd name="T0" fmla="*/ 4 w 5"/>
                  <a:gd name="T1" fmla="*/ 10 h 11"/>
                  <a:gd name="T2" fmla="*/ 2 w 5"/>
                  <a:gd name="T3" fmla="*/ 6 h 11"/>
                  <a:gd name="T4" fmla="*/ 1 w 5"/>
                  <a:gd name="T5" fmla="*/ 3 h 11"/>
                  <a:gd name="T6" fmla="*/ 5 w 5"/>
                  <a:gd name="T7" fmla="*/ 5 h 11"/>
                  <a:gd name="T8" fmla="*/ 4 w 5"/>
                  <a:gd name="T9" fmla="*/ 10 h 11"/>
                  <a:gd name="T10" fmla="*/ 4 w 5"/>
                  <a:gd name="T1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1">
                    <a:moveTo>
                      <a:pt x="4" y="10"/>
                    </a:moveTo>
                    <a:cubicBezTo>
                      <a:pt x="4" y="9"/>
                      <a:pt x="2" y="6"/>
                      <a:pt x="2" y="6"/>
                    </a:cubicBezTo>
                    <a:cubicBezTo>
                      <a:pt x="4" y="4"/>
                      <a:pt x="0" y="4"/>
                      <a:pt x="1" y="3"/>
                    </a:cubicBezTo>
                    <a:cubicBezTo>
                      <a:pt x="2" y="0"/>
                      <a:pt x="5" y="5"/>
                      <a:pt x="5" y="5"/>
                    </a:cubicBezTo>
                    <a:cubicBezTo>
                      <a:pt x="5" y="6"/>
                      <a:pt x="5" y="11"/>
                      <a:pt x="4" y="10"/>
                    </a:cubicBezTo>
                    <a:cubicBezTo>
                      <a:pt x="4" y="9"/>
                      <a:pt x="5" y="11"/>
                      <a:pt x="4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4" name="Freeform 562"/>
              <p:cNvSpPr>
                <a:spLocks/>
              </p:cNvSpPr>
              <p:nvPr/>
            </p:nvSpPr>
            <p:spPr bwMode="auto">
              <a:xfrm>
                <a:off x="5337130" y="5955834"/>
                <a:ext cx="66879" cy="66896"/>
              </a:xfrm>
              <a:custGeom>
                <a:avLst/>
                <a:gdLst>
                  <a:gd name="T0" fmla="*/ 4 w 7"/>
                  <a:gd name="T1" fmla="*/ 6 h 7"/>
                  <a:gd name="T2" fmla="*/ 2 w 7"/>
                  <a:gd name="T3" fmla="*/ 3 h 7"/>
                  <a:gd name="T4" fmla="*/ 0 w 7"/>
                  <a:gd name="T5" fmla="*/ 2 h 7"/>
                  <a:gd name="T6" fmla="*/ 5 w 7"/>
                  <a:gd name="T7" fmla="*/ 1 h 7"/>
                  <a:gd name="T8" fmla="*/ 4 w 7"/>
                  <a:gd name="T9" fmla="*/ 3 h 7"/>
                  <a:gd name="T10" fmla="*/ 7 w 7"/>
                  <a:gd name="T11" fmla="*/ 4 h 7"/>
                  <a:gd name="T12" fmla="*/ 5 w 7"/>
                  <a:gd name="T13" fmla="*/ 5 h 7"/>
                  <a:gd name="T14" fmla="*/ 4 w 7"/>
                  <a:gd name="T15" fmla="*/ 6 h 7"/>
                  <a:gd name="T16" fmla="*/ 4 w 7"/>
                  <a:gd name="T17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7">
                    <a:moveTo>
                      <a:pt x="4" y="6"/>
                    </a:moveTo>
                    <a:cubicBezTo>
                      <a:pt x="2" y="4"/>
                      <a:pt x="1" y="4"/>
                      <a:pt x="2" y="3"/>
                    </a:cubicBezTo>
                    <a:cubicBezTo>
                      <a:pt x="2" y="2"/>
                      <a:pt x="0" y="2"/>
                      <a:pt x="0" y="2"/>
                    </a:cubicBezTo>
                    <a:cubicBezTo>
                      <a:pt x="0" y="1"/>
                      <a:pt x="4" y="0"/>
                      <a:pt x="5" y="1"/>
                    </a:cubicBezTo>
                    <a:cubicBezTo>
                      <a:pt x="5" y="1"/>
                      <a:pt x="3" y="2"/>
                      <a:pt x="4" y="3"/>
                    </a:cubicBezTo>
                    <a:cubicBezTo>
                      <a:pt x="5" y="3"/>
                      <a:pt x="7" y="4"/>
                      <a:pt x="7" y="4"/>
                    </a:cubicBezTo>
                    <a:cubicBezTo>
                      <a:pt x="7" y="5"/>
                      <a:pt x="5" y="5"/>
                      <a:pt x="5" y="5"/>
                    </a:cubicBezTo>
                    <a:cubicBezTo>
                      <a:pt x="4" y="5"/>
                      <a:pt x="5" y="7"/>
                      <a:pt x="4" y="6"/>
                    </a:cubicBezTo>
                    <a:cubicBezTo>
                      <a:pt x="2" y="5"/>
                      <a:pt x="4" y="6"/>
                      <a:pt x="4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5" name="Freeform 563"/>
              <p:cNvSpPr>
                <a:spLocks/>
              </p:cNvSpPr>
              <p:nvPr/>
            </p:nvSpPr>
            <p:spPr bwMode="auto">
              <a:xfrm>
                <a:off x="5404009" y="5955834"/>
                <a:ext cx="63695" cy="86010"/>
              </a:xfrm>
              <a:custGeom>
                <a:avLst/>
                <a:gdLst>
                  <a:gd name="T0" fmla="*/ 3 w 7"/>
                  <a:gd name="T1" fmla="*/ 8 h 9"/>
                  <a:gd name="T2" fmla="*/ 4 w 7"/>
                  <a:gd name="T3" fmla="*/ 6 h 9"/>
                  <a:gd name="T4" fmla="*/ 2 w 7"/>
                  <a:gd name="T5" fmla="*/ 4 h 9"/>
                  <a:gd name="T6" fmla="*/ 3 w 7"/>
                  <a:gd name="T7" fmla="*/ 1 h 9"/>
                  <a:gd name="T8" fmla="*/ 6 w 7"/>
                  <a:gd name="T9" fmla="*/ 5 h 9"/>
                  <a:gd name="T10" fmla="*/ 3 w 7"/>
                  <a:gd name="T11" fmla="*/ 8 h 9"/>
                  <a:gd name="T12" fmla="*/ 3 w 7"/>
                  <a:gd name="T13" fmla="*/ 8 h 9"/>
                  <a:gd name="T14" fmla="*/ 3 w 7"/>
                  <a:gd name="T1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9">
                    <a:moveTo>
                      <a:pt x="3" y="8"/>
                    </a:moveTo>
                    <a:cubicBezTo>
                      <a:pt x="4" y="7"/>
                      <a:pt x="5" y="7"/>
                      <a:pt x="4" y="6"/>
                    </a:cubicBezTo>
                    <a:cubicBezTo>
                      <a:pt x="4" y="5"/>
                      <a:pt x="2" y="5"/>
                      <a:pt x="2" y="4"/>
                    </a:cubicBezTo>
                    <a:cubicBezTo>
                      <a:pt x="3" y="3"/>
                      <a:pt x="0" y="0"/>
                      <a:pt x="3" y="1"/>
                    </a:cubicBezTo>
                    <a:cubicBezTo>
                      <a:pt x="6" y="2"/>
                      <a:pt x="6" y="3"/>
                      <a:pt x="6" y="5"/>
                    </a:cubicBezTo>
                    <a:cubicBezTo>
                      <a:pt x="7" y="7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7"/>
                      <a:pt x="2" y="9"/>
                      <a:pt x="3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6" name="Freeform 564"/>
              <p:cNvSpPr>
                <a:spLocks/>
              </p:cNvSpPr>
              <p:nvPr/>
            </p:nvSpPr>
            <p:spPr bwMode="auto">
              <a:xfrm>
                <a:off x="5384900" y="5974948"/>
                <a:ext cx="28662" cy="9556"/>
              </a:xfrm>
              <a:custGeom>
                <a:avLst/>
                <a:gdLst>
                  <a:gd name="T0" fmla="*/ 2 w 3"/>
                  <a:gd name="T1" fmla="*/ 1 h 1"/>
                  <a:gd name="T2" fmla="*/ 0 w 3"/>
                  <a:gd name="T3" fmla="*/ 0 h 1"/>
                  <a:gd name="T4" fmla="*/ 3 w 3"/>
                  <a:gd name="T5" fmla="*/ 0 h 1"/>
                  <a:gd name="T6" fmla="*/ 2 w 3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2" y="1"/>
                    </a:moveTo>
                    <a:cubicBezTo>
                      <a:pt x="1" y="1"/>
                      <a:pt x="0" y="1"/>
                      <a:pt x="0" y="0"/>
                    </a:cubicBezTo>
                    <a:cubicBezTo>
                      <a:pt x="0" y="0"/>
                      <a:pt x="2" y="0"/>
                      <a:pt x="3" y="0"/>
                    </a:cubicBezTo>
                    <a:cubicBezTo>
                      <a:pt x="3" y="0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7" name="Freeform 565"/>
              <p:cNvSpPr>
                <a:spLocks/>
              </p:cNvSpPr>
              <p:nvPr/>
            </p:nvSpPr>
            <p:spPr bwMode="auto">
              <a:xfrm>
                <a:off x="4486812" y="5984506"/>
                <a:ext cx="124202" cy="63711"/>
              </a:xfrm>
              <a:custGeom>
                <a:avLst/>
                <a:gdLst>
                  <a:gd name="T0" fmla="*/ 10 w 13"/>
                  <a:gd name="T1" fmla="*/ 1 h 7"/>
                  <a:gd name="T2" fmla="*/ 7 w 13"/>
                  <a:gd name="T3" fmla="*/ 1 h 7"/>
                  <a:gd name="T4" fmla="*/ 5 w 13"/>
                  <a:gd name="T5" fmla="*/ 1 h 7"/>
                  <a:gd name="T6" fmla="*/ 5 w 13"/>
                  <a:gd name="T7" fmla="*/ 4 h 7"/>
                  <a:gd name="T8" fmla="*/ 1 w 13"/>
                  <a:gd name="T9" fmla="*/ 3 h 7"/>
                  <a:gd name="T10" fmla="*/ 1 w 13"/>
                  <a:gd name="T11" fmla="*/ 6 h 7"/>
                  <a:gd name="T12" fmla="*/ 11 w 13"/>
                  <a:gd name="T13" fmla="*/ 4 h 7"/>
                  <a:gd name="T14" fmla="*/ 9 w 13"/>
                  <a:gd name="T15" fmla="*/ 3 h 7"/>
                  <a:gd name="T16" fmla="*/ 12 w 13"/>
                  <a:gd name="T17" fmla="*/ 3 h 7"/>
                  <a:gd name="T18" fmla="*/ 10 w 13"/>
                  <a:gd name="T19" fmla="*/ 1 h 7"/>
                  <a:gd name="T20" fmla="*/ 10 w 13"/>
                  <a:gd name="T21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7">
                    <a:moveTo>
                      <a:pt x="10" y="1"/>
                    </a:moveTo>
                    <a:cubicBezTo>
                      <a:pt x="9" y="1"/>
                      <a:pt x="8" y="1"/>
                      <a:pt x="7" y="1"/>
                    </a:cubicBezTo>
                    <a:cubicBezTo>
                      <a:pt x="6" y="1"/>
                      <a:pt x="6" y="1"/>
                      <a:pt x="5" y="1"/>
                    </a:cubicBezTo>
                    <a:cubicBezTo>
                      <a:pt x="3" y="2"/>
                      <a:pt x="4" y="4"/>
                      <a:pt x="5" y="4"/>
                    </a:cubicBezTo>
                    <a:cubicBezTo>
                      <a:pt x="4" y="4"/>
                      <a:pt x="2" y="1"/>
                      <a:pt x="1" y="3"/>
                    </a:cubicBezTo>
                    <a:cubicBezTo>
                      <a:pt x="0" y="4"/>
                      <a:pt x="0" y="5"/>
                      <a:pt x="1" y="6"/>
                    </a:cubicBezTo>
                    <a:cubicBezTo>
                      <a:pt x="2" y="7"/>
                      <a:pt x="10" y="5"/>
                      <a:pt x="11" y="4"/>
                    </a:cubicBezTo>
                    <a:cubicBezTo>
                      <a:pt x="11" y="4"/>
                      <a:pt x="10" y="3"/>
                      <a:pt x="9" y="3"/>
                    </a:cubicBezTo>
                    <a:cubicBezTo>
                      <a:pt x="10" y="3"/>
                      <a:pt x="12" y="3"/>
                      <a:pt x="12" y="3"/>
                    </a:cubicBezTo>
                    <a:cubicBezTo>
                      <a:pt x="13" y="2"/>
                      <a:pt x="11" y="0"/>
                      <a:pt x="10" y="1"/>
                    </a:cubicBezTo>
                    <a:cubicBezTo>
                      <a:pt x="9" y="1"/>
                      <a:pt x="11" y="0"/>
                      <a:pt x="10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8" name="Freeform 566"/>
              <p:cNvSpPr>
                <a:spLocks/>
              </p:cNvSpPr>
              <p:nvPr/>
            </p:nvSpPr>
            <p:spPr bwMode="auto">
              <a:xfrm>
                <a:off x="4534582" y="5927165"/>
                <a:ext cx="76432" cy="66896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4 h 7"/>
                  <a:gd name="T4" fmla="*/ 8 w 8"/>
                  <a:gd name="T5" fmla="*/ 4 h 7"/>
                  <a:gd name="T6" fmla="*/ 5 w 8"/>
                  <a:gd name="T7" fmla="*/ 2 h 7"/>
                  <a:gd name="T8" fmla="*/ 2 w 8"/>
                  <a:gd name="T9" fmla="*/ 6 h 7"/>
                  <a:gd name="T10" fmla="*/ 2 w 8"/>
                  <a:gd name="T11" fmla="*/ 6 h 7"/>
                  <a:gd name="T12" fmla="*/ 2 w 8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5"/>
                      <a:pt x="4" y="5"/>
                      <a:pt x="5" y="4"/>
                    </a:cubicBezTo>
                    <a:cubicBezTo>
                      <a:pt x="6" y="4"/>
                      <a:pt x="8" y="4"/>
                      <a:pt x="8" y="4"/>
                    </a:cubicBezTo>
                    <a:cubicBezTo>
                      <a:pt x="8" y="4"/>
                      <a:pt x="7" y="0"/>
                      <a:pt x="5" y="2"/>
                    </a:cubicBezTo>
                    <a:cubicBezTo>
                      <a:pt x="5" y="2"/>
                      <a:pt x="1" y="5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4" y="5"/>
                      <a:pt x="0" y="7"/>
                      <a:pt x="2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69" name="Freeform 567"/>
              <p:cNvSpPr>
                <a:spLocks/>
              </p:cNvSpPr>
              <p:nvPr/>
            </p:nvSpPr>
            <p:spPr bwMode="auto">
              <a:xfrm>
                <a:off x="4002734" y="6182007"/>
                <a:ext cx="92356" cy="35042"/>
              </a:xfrm>
              <a:custGeom>
                <a:avLst/>
                <a:gdLst>
                  <a:gd name="T0" fmla="*/ 9 w 10"/>
                  <a:gd name="T1" fmla="*/ 2 h 4"/>
                  <a:gd name="T2" fmla="*/ 9 w 10"/>
                  <a:gd name="T3" fmla="*/ 1 h 4"/>
                  <a:gd name="T4" fmla="*/ 6 w 10"/>
                  <a:gd name="T5" fmla="*/ 0 h 4"/>
                  <a:gd name="T6" fmla="*/ 2 w 10"/>
                  <a:gd name="T7" fmla="*/ 2 h 4"/>
                  <a:gd name="T8" fmla="*/ 3 w 10"/>
                  <a:gd name="T9" fmla="*/ 4 h 4"/>
                  <a:gd name="T10" fmla="*/ 9 w 10"/>
                  <a:gd name="T11" fmla="*/ 2 h 4"/>
                  <a:gd name="T12" fmla="*/ 9 w 10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4">
                    <a:moveTo>
                      <a:pt x="9" y="2"/>
                    </a:moveTo>
                    <a:cubicBezTo>
                      <a:pt x="10" y="2"/>
                      <a:pt x="8" y="1"/>
                      <a:pt x="9" y="1"/>
                    </a:cubicBezTo>
                    <a:cubicBezTo>
                      <a:pt x="8" y="0"/>
                      <a:pt x="7" y="0"/>
                      <a:pt x="6" y="0"/>
                    </a:cubicBezTo>
                    <a:cubicBezTo>
                      <a:pt x="5" y="1"/>
                      <a:pt x="3" y="1"/>
                      <a:pt x="2" y="2"/>
                    </a:cubicBezTo>
                    <a:cubicBezTo>
                      <a:pt x="0" y="3"/>
                      <a:pt x="2" y="4"/>
                      <a:pt x="3" y="4"/>
                    </a:cubicBezTo>
                    <a:cubicBezTo>
                      <a:pt x="5" y="4"/>
                      <a:pt x="7" y="1"/>
                      <a:pt x="9" y="2"/>
                    </a:cubicBezTo>
                    <a:cubicBezTo>
                      <a:pt x="10" y="2"/>
                      <a:pt x="7" y="1"/>
                      <a:pt x="9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0" name="Freeform 568"/>
              <p:cNvSpPr>
                <a:spLocks/>
              </p:cNvSpPr>
              <p:nvPr/>
            </p:nvSpPr>
            <p:spPr bwMode="auto">
              <a:xfrm>
                <a:off x="3891269" y="6236163"/>
                <a:ext cx="54139" cy="47785"/>
              </a:xfrm>
              <a:custGeom>
                <a:avLst/>
                <a:gdLst>
                  <a:gd name="T0" fmla="*/ 6 w 6"/>
                  <a:gd name="T1" fmla="*/ 2 h 5"/>
                  <a:gd name="T2" fmla="*/ 3 w 6"/>
                  <a:gd name="T3" fmla="*/ 2 h 5"/>
                  <a:gd name="T4" fmla="*/ 3 w 6"/>
                  <a:gd name="T5" fmla="*/ 4 h 5"/>
                  <a:gd name="T6" fmla="*/ 0 w 6"/>
                  <a:gd name="T7" fmla="*/ 5 h 5"/>
                  <a:gd name="T8" fmla="*/ 6 w 6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2"/>
                    </a:moveTo>
                    <a:cubicBezTo>
                      <a:pt x="6" y="0"/>
                      <a:pt x="4" y="1"/>
                      <a:pt x="3" y="2"/>
                    </a:cubicBezTo>
                    <a:cubicBezTo>
                      <a:pt x="3" y="2"/>
                      <a:pt x="3" y="3"/>
                      <a:pt x="3" y="4"/>
                    </a:cubicBezTo>
                    <a:cubicBezTo>
                      <a:pt x="2" y="4"/>
                      <a:pt x="0" y="5"/>
                      <a:pt x="0" y="5"/>
                    </a:cubicBezTo>
                    <a:cubicBezTo>
                      <a:pt x="0" y="5"/>
                      <a:pt x="6" y="5"/>
                      <a:pt x="6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1" name="Freeform 569"/>
              <p:cNvSpPr>
                <a:spLocks/>
              </p:cNvSpPr>
              <p:nvPr/>
            </p:nvSpPr>
            <p:spPr bwMode="auto">
              <a:xfrm>
                <a:off x="7066431" y="5076623"/>
                <a:ext cx="194268" cy="121050"/>
              </a:xfrm>
              <a:custGeom>
                <a:avLst/>
                <a:gdLst>
                  <a:gd name="T0" fmla="*/ 19 w 21"/>
                  <a:gd name="T1" fmla="*/ 9 h 13"/>
                  <a:gd name="T2" fmla="*/ 18 w 21"/>
                  <a:gd name="T3" fmla="*/ 7 h 13"/>
                  <a:gd name="T4" fmla="*/ 14 w 21"/>
                  <a:gd name="T5" fmla="*/ 4 h 13"/>
                  <a:gd name="T6" fmla="*/ 8 w 21"/>
                  <a:gd name="T7" fmla="*/ 1 h 13"/>
                  <a:gd name="T8" fmla="*/ 5 w 21"/>
                  <a:gd name="T9" fmla="*/ 6 h 13"/>
                  <a:gd name="T10" fmla="*/ 0 w 21"/>
                  <a:gd name="T11" fmla="*/ 8 h 13"/>
                  <a:gd name="T12" fmla="*/ 7 w 21"/>
                  <a:gd name="T13" fmla="*/ 11 h 13"/>
                  <a:gd name="T14" fmla="*/ 15 w 21"/>
                  <a:gd name="T15" fmla="*/ 12 h 13"/>
                  <a:gd name="T16" fmla="*/ 20 w 21"/>
                  <a:gd name="T17" fmla="*/ 9 h 13"/>
                  <a:gd name="T18" fmla="*/ 19 w 21"/>
                  <a:gd name="T19" fmla="*/ 9 h 13"/>
                  <a:gd name="T20" fmla="*/ 19 w 21"/>
                  <a:gd name="T21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13">
                    <a:moveTo>
                      <a:pt x="19" y="9"/>
                    </a:moveTo>
                    <a:cubicBezTo>
                      <a:pt x="15" y="10"/>
                      <a:pt x="19" y="8"/>
                      <a:pt x="18" y="7"/>
                    </a:cubicBezTo>
                    <a:cubicBezTo>
                      <a:pt x="17" y="7"/>
                      <a:pt x="15" y="4"/>
                      <a:pt x="14" y="4"/>
                    </a:cubicBezTo>
                    <a:cubicBezTo>
                      <a:pt x="12" y="4"/>
                      <a:pt x="10" y="1"/>
                      <a:pt x="8" y="1"/>
                    </a:cubicBezTo>
                    <a:cubicBezTo>
                      <a:pt x="6" y="0"/>
                      <a:pt x="6" y="5"/>
                      <a:pt x="5" y="6"/>
                    </a:cubicBezTo>
                    <a:cubicBezTo>
                      <a:pt x="4" y="6"/>
                      <a:pt x="0" y="6"/>
                      <a:pt x="0" y="8"/>
                    </a:cubicBezTo>
                    <a:cubicBezTo>
                      <a:pt x="1" y="10"/>
                      <a:pt x="6" y="11"/>
                      <a:pt x="7" y="11"/>
                    </a:cubicBezTo>
                    <a:cubicBezTo>
                      <a:pt x="9" y="12"/>
                      <a:pt x="13" y="13"/>
                      <a:pt x="15" y="12"/>
                    </a:cubicBezTo>
                    <a:cubicBezTo>
                      <a:pt x="15" y="12"/>
                      <a:pt x="20" y="10"/>
                      <a:pt x="20" y="9"/>
                    </a:cubicBezTo>
                    <a:cubicBezTo>
                      <a:pt x="20" y="9"/>
                      <a:pt x="19" y="9"/>
                      <a:pt x="19" y="9"/>
                    </a:cubicBezTo>
                    <a:cubicBezTo>
                      <a:pt x="18" y="10"/>
                      <a:pt x="21" y="9"/>
                      <a:pt x="19" y="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2" name="Freeform 570"/>
              <p:cNvSpPr>
                <a:spLocks/>
              </p:cNvSpPr>
              <p:nvPr/>
            </p:nvSpPr>
            <p:spPr bwMode="auto">
              <a:xfrm>
                <a:off x="6999554" y="5133964"/>
                <a:ext cx="47770" cy="35042"/>
              </a:xfrm>
              <a:custGeom>
                <a:avLst/>
                <a:gdLst>
                  <a:gd name="T0" fmla="*/ 2 w 5"/>
                  <a:gd name="T1" fmla="*/ 4 h 4"/>
                  <a:gd name="T2" fmla="*/ 4 w 5"/>
                  <a:gd name="T3" fmla="*/ 1 h 4"/>
                  <a:gd name="T4" fmla="*/ 2 w 5"/>
                  <a:gd name="T5" fmla="*/ 4 h 4"/>
                  <a:gd name="T6" fmla="*/ 2 w 5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0" y="4"/>
                      <a:pt x="4" y="0"/>
                      <a:pt x="4" y="1"/>
                    </a:cubicBezTo>
                    <a:cubicBezTo>
                      <a:pt x="5" y="1"/>
                      <a:pt x="3" y="4"/>
                      <a:pt x="2" y="4"/>
                    </a:cubicBezTo>
                    <a:cubicBezTo>
                      <a:pt x="1" y="4"/>
                      <a:pt x="4" y="4"/>
                      <a:pt x="2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3" name="Freeform 571"/>
              <p:cNvSpPr>
                <a:spLocks/>
              </p:cNvSpPr>
              <p:nvPr/>
            </p:nvSpPr>
            <p:spPr bwMode="auto">
              <a:xfrm>
                <a:off x="6942228" y="5169003"/>
                <a:ext cx="19109" cy="19114"/>
              </a:xfrm>
              <a:custGeom>
                <a:avLst/>
                <a:gdLst>
                  <a:gd name="T0" fmla="*/ 1 w 2"/>
                  <a:gd name="T1" fmla="*/ 2 h 2"/>
                  <a:gd name="T2" fmla="*/ 1 w 2"/>
                  <a:gd name="T3" fmla="*/ 0 h 2"/>
                  <a:gd name="T4" fmla="*/ 1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2"/>
                    </a:moveTo>
                    <a:cubicBezTo>
                      <a:pt x="0" y="2"/>
                      <a:pt x="0" y="1"/>
                      <a:pt x="1" y="0"/>
                    </a:cubicBezTo>
                    <a:cubicBezTo>
                      <a:pt x="2" y="0"/>
                      <a:pt x="2" y="2"/>
                      <a:pt x="1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4" name="Freeform 572"/>
              <p:cNvSpPr>
                <a:spLocks/>
              </p:cNvSpPr>
              <p:nvPr/>
            </p:nvSpPr>
            <p:spPr bwMode="auto">
              <a:xfrm>
                <a:off x="6139678" y="4777183"/>
                <a:ext cx="859874" cy="420492"/>
              </a:xfrm>
              <a:custGeom>
                <a:avLst/>
                <a:gdLst>
                  <a:gd name="T0" fmla="*/ 76 w 92"/>
                  <a:gd name="T1" fmla="*/ 41 h 45"/>
                  <a:gd name="T2" fmla="*/ 71 w 92"/>
                  <a:gd name="T3" fmla="*/ 39 h 45"/>
                  <a:gd name="T4" fmla="*/ 61 w 92"/>
                  <a:gd name="T5" fmla="*/ 38 h 45"/>
                  <a:gd name="T6" fmla="*/ 45 w 92"/>
                  <a:gd name="T7" fmla="*/ 43 h 45"/>
                  <a:gd name="T8" fmla="*/ 29 w 92"/>
                  <a:gd name="T9" fmla="*/ 41 h 45"/>
                  <a:gd name="T10" fmla="*/ 21 w 92"/>
                  <a:gd name="T11" fmla="*/ 38 h 45"/>
                  <a:gd name="T12" fmla="*/ 10 w 92"/>
                  <a:gd name="T13" fmla="*/ 31 h 45"/>
                  <a:gd name="T14" fmla="*/ 40 w 92"/>
                  <a:gd name="T15" fmla="*/ 29 h 45"/>
                  <a:gd name="T16" fmla="*/ 9 w 92"/>
                  <a:gd name="T17" fmla="*/ 26 h 45"/>
                  <a:gd name="T18" fmla="*/ 16 w 92"/>
                  <a:gd name="T19" fmla="*/ 19 h 45"/>
                  <a:gd name="T20" fmla="*/ 14 w 92"/>
                  <a:gd name="T21" fmla="*/ 18 h 45"/>
                  <a:gd name="T22" fmla="*/ 7 w 92"/>
                  <a:gd name="T23" fmla="*/ 17 h 45"/>
                  <a:gd name="T24" fmla="*/ 4 w 92"/>
                  <a:gd name="T25" fmla="*/ 11 h 45"/>
                  <a:gd name="T26" fmla="*/ 8 w 92"/>
                  <a:gd name="T27" fmla="*/ 7 h 45"/>
                  <a:gd name="T28" fmla="*/ 24 w 92"/>
                  <a:gd name="T29" fmla="*/ 1 h 45"/>
                  <a:gd name="T30" fmla="*/ 29 w 92"/>
                  <a:gd name="T31" fmla="*/ 7 h 45"/>
                  <a:gd name="T32" fmla="*/ 39 w 92"/>
                  <a:gd name="T33" fmla="*/ 6 h 45"/>
                  <a:gd name="T34" fmla="*/ 43 w 92"/>
                  <a:gd name="T35" fmla="*/ 8 h 45"/>
                  <a:gd name="T36" fmla="*/ 47 w 92"/>
                  <a:gd name="T37" fmla="*/ 9 h 45"/>
                  <a:gd name="T38" fmla="*/ 43 w 92"/>
                  <a:gd name="T39" fmla="*/ 4 h 45"/>
                  <a:gd name="T40" fmla="*/ 54 w 92"/>
                  <a:gd name="T41" fmla="*/ 10 h 45"/>
                  <a:gd name="T42" fmla="*/ 60 w 92"/>
                  <a:gd name="T43" fmla="*/ 14 h 45"/>
                  <a:gd name="T44" fmla="*/ 59 w 92"/>
                  <a:gd name="T45" fmla="*/ 1 h 45"/>
                  <a:gd name="T46" fmla="*/ 69 w 92"/>
                  <a:gd name="T47" fmla="*/ 6 h 45"/>
                  <a:gd name="T48" fmla="*/ 74 w 92"/>
                  <a:gd name="T49" fmla="*/ 19 h 45"/>
                  <a:gd name="T50" fmla="*/ 82 w 92"/>
                  <a:gd name="T51" fmla="*/ 26 h 45"/>
                  <a:gd name="T52" fmla="*/ 92 w 92"/>
                  <a:gd name="T53" fmla="*/ 33 h 45"/>
                  <a:gd name="T54" fmla="*/ 83 w 92"/>
                  <a:gd name="T55" fmla="*/ 35 h 45"/>
                  <a:gd name="T56" fmla="*/ 81 w 92"/>
                  <a:gd name="T57" fmla="*/ 36 h 45"/>
                  <a:gd name="T58" fmla="*/ 85 w 92"/>
                  <a:gd name="T59" fmla="*/ 36 h 45"/>
                  <a:gd name="T60" fmla="*/ 89 w 92"/>
                  <a:gd name="T61" fmla="*/ 39 h 45"/>
                  <a:gd name="T62" fmla="*/ 83 w 92"/>
                  <a:gd name="T63" fmla="*/ 4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2" h="45">
                    <a:moveTo>
                      <a:pt x="83" y="41"/>
                    </a:moveTo>
                    <a:cubicBezTo>
                      <a:pt x="81" y="41"/>
                      <a:pt x="79" y="41"/>
                      <a:pt x="76" y="41"/>
                    </a:cubicBezTo>
                    <a:cubicBezTo>
                      <a:pt x="75" y="41"/>
                      <a:pt x="74" y="41"/>
                      <a:pt x="73" y="41"/>
                    </a:cubicBezTo>
                    <a:cubicBezTo>
                      <a:pt x="72" y="41"/>
                      <a:pt x="72" y="40"/>
                      <a:pt x="71" y="39"/>
                    </a:cubicBezTo>
                    <a:cubicBezTo>
                      <a:pt x="70" y="39"/>
                      <a:pt x="66" y="40"/>
                      <a:pt x="65" y="38"/>
                    </a:cubicBezTo>
                    <a:cubicBezTo>
                      <a:pt x="65" y="35"/>
                      <a:pt x="63" y="37"/>
                      <a:pt x="61" y="38"/>
                    </a:cubicBezTo>
                    <a:cubicBezTo>
                      <a:pt x="58" y="40"/>
                      <a:pt x="56" y="39"/>
                      <a:pt x="54" y="40"/>
                    </a:cubicBezTo>
                    <a:cubicBezTo>
                      <a:pt x="51" y="41"/>
                      <a:pt x="48" y="42"/>
                      <a:pt x="45" y="43"/>
                    </a:cubicBezTo>
                    <a:cubicBezTo>
                      <a:pt x="41" y="43"/>
                      <a:pt x="35" y="45"/>
                      <a:pt x="31" y="43"/>
                    </a:cubicBezTo>
                    <a:cubicBezTo>
                      <a:pt x="31" y="43"/>
                      <a:pt x="29" y="42"/>
                      <a:pt x="29" y="41"/>
                    </a:cubicBezTo>
                    <a:cubicBezTo>
                      <a:pt x="29" y="40"/>
                      <a:pt x="29" y="38"/>
                      <a:pt x="27" y="38"/>
                    </a:cubicBezTo>
                    <a:cubicBezTo>
                      <a:pt x="25" y="38"/>
                      <a:pt x="23" y="38"/>
                      <a:pt x="21" y="38"/>
                    </a:cubicBezTo>
                    <a:cubicBezTo>
                      <a:pt x="19" y="38"/>
                      <a:pt x="17" y="38"/>
                      <a:pt x="15" y="36"/>
                    </a:cubicBezTo>
                    <a:cubicBezTo>
                      <a:pt x="14" y="36"/>
                      <a:pt x="9" y="32"/>
                      <a:pt x="10" y="31"/>
                    </a:cubicBezTo>
                    <a:cubicBezTo>
                      <a:pt x="16" y="28"/>
                      <a:pt x="23" y="29"/>
                      <a:pt x="28" y="29"/>
                    </a:cubicBezTo>
                    <a:cubicBezTo>
                      <a:pt x="29" y="29"/>
                      <a:pt x="40" y="29"/>
                      <a:pt x="40" y="29"/>
                    </a:cubicBezTo>
                    <a:cubicBezTo>
                      <a:pt x="40" y="27"/>
                      <a:pt x="26" y="25"/>
                      <a:pt x="25" y="25"/>
                    </a:cubicBezTo>
                    <a:cubicBezTo>
                      <a:pt x="20" y="25"/>
                      <a:pt x="14" y="28"/>
                      <a:pt x="9" y="26"/>
                    </a:cubicBezTo>
                    <a:cubicBezTo>
                      <a:pt x="7" y="25"/>
                      <a:pt x="3" y="23"/>
                      <a:pt x="7" y="21"/>
                    </a:cubicBezTo>
                    <a:cubicBezTo>
                      <a:pt x="10" y="20"/>
                      <a:pt x="13" y="19"/>
                      <a:pt x="16" y="19"/>
                    </a:cubicBezTo>
                    <a:cubicBezTo>
                      <a:pt x="18" y="18"/>
                      <a:pt x="20" y="18"/>
                      <a:pt x="21" y="18"/>
                    </a:cubicBezTo>
                    <a:cubicBezTo>
                      <a:pt x="19" y="19"/>
                      <a:pt x="16" y="18"/>
                      <a:pt x="14" y="18"/>
                    </a:cubicBezTo>
                    <a:cubicBezTo>
                      <a:pt x="13" y="18"/>
                      <a:pt x="7" y="19"/>
                      <a:pt x="6" y="18"/>
                    </a:cubicBezTo>
                    <a:cubicBezTo>
                      <a:pt x="6" y="18"/>
                      <a:pt x="7" y="17"/>
                      <a:pt x="7" y="17"/>
                    </a:cubicBezTo>
                    <a:cubicBezTo>
                      <a:pt x="7" y="16"/>
                      <a:pt x="0" y="17"/>
                      <a:pt x="1" y="15"/>
                    </a:cubicBezTo>
                    <a:cubicBezTo>
                      <a:pt x="2" y="14"/>
                      <a:pt x="3" y="12"/>
                      <a:pt x="4" y="11"/>
                    </a:cubicBezTo>
                    <a:cubicBezTo>
                      <a:pt x="8" y="10"/>
                      <a:pt x="4" y="10"/>
                      <a:pt x="4" y="9"/>
                    </a:cubicBezTo>
                    <a:cubicBezTo>
                      <a:pt x="4" y="9"/>
                      <a:pt x="7" y="7"/>
                      <a:pt x="8" y="7"/>
                    </a:cubicBezTo>
                    <a:cubicBezTo>
                      <a:pt x="10" y="6"/>
                      <a:pt x="11" y="5"/>
                      <a:pt x="13" y="4"/>
                    </a:cubicBezTo>
                    <a:cubicBezTo>
                      <a:pt x="17" y="2"/>
                      <a:pt x="20" y="1"/>
                      <a:pt x="24" y="1"/>
                    </a:cubicBezTo>
                    <a:cubicBezTo>
                      <a:pt x="29" y="1"/>
                      <a:pt x="24" y="7"/>
                      <a:pt x="24" y="7"/>
                    </a:cubicBezTo>
                    <a:cubicBezTo>
                      <a:pt x="26" y="8"/>
                      <a:pt x="28" y="8"/>
                      <a:pt x="29" y="7"/>
                    </a:cubicBezTo>
                    <a:cubicBezTo>
                      <a:pt x="30" y="7"/>
                      <a:pt x="30" y="4"/>
                      <a:pt x="31" y="4"/>
                    </a:cubicBezTo>
                    <a:cubicBezTo>
                      <a:pt x="33" y="4"/>
                      <a:pt x="37" y="4"/>
                      <a:pt x="39" y="6"/>
                    </a:cubicBezTo>
                    <a:cubicBezTo>
                      <a:pt x="42" y="8"/>
                      <a:pt x="35" y="11"/>
                      <a:pt x="40" y="10"/>
                    </a:cubicBezTo>
                    <a:cubicBezTo>
                      <a:pt x="41" y="10"/>
                      <a:pt x="42" y="9"/>
                      <a:pt x="43" y="8"/>
                    </a:cubicBezTo>
                    <a:cubicBezTo>
                      <a:pt x="44" y="8"/>
                      <a:pt x="44" y="8"/>
                      <a:pt x="45" y="8"/>
                    </a:cubicBezTo>
                    <a:cubicBezTo>
                      <a:pt x="46" y="8"/>
                      <a:pt x="46" y="8"/>
                      <a:pt x="47" y="9"/>
                    </a:cubicBezTo>
                    <a:cubicBezTo>
                      <a:pt x="48" y="9"/>
                      <a:pt x="48" y="7"/>
                      <a:pt x="48" y="6"/>
                    </a:cubicBezTo>
                    <a:cubicBezTo>
                      <a:pt x="47" y="6"/>
                      <a:pt x="44" y="4"/>
                      <a:pt x="43" y="4"/>
                    </a:cubicBezTo>
                    <a:cubicBezTo>
                      <a:pt x="45" y="3"/>
                      <a:pt x="49" y="5"/>
                      <a:pt x="50" y="6"/>
                    </a:cubicBezTo>
                    <a:cubicBezTo>
                      <a:pt x="53" y="7"/>
                      <a:pt x="53" y="8"/>
                      <a:pt x="54" y="10"/>
                    </a:cubicBezTo>
                    <a:cubicBezTo>
                      <a:pt x="54" y="11"/>
                      <a:pt x="54" y="16"/>
                      <a:pt x="56" y="16"/>
                    </a:cubicBezTo>
                    <a:cubicBezTo>
                      <a:pt x="57" y="16"/>
                      <a:pt x="61" y="16"/>
                      <a:pt x="60" y="14"/>
                    </a:cubicBezTo>
                    <a:cubicBezTo>
                      <a:pt x="59" y="10"/>
                      <a:pt x="57" y="7"/>
                      <a:pt x="56" y="3"/>
                    </a:cubicBezTo>
                    <a:cubicBezTo>
                      <a:pt x="55" y="0"/>
                      <a:pt x="58" y="1"/>
                      <a:pt x="59" y="1"/>
                    </a:cubicBezTo>
                    <a:cubicBezTo>
                      <a:pt x="62" y="2"/>
                      <a:pt x="62" y="0"/>
                      <a:pt x="64" y="1"/>
                    </a:cubicBezTo>
                    <a:cubicBezTo>
                      <a:pt x="66" y="3"/>
                      <a:pt x="69" y="4"/>
                      <a:pt x="69" y="6"/>
                    </a:cubicBezTo>
                    <a:cubicBezTo>
                      <a:pt x="70" y="9"/>
                      <a:pt x="71" y="11"/>
                      <a:pt x="73" y="13"/>
                    </a:cubicBezTo>
                    <a:cubicBezTo>
                      <a:pt x="74" y="16"/>
                      <a:pt x="75" y="17"/>
                      <a:pt x="74" y="19"/>
                    </a:cubicBezTo>
                    <a:cubicBezTo>
                      <a:pt x="73" y="22"/>
                      <a:pt x="76" y="25"/>
                      <a:pt x="78" y="26"/>
                    </a:cubicBezTo>
                    <a:cubicBezTo>
                      <a:pt x="79" y="26"/>
                      <a:pt x="81" y="26"/>
                      <a:pt x="82" y="26"/>
                    </a:cubicBezTo>
                    <a:cubicBezTo>
                      <a:pt x="83" y="27"/>
                      <a:pt x="84" y="28"/>
                      <a:pt x="85" y="28"/>
                    </a:cubicBezTo>
                    <a:cubicBezTo>
                      <a:pt x="88" y="29"/>
                      <a:pt x="92" y="29"/>
                      <a:pt x="92" y="33"/>
                    </a:cubicBezTo>
                    <a:cubicBezTo>
                      <a:pt x="92" y="35"/>
                      <a:pt x="83" y="32"/>
                      <a:pt x="83" y="32"/>
                    </a:cubicBezTo>
                    <a:cubicBezTo>
                      <a:pt x="83" y="33"/>
                      <a:pt x="83" y="34"/>
                      <a:pt x="83" y="35"/>
                    </a:cubicBezTo>
                    <a:cubicBezTo>
                      <a:pt x="83" y="35"/>
                      <a:pt x="80" y="35"/>
                      <a:pt x="80" y="35"/>
                    </a:cubicBezTo>
                    <a:cubicBezTo>
                      <a:pt x="81" y="35"/>
                      <a:pt x="81" y="36"/>
                      <a:pt x="81" y="36"/>
                    </a:cubicBezTo>
                    <a:cubicBezTo>
                      <a:pt x="81" y="37"/>
                      <a:pt x="81" y="38"/>
                      <a:pt x="81" y="38"/>
                    </a:cubicBezTo>
                    <a:cubicBezTo>
                      <a:pt x="81" y="38"/>
                      <a:pt x="85" y="36"/>
                      <a:pt x="85" y="36"/>
                    </a:cubicBezTo>
                    <a:cubicBezTo>
                      <a:pt x="87" y="36"/>
                      <a:pt x="86" y="37"/>
                      <a:pt x="86" y="38"/>
                    </a:cubicBezTo>
                    <a:cubicBezTo>
                      <a:pt x="86" y="38"/>
                      <a:pt x="88" y="38"/>
                      <a:pt x="89" y="39"/>
                    </a:cubicBezTo>
                    <a:cubicBezTo>
                      <a:pt x="89" y="39"/>
                      <a:pt x="83" y="41"/>
                      <a:pt x="83" y="41"/>
                    </a:cubicBezTo>
                    <a:cubicBezTo>
                      <a:pt x="81" y="41"/>
                      <a:pt x="86" y="41"/>
                      <a:pt x="83" y="4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5" name="Freeform 573"/>
              <p:cNvSpPr>
                <a:spLocks/>
              </p:cNvSpPr>
              <p:nvPr/>
            </p:nvSpPr>
            <p:spPr bwMode="auto">
              <a:xfrm>
                <a:off x="6709745" y="4738956"/>
                <a:ext cx="130574" cy="86010"/>
              </a:xfrm>
              <a:custGeom>
                <a:avLst/>
                <a:gdLst>
                  <a:gd name="T0" fmla="*/ 9 w 14"/>
                  <a:gd name="T1" fmla="*/ 8 h 9"/>
                  <a:gd name="T2" fmla="*/ 5 w 14"/>
                  <a:gd name="T3" fmla="*/ 5 h 9"/>
                  <a:gd name="T4" fmla="*/ 0 w 14"/>
                  <a:gd name="T5" fmla="*/ 3 h 9"/>
                  <a:gd name="T6" fmla="*/ 4 w 14"/>
                  <a:gd name="T7" fmla="*/ 0 h 9"/>
                  <a:gd name="T8" fmla="*/ 10 w 14"/>
                  <a:gd name="T9" fmla="*/ 1 h 9"/>
                  <a:gd name="T10" fmla="*/ 12 w 14"/>
                  <a:gd name="T11" fmla="*/ 4 h 9"/>
                  <a:gd name="T12" fmla="*/ 9 w 14"/>
                  <a:gd name="T13" fmla="*/ 8 h 9"/>
                  <a:gd name="T14" fmla="*/ 9 w 14"/>
                  <a:gd name="T1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9">
                    <a:moveTo>
                      <a:pt x="9" y="8"/>
                    </a:moveTo>
                    <a:cubicBezTo>
                      <a:pt x="7" y="8"/>
                      <a:pt x="6" y="5"/>
                      <a:pt x="5" y="5"/>
                    </a:cubicBezTo>
                    <a:cubicBezTo>
                      <a:pt x="4" y="4"/>
                      <a:pt x="0" y="3"/>
                      <a:pt x="0" y="3"/>
                    </a:cubicBezTo>
                    <a:cubicBezTo>
                      <a:pt x="1" y="2"/>
                      <a:pt x="3" y="1"/>
                      <a:pt x="4" y="0"/>
                    </a:cubicBezTo>
                    <a:cubicBezTo>
                      <a:pt x="6" y="0"/>
                      <a:pt x="8" y="0"/>
                      <a:pt x="10" y="1"/>
                    </a:cubicBezTo>
                    <a:cubicBezTo>
                      <a:pt x="12" y="2"/>
                      <a:pt x="14" y="2"/>
                      <a:pt x="12" y="4"/>
                    </a:cubicBezTo>
                    <a:cubicBezTo>
                      <a:pt x="11" y="5"/>
                      <a:pt x="10" y="9"/>
                      <a:pt x="9" y="8"/>
                    </a:cubicBezTo>
                    <a:cubicBezTo>
                      <a:pt x="8" y="8"/>
                      <a:pt x="9" y="8"/>
                      <a:pt x="9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6" name="Freeform 574"/>
              <p:cNvSpPr>
                <a:spLocks/>
              </p:cNvSpPr>
              <p:nvPr/>
            </p:nvSpPr>
            <p:spPr bwMode="auto">
              <a:xfrm>
                <a:off x="6916751" y="4700729"/>
                <a:ext cx="296178" cy="273958"/>
              </a:xfrm>
              <a:custGeom>
                <a:avLst/>
                <a:gdLst>
                  <a:gd name="T0" fmla="*/ 18 w 32"/>
                  <a:gd name="T1" fmla="*/ 27 h 29"/>
                  <a:gd name="T2" fmla="*/ 10 w 32"/>
                  <a:gd name="T3" fmla="*/ 19 h 29"/>
                  <a:gd name="T4" fmla="*/ 1 w 32"/>
                  <a:gd name="T5" fmla="*/ 15 h 29"/>
                  <a:gd name="T6" fmla="*/ 0 w 32"/>
                  <a:gd name="T7" fmla="*/ 13 h 29"/>
                  <a:gd name="T8" fmla="*/ 4 w 32"/>
                  <a:gd name="T9" fmla="*/ 12 h 29"/>
                  <a:gd name="T10" fmla="*/ 11 w 32"/>
                  <a:gd name="T11" fmla="*/ 14 h 29"/>
                  <a:gd name="T12" fmla="*/ 11 w 32"/>
                  <a:gd name="T13" fmla="*/ 12 h 29"/>
                  <a:gd name="T14" fmla="*/ 13 w 32"/>
                  <a:gd name="T15" fmla="*/ 11 h 29"/>
                  <a:gd name="T16" fmla="*/ 7 w 32"/>
                  <a:gd name="T17" fmla="*/ 8 h 29"/>
                  <a:gd name="T18" fmla="*/ 7 w 32"/>
                  <a:gd name="T19" fmla="*/ 6 h 29"/>
                  <a:gd name="T20" fmla="*/ 10 w 32"/>
                  <a:gd name="T21" fmla="*/ 7 h 29"/>
                  <a:gd name="T22" fmla="*/ 11 w 32"/>
                  <a:gd name="T23" fmla="*/ 5 h 29"/>
                  <a:gd name="T24" fmla="*/ 8 w 32"/>
                  <a:gd name="T25" fmla="*/ 4 h 29"/>
                  <a:gd name="T26" fmla="*/ 10 w 32"/>
                  <a:gd name="T27" fmla="*/ 3 h 29"/>
                  <a:gd name="T28" fmla="*/ 14 w 32"/>
                  <a:gd name="T29" fmla="*/ 4 h 29"/>
                  <a:gd name="T30" fmla="*/ 13 w 32"/>
                  <a:gd name="T31" fmla="*/ 3 h 29"/>
                  <a:gd name="T32" fmla="*/ 19 w 32"/>
                  <a:gd name="T33" fmla="*/ 5 h 29"/>
                  <a:gd name="T34" fmla="*/ 18 w 32"/>
                  <a:gd name="T35" fmla="*/ 3 h 29"/>
                  <a:gd name="T36" fmla="*/ 19 w 32"/>
                  <a:gd name="T37" fmla="*/ 3 h 29"/>
                  <a:gd name="T38" fmla="*/ 17 w 32"/>
                  <a:gd name="T39" fmla="*/ 2 h 29"/>
                  <a:gd name="T40" fmla="*/ 25 w 32"/>
                  <a:gd name="T41" fmla="*/ 1 h 29"/>
                  <a:gd name="T42" fmla="*/ 23 w 32"/>
                  <a:gd name="T43" fmla="*/ 3 h 29"/>
                  <a:gd name="T44" fmla="*/ 28 w 32"/>
                  <a:gd name="T45" fmla="*/ 4 h 29"/>
                  <a:gd name="T46" fmla="*/ 27 w 32"/>
                  <a:gd name="T47" fmla="*/ 7 h 29"/>
                  <a:gd name="T48" fmla="*/ 26 w 32"/>
                  <a:gd name="T49" fmla="*/ 8 h 29"/>
                  <a:gd name="T50" fmla="*/ 23 w 32"/>
                  <a:gd name="T51" fmla="*/ 10 h 29"/>
                  <a:gd name="T52" fmla="*/ 21 w 32"/>
                  <a:gd name="T53" fmla="*/ 13 h 29"/>
                  <a:gd name="T54" fmla="*/ 24 w 32"/>
                  <a:gd name="T55" fmla="*/ 11 h 29"/>
                  <a:gd name="T56" fmla="*/ 26 w 32"/>
                  <a:gd name="T57" fmla="*/ 13 h 29"/>
                  <a:gd name="T58" fmla="*/ 29 w 32"/>
                  <a:gd name="T59" fmla="*/ 13 h 29"/>
                  <a:gd name="T60" fmla="*/ 28 w 32"/>
                  <a:gd name="T61" fmla="*/ 10 h 29"/>
                  <a:gd name="T62" fmla="*/ 30 w 32"/>
                  <a:gd name="T63" fmla="*/ 11 h 29"/>
                  <a:gd name="T64" fmla="*/ 30 w 32"/>
                  <a:gd name="T65" fmla="*/ 14 h 29"/>
                  <a:gd name="T66" fmla="*/ 31 w 32"/>
                  <a:gd name="T67" fmla="*/ 17 h 29"/>
                  <a:gd name="T68" fmla="*/ 28 w 32"/>
                  <a:gd name="T69" fmla="*/ 23 h 29"/>
                  <a:gd name="T70" fmla="*/ 22 w 32"/>
                  <a:gd name="T71" fmla="*/ 23 h 29"/>
                  <a:gd name="T72" fmla="*/ 21 w 32"/>
                  <a:gd name="T73" fmla="*/ 23 h 29"/>
                  <a:gd name="T74" fmla="*/ 23 w 32"/>
                  <a:gd name="T75" fmla="*/ 26 h 29"/>
                  <a:gd name="T76" fmla="*/ 18 w 32"/>
                  <a:gd name="T77" fmla="*/ 27 h 29"/>
                  <a:gd name="T78" fmla="*/ 18 w 32"/>
                  <a:gd name="T79" fmla="*/ 27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2" h="29">
                    <a:moveTo>
                      <a:pt x="18" y="27"/>
                    </a:moveTo>
                    <a:cubicBezTo>
                      <a:pt x="15" y="25"/>
                      <a:pt x="13" y="21"/>
                      <a:pt x="10" y="19"/>
                    </a:cubicBezTo>
                    <a:cubicBezTo>
                      <a:pt x="7" y="18"/>
                      <a:pt x="4" y="16"/>
                      <a:pt x="1" y="15"/>
                    </a:cubicBezTo>
                    <a:cubicBezTo>
                      <a:pt x="0" y="14"/>
                      <a:pt x="0" y="14"/>
                      <a:pt x="0" y="13"/>
                    </a:cubicBezTo>
                    <a:cubicBezTo>
                      <a:pt x="0" y="10"/>
                      <a:pt x="2" y="11"/>
                      <a:pt x="4" y="12"/>
                    </a:cubicBezTo>
                    <a:cubicBezTo>
                      <a:pt x="6" y="13"/>
                      <a:pt x="8" y="15"/>
                      <a:pt x="11" y="14"/>
                    </a:cubicBezTo>
                    <a:cubicBezTo>
                      <a:pt x="12" y="14"/>
                      <a:pt x="11" y="12"/>
                      <a:pt x="11" y="12"/>
                    </a:cubicBezTo>
                    <a:cubicBezTo>
                      <a:pt x="11" y="11"/>
                      <a:pt x="13" y="12"/>
                      <a:pt x="13" y="11"/>
                    </a:cubicBezTo>
                    <a:cubicBezTo>
                      <a:pt x="14" y="10"/>
                      <a:pt x="7" y="8"/>
                      <a:pt x="7" y="8"/>
                    </a:cubicBezTo>
                    <a:cubicBezTo>
                      <a:pt x="5" y="7"/>
                      <a:pt x="6" y="6"/>
                      <a:pt x="7" y="6"/>
                    </a:cubicBezTo>
                    <a:cubicBezTo>
                      <a:pt x="9" y="5"/>
                      <a:pt x="9" y="6"/>
                      <a:pt x="10" y="7"/>
                    </a:cubicBezTo>
                    <a:cubicBezTo>
                      <a:pt x="10" y="7"/>
                      <a:pt x="11" y="5"/>
                      <a:pt x="11" y="5"/>
                    </a:cubicBezTo>
                    <a:cubicBezTo>
                      <a:pt x="12" y="5"/>
                      <a:pt x="8" y="4"/>
                      <a:pt x="8" y="4"/>
                    </a:cubicBezTo>
                    <a:cubicBezTo>
                      <a:pt x="8" y="4"/>
                      <a:pt x="10" y="3"/>
                      <a:pt x="10" y="3"/>
                    </a:cubicBezTo>
                    <a:cubicBezTo>
                      <a:pt x="11" y="3"/>
                      <a:pt x="13" y="4"/>
                      <a:pt x="14" y="4"/>
                    </a:cubicBezTo>
                    <a:cubicBezTo>
                      <a:pt x="14" y="4"/>
                      <a:pt x="13" y="3"/>
                      <a:pt x="13" y="3"/>
                    </a:cubicBezTo>
                    <a:cubicBezTo>
                      <a:pt x="14" y="2"/>
                      <a:pt x="18" y="5"/>
                      <a:pt x="19" y="5"/>
                    </a:cubicBezTo>
                    <a:cubicBezTo>
                      <a:pt x="20" y="4"/>
                      <a:pt x="18" y="4"/>
                      <a:pt x="18" y="3"/>
                    </a:cubicBezTo>
                    <a:cubicBezTo>
                      <a:pt x="18" y="3"/>
                      <a:pt x="19" y="3"/>
                      <a:pt x="19" y="3"/>
                    </a:cubicBezTo>
                    <a:cubicBezTo>
                      <a:pt x="19" y="3"/>
                      <a:pt x="17" y="3"/>
                      <a:pt x="17" y="2"/>
                    </a:cubicBezTo>
                    <a:cubicBezTo>
                      <a:pt x="17" y="2"/>
                      <a:pt x="24" y="0"/>
                      <a:pt x="25" y="1"/>
                    </a:cubicBezTo>
                    <a:cubicBezTo>
                      <a:pt x="26" y="1"/>
                      <a:pt x="23" y="2"/>
                      <a:pt x="23" y="3"/>
                    </a:cubicBezTo>
                    <a:cubicBezTo>
                      <a:pt x="24" y="4"/>
                      <a:pt x="27" y="3"/>
                      <a:pt x="28" y="4"/>
                    </a:cubicBezTo>
                    <a:cubicBezTo>
                      <a:pt x="28" y="5"/>
                      <a:pt x="24" y="7"/>
                      <a:pt x="27" y="7"/>
                    </a:cubicBezTo>
                    <a:cubicBezTo>
                      <a:pt x="28" y="7"/>
                      <a:pt x="27" y="8"/>
                      <a:pt x="26" y="8"/>
                    </a:cubicBezTo>
                    <a:cubicBezTo>
                      <a:pt x="25" y="8"/>
                      <a:pt x="24" y="8"/>
                      <a:pt x="23" y="10"/>
                    </a:cubicBezTo>
                    <a:cubicBezTo>
                      <a:pt x="23" y="10"/>
                      <a:pt x="21" y="13"/>
                      <a:pt x="21" y="13"/>
                    </a:cubicBezTo>
                    <a:cubicBezTo>
                      <a:pt x="22" y="13"/>
                      <a:pt x="23" y="11"/>
                      <a:pt x="24" y="11"/>
                    </a:cubicBezTo>
                    <a:cubicBezTo>
                      <a:pt x="25" y="11"/>
                      <a:pt x="25" y="12"/>
                      <a:pt x="26" y="13"/>
                    </a:cubicBezTo>
                    <a:cubicBezTo>
                      <a:pt x="27" y="13"/>
                      <a:pt x="30" y="17"/>
                      <a:pt x="29" y="13"/>
                    </a:cubicBezTo>
                    <a:cubicBezTo>
                      <a:pt x="29" y="12"/>
                      <a:pt x="27" y="11"/>
                      <a:pt x="28" y="10"/>
                    </a:cubicBezTo>
                    <a:cubicBezTo>
                      <a:pt x="29" y="10"/>
                      <a:pt x="30" y="10"/>
                      <a:pt x="30" y="11"/>
                    </a:cubicBezTo>
                    <a:cubicBezTo>
                      <a:pt x="30" y="12"/>
                      <a:pt x="29" y="13"/>
                      <a:pt x="30" y="14"/>
                    </a:cubicBezTo>
                    <a:cubicBezTo>
                      <a:pt x="31" y="15"/>
                      <a:pt x="32" y="16"/>
                      <a:pt x="31" y="17"/>
                    </a:cubicBezTo>
                    <a:cubicBezTo>
                      <a:pt x="29" y="19"/>
                      <a:pt x="32" y="22"/>
                      <a:pt x="28" y="23"/>
                    </a:cubicBezTo>
                    <a:cubicBezTo>
                      <a:pt x="28" y="23"/>
                      <a:pt x="21" y="25"/>
                      <a:pt x="22" y="23"/>
                    </a:cubicBezTo>
                    <a:cubicBezTo>
                      <a:pt x="22" y="22"/>
                      <a:pt x="21" y="22"/>
                      <a:pt x="21" y="23"/>
                    </a:cubicBezTo>
                    <a:cubicBezTo>
                      <a:pt x="22" y="24"/>
                      <a:pt x="22" y="25"/>
                      <a:pt x="23" y="26"/>
                    </a:cubicBezTo>
                    <a:cubicBezTo>
                      <a:pt x="23" y="28"/>
                      <a:pt x="19" y="27"/>
                      <a:pt x="18" y="27"/>
                    </a:cubicBezTo>
                    <a:cubicBezTo>
                      <a:pt x="17" y="26"/>
                      <a:pt x="22" y="29"/>
                      <a:pt x="18" y="2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7" name="Freeform 575"/>
              <p:cNvSpPr>
                <a:spLocks/>
              </p:cNvSpPr>
              <p:nvPr/>
            </p:nvSpPr>
            <p:spPr bwMode="auto">
              <a:xfrm>
                <a:off x="7232037" y="4700729"/>
                <a:ext cx="261145" cy="207060"/>
              </a:xfrm>
              <a:custGeom>
                <a:avLst/>
                <a:gdLst>
                  <a:gd name="T0" fmla="*/ 7 w 28"/>
                  <a:gd name="T1" fmla="*/ 22 h 22"/>
                  <a:gd name="T2" fmla="*/ 3 w 28"/>
                  <a:gd name="T3" fmla="*/ 19 h 22"/>
                  <a:gd name="T4" fmla="*/ 1 w 28"/>
                  <a:gd name="T5" fmla="*/ 11 h 22"/>
                  <a:gd name="T6" fmla="*/ 1 w 28"/>
                  <a:gd name="T7" fmla="*/ 4 h 22"/>
                  <a:gd name="T8" fmla="*/ 6 w 28"/>
                  <a:gd name="T9" fmla="*/ 4 h 22"/>
                  <a:gd name="T10" fmla="*/ 5 w 28"/>
                  <a:gd name="T11" fmla="*/ 1 h 22"/>
                  <a:gd name="T12" fmla="*/ 16 w 28"/>
                  <a:gd name="T13" fmla="*/ 2 h 22"/>
                  <a:gd name="T14" fmla="*/ 25 w 28"/>
                  <a:gd name="T15" fmla="*/ 3 h 22"/>
                  <a:gd name="T16" fmla="*/ 23 w 28"/>
                  <a:gd name="T17" fmla="*/ 8 h 22"/>
                  <a:gd name="T18" fmla="*/ 19 w 28"/>
                  <a:gd name="T19" fmla="*/ 13 h 22"/>
                  <a:gd name="T20" fmla="*/ 12 w 28"/>
                  <a:gd name="T21" fmla="*/ 13 h 22"/>
                  <a:gd name="T22" fmla="*/ 10 w 28"/>
                  <a:gd name="T23" fmla="*/ 14 h 22"/>
                  <a:gd name="T24" fmla="*/ 11 w 28"/>
                  <a:gd name="T25" fmla="*/ 17 h 22"/>
                  <a:gd name="T26" fmla="*/ 7 w 28"/>
                  <a:gd name="T27" fmla="*/ 22 h 22"/>
                  <a:gd name="T28" fmla="*/ 7 w 28"/>
                  <a:gd name="T29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22">
                    <a:moveTo>
                      <a:pt x="7" y="22"/>
                    </a:moveTo>
                    <a:cubicBezTo>
                      <a:pt x="5" y="21"/>
                      <a:pt x="3" y="21"/>
                      <a:pt x="3" y="19"/>
                    </a:cubicBezTo>
                    <a:cubicBezTo>
                      <a:pt x="3" y="16"/>
                      <a:pt x="0" y="14"/>
                      <a:pt x="1" y="11"/>
                    </a:cubicBezTo>
                    <a:cubicBezTo>
                      <a:pt x="1" y="9"/>
                      <a:pt x="0" y="6"/>
                      <a:pt x="1" y="4"/>
                    </a:cubicBezTo>
                    <a:cubicBezTo>
                      <a:pt x="2" y="4"/>
                      <a:pt x="6" y="5"/>
                      <a:pt x="6" y="4"/>
                    </a:cubicBezTo>
                    <a:cubicBezTo>
                      <a:pt x="6" y="3"/>
                      <a:pt x="0" y="3"/>
                      <a:pt x="5" y="1"/>
                    </a:cubicBezTo>
                    <a:cubicBezTo>
                      <a:pt x="9" y="0"/>
                      <a:pt x="12" y="1"/>
                      <a:pt x="16" y="2"/>
                    </a:cubicBezTo>
                    <a:cubicBezTo>
                      <a:pt x="19" y="2"/>
                      <a:pt x="22" y="2"/>
                      <a:pt x="25" y="3"/>
                    </a:cubicBezTo>
                    <a:cubicBezTo>
                      <a:pt x="28" y="4"/>
                      <a:pt x="25" y="6"/>
                      <a:pt x="23" y="8"/>
                    </a:cubicBezTo>
                    <a:cubicBezTo>
                      <a:pt x="22" y="10"/>
                      <a:pt x="21" y="12"/>
                      <a:pt x="19" y="13"/>
                    </a:cubicBezTo>
                    <a:cubicBezTo>
                      <a:pt x="18" y="15"/>
                      <a:pt x="14" y="13"/>
                      <a:pt x="12" y="13"/>
                    </a:cubicBezTo>
                    <a:cubicBezTo>
                      <a:pt x="12" y="13"/>
                      <a:pt x="9" y="13"/>
                      <a:pt x="10" y="14"/>
                    </a:cubicBezTo>
                    <a:cubicBezTo>
                      <a:pt x="10" y="15"/>
                      <a:pt x="12" y="15"/>
                      <a:pt x="11" y="17"/>
                    </a:cubicBezTo>
                    <a:cubicBezTo>
                      <a:pt x="10" y="17"/>
                      <a:pt x="8" y="22"/>
                      <a:pt x="7" y="22"/>
                    </a:cubicBezTo>
                    <a:cubicBezTo>
                      <a:pt x="5" y="21"/>
                      <a:pt x="8" y="22"/>
                      <a:pt x="7" y="2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8" name="Freeform 576"/>
              <p:cNvSpPr>
                <a:spLocks/>
              </p:cNvSpPr>
              <p:nvPr/>
            </p:nvSpPr>
            <p:spPr bwMode="auto">
              <a:xfrm>
                <a:off x="5833947" y="4675245"/>
                <a:ext cx="503186" cy="308998"/>
              </a:xfrm>
              <a:custGeom>
                <a:avLst/>
                <a:gdLst>
                  <a:gd name="T0" fmla="*/ 52 w 54"/>
                  <a:gd name="T1" fmla="*/ 10 h 33"/>
                  <a:gd name="T2" fmla="*/ 45 w 54"/>
                  <a:gd name="T3" fmla="*/ 4 h 33"/>
                  <a:gd name="T4" fmla="*/ 41 w 54"/>
                  <a:gd name="T5" fmla="*/ 3 h 33"/>
                  <a:gd name="T6" fmla="*/ 35 w 54"/>
                  <a:gd name="T7" fmla="*/ 4 h 33"/>
                  <a:gd name="T8" fmla="*/ 32 w 54"/>
                  <a:gd name="T9" fmla="*/ 3 h 33"/>
                  <a:gd name="T10" fmla="*/ 27 w 54"/>
                  <a:gd name="T11" fmla="*/ 1 h 33"/>
                  <a:gd name="T12" fmla="*/ 20 w 54"/>
                  <a:gd name="T13" fmla="*/ 0 h 33"/>
                  <a:gd name="T14" fmla="*/ 11 w 54"/>
                  <a:gd name="T15" fmla="*/ 1 h 33"/>
                  <a:gd name="T16" fmla="*/ 8 w 54"/>
                  <a:gd name="T17" fmla="*/ 3 h 33"/>
                  <a:gd name="T18" fmla="*/ 7 w 54"/>
                  <a:gd name="T19" fmla="*/ 11 h 33"/>
                  <a:gd name="T20" fmla="*/ 7 w 54"/>
                  <a:gd name="T21" fmla="*/ 15 h 33"/>
                  <a:gd name="T22" fmla="*/ 4 w 54"/>
                  <a:gd name="T23" fmla="*/ 18 h 33"/>
                  <a:gd name="T24" fmla="*/ 0 w 54"/>
                  <a:gd name="T25" fmla="*/ 24 h 33"/>
                  <a:gd name="T26" fmla="*/ 7 w 54"/>
                  <a:gd name="T27" fmla="*/ 26 h 33"/>
                  <a:gd name="T28" fmla="*/ 15 w 54"/>
                  <a:gd name="T29" fmla="*/ 32 h 33"/>
                  <a:gd name="T30" fmla="*/ 19 w 54"/>
                  <a:gd name="T31" fmla="*/ 30 h 33"/>
                  <a:gd name="T32" fmla="*/ 25 w 54"/>
                  <a:gd name="T33" fmla="*/ 29 h 33"/>
                  <a:gd name="T34" fmla="*/ 28 w 54"/>
                  <a:gd name="T35" fmla="*/ 26 h 33"/>
                  <a:gd name="T36" fmla="*/ 31 w 54"/>
                  <a:gd name="T37" fmla="*/ 21 h 33"/>
                  <a:gd name="T38" fmla="*/ 37 w 54"/>
                  <a:gd name="T39" fmla="*/ 17 h 33"/>
                  <a:gd name="T40" fmla="*/ 46 w 54"/>
                  <a:gd name="T41" fmla="*/ 13 h 33"/>
                  <a:gd name="T42" fmla="*/ 52 w 54"/>
                  <a:gd name="T43" fmla="*/ 10 h 33"/>
                  <a:gd name="T44" fmla="*/ 52 w 54"/>
                  <a:gd name="T45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4" h="33">
                    <a:moveTo>
                      <a:pt x="52" y="10"/>
                    </a:moveTo>
                    <a:cubicBezTo>
                      <a:pt x="50" y="8"/>
                      <a:pt x="48" y="6"/>
                      <a:pt x="45" y="4"/>
                    </a:cubicBezTo>
                    <a:cubicBezTo>
                      <a:pt x="44" y="4"/>
                      <a:pt x="42" y="3"/>
                      <a:pt x="41" y="3"/>
                    </a:cubicBezTo>
                    <a:cubicBezTo>
                      <a:pt x="38" y="2"/>
                      <a:pt x="37" y="3"/>
                      <a:pt x="35" y="4"/>
                    </a:cubicBezTo>
                    <a:cubicBezTo>
                      <a:pt x="34" y="4"/>
                      <a:pt x="33" y="3"/>
                      <a:pt x="32" y="3"/>
                    </a:cubicBezTo>
                    <a:cubicBezTo>
                      <a:pt x="31" y="2"/>
                      <a:pt x="29" y="2"/>
                      <a:pt x="27" y="1"/>
                    </a:cubicBezTo>
                    <a:cubicBezTo>
                      <a:pt x="25" y="1"/>
                      <a:pt x="22" y="0"/>
                      <a:pt x="20" y="0"/>
                    </a:cubicBezTo>
                    <a:cubicBezTo>
                      <a:pt x="17" y="0"/>
                      <a:pt x="14" y="1"/>
                      <a:pt x="11" y="1"/>
                    </a:cubicBezTo>
                    <a:cubicBezTo>
                      <a:pt x="9" y="2"/>
                      <a:pt x="6" y="1"/>
                      <a:pt x="8" y="3"/>
                    </a:cubicBezTo>
                    <a:cubicBezTo>
                      <a:pt x="10" y="7"/>
                      <a:pt x="10" y="8"/>
                      <a:pt x="7" y="11"/>
                    </a:cubicBezTo>
                    <a:cubicBezTo>
                      <a:pt x="5" y="13"/>
                      <a:pt x="7" y="14"/>
                      <a:pt x="7" y="15"/>
                    </a:cubicBezTo>
                    <a:cubicBezTo>
                      <a:pt x="6" y="16"/>
                      <a:pt x="4" y="16"/>
                      <a:pt x="4" y="18"/>
                    </a:cubicBezTo>
                    <a:cubicBezTo>
                      <a:pt x="3" y="20"/>
                      <a:pt x="1" y="22"/>
                      <a:pt x="0" y="24"/>
                    </a:cubicBezTo>
                    <a:cubicBezTo>
                      <a:pt x="0" y="25"/>
                      <a:pt x="6" y="26"/>
                      <a:pt x="7" y="26"/>
                    </a:cubicBezTo>
                    <a:cubicBezTo>
                      <a:pt x="10" y="28"/>
                      <a:pt x="12" y="32"/>
                      <a:pt x="15" y="32"/>
                    </a:cubicBezTo>
                    <a:cubicBezTo>
                      <a:pt x="16" y="33"/>
                      <a:pt x="18" y="31"/>
                      <a:pt x="19" y="30"/>
                    </a:cubicBezTo>
                    <a:cubicBezTo>
                      <a:pt x="21" y="29"/>
                      <a:pt x="23" y="30"/>
                      <a:pt x="25" y="29"/>
                    </a:cubicBezTo>
                    <a:cubicBezTo>
                      <a:pt x="27" y="29"/>
                      <a:pt x="27" y="28"/>
                      <a:pt x="28" y="26"/>
                    </a:cubicBezTo>
                    <a:cubicBezTo>
                      <a:pt x="28" y="24"/>
                      <a:pt x="28" y="23"/>
                      <a:pt x="31" y="21"/>
                    </a:cubicBezTo>
                    <a:cubicBezTo>
                      <a:pt x="33" y="20"/>
                      <a:pt x="34" y="18"/>
                      <a:pt x="37" y="17"/>
                    </a:cubicBezTo>
                    <a:cubicBezTo>
                      <a:pt x="40" y="15"/>
                      <a:pt x="43" y="14"/>
                      <a:pt x="46" y="13"/>
                    </a:cubicBezTo>
                    <a:cubicBezTo>
                      <a:pt x="46" y="13"/>
                      <a:pt x="53" y="10"/>
                      <a:pt x="52" y="10"/>
                    </a:cubicBezTo>
                    <a:cubicBezTo>
                      <a:pt x="51" y="9"/>
                      <a:pt x="54" y="11"/>
                      <a:pt x="52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79" name="Freeform 577"/>
              <p:cNvSpPr>
                <a:spLocks/>
              </p:cNvSpPr>
              <p:nvPr/>
            </p:nvSpPr>
            <p:spPr bwMode="auto">
              <a:xfrm>
                <a:off x="6811655" y="4589235"/>
                <a:ext cx="66879" cy="38227"/>
              </a:xfrm>
              <a:custGeom>
                <a:avLst/>
                <a:gdLst>
                  <a:gd name="T0" fmla="*/ 4 w 7"/>
                  <a:gd name="T1" fmla="*/ 4 h 4"/>
                  <a:gd name="T2" fmla="*/ 1 w 7"/>
                  <a:gd name="T3" fmla="*/ 3 h 4"/>
                  <a:gd name="T4" fmla="*/ 3 w 7"/>
                  <a:gd name="T5" fmla="*/ 0 h 4"/>
                  <a:gd name="T6" fmla="*/ 4 w 7"/>
                  <a:gd name="T7" fmla="*/ 4 h 4"/>
                  <a:gd name="T8" fmla="*/ 4 w 7"/>
                  <a:gd name="T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4" y="4"/>
                    </a:moveTo>
                    <a:cubicBezTo>
                      <a:pt x="3" y="4"/>
                      <a:pt x="1" y="4"/>
                      <a:pt x="1" y="3"/>
                    </a:cubicBezTo>
                    <a:cubicBezTo>
                      <a:pt x="0" y="2"/>
                      <a:pt x="3" y="0"/>
                      <a:pt x="3" y="0"/>
                    </a:cubicBezTo>
                    <a:cubicBezTo>
                      <a:pt x="6" y="0"/>
                      <a:pt x="7" y="4"/>
                      <a:pt x="4" y="4"/>
                    </a:cubicBezTo>
                    <a:cubicBezTo>
                      <a:pt x="1" y="3"/>
                      <a:pt x="6" y="4"/>
                      <a:pt x="4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0" name="Freeform 578"/>
              <p:cNvSpPr>
                <a:spLocks/>
              </p:cNvSpPr>
              <p:nvPr/>
            </p:nvSpPr>
            <p:spPr bwMode="auto">
              <a:xfrm>
                <a:off x="6235221" y="4420403"/>
                <a:ext cx="560509" cy="264400"/>
              </a:xfrm>
              <a:custGeom>
                <a:avLst/>
                <a:gdLst>
                  <a:gd name="T0" fmla="*/ 50 w 60"/>
                  <a:gd name="T1" fmla="*/ 22 h 28"/>
                  <a:gd name="T2" fmla="*/ 48 w 60"/>
                  <a:gd name="T3" fmla="*/ 21 h 28"/>
                  <a:gd name="T4" fmla="*/ 46 w 60"/>
                  <a:gd name="T5" fmla="*/ 23 h 28"/>
                  <a:gd name="T6" fmla="*/ 43 w 60"/>
                  <a:gd name="T7" fmla="*/ 22 h 28"/>
                  <a:gd name="T8" fmla="*/ 40 w 60"/>
                  <a:gd name="T9" fmla="*/ 23 h 28"/>
                  <a:gd name="T10" fmla="*/ 24 w 60"/>
                  <a:gd name="T11" fmla="*/ 27 h 28"/>
                  <a:gd name="T12" fmla="*/ 19 w 60"/>
                  <a:gd name="T13" fmla="*/ 28 h 28"/>
                  <a:gd name="T14" fmla="*/ 17 w 60"/>
                  <a:gd name="T15" fmla="*/ 24 h 28"/>
                  <a:gd name="T16" fmla="*/ 24 w 60"/>
                  <a:gd name="T17" fmla="*/ 22 h 28"/>
                  <a:gd name="T18" fmla="*/ 29 w 60"/>
                  <a:gd name="T19" fmla="*/ 22 h 28"/>
                  <a:gd name="T20" fmla="*/ 31 w 60"/>
                  <a:gd name="T21" fmla="*/ 20 h 28"/>
                  <a:gd name="T22" fmla="*/ 24 w 60"/>
                  <a:gd name="T23" fmla="*/ 20 h 28"/>
                  <a:gd name="T24" fmla="*/ 19 w 60"/>
                  <a:gd name="T25" fmla="*/ 21 h 28"/>
                  <a:gd name="T26" fmla="*/ 19 w 60"/>
                  <a:gd name="T27" fmla="*/ 19 h 28"/>
                  <a:gd name="T28" fmla="*/ 12 w 60"/>
                  <a:gd name="T29" fmla="*/ 21 h 28"/>
                  <a:gd name="T30" fmla="*/ 11 w 60"/>
                  <a:gd name="T31" fmla="*/ 22 h 28"/>
                  <a:gd name="T32" fmla="*/ 9 w 60"/>
                  <a:gd name="T33" fmla="*/ 23 h 28"/>
                  <a:gd name="T34" fmla="*/ 5 w 60"/>
                  <a:gd name="T35" fmla="*/ 21 h 28"/>
                  <a:gd name="T36" fmla="*/ 0 w 60"/>
                  <a:gd name="T37" fmla="*/ 20 h 28"/>
                  <a:gd name="T38" fmla="*/ 4 w 60"/>
                  <a:gd name="T39" fmla="*/ 18 h 28"/>
                  <a:gd name="T40" fmla="*/ 9 w 60"/>
                  <a:gd name="T41" fmla="*/ 17 h 28"/>
                  <a:gd name="T42" fmla="*/ 11 w 60"/>
                  <a:gd name="T43" fmla="*/ 16 h 28"/>
                  <a:gd name="T44" fmla="*/ 5 w 60"/>
                  <a:gd name="T45" fmla="*/ 16 h 28"/>
                  <a:gd name="T46" fmla="*/ 4 w 60"/>
                  <a:gd name="T47" fmla="*/ 14 h 28"/>
                  <a:gd name="T48" fmla="*/ 12 w 60"/>
                  <a:gd name="T49" fmla="*/ 13 h 28"/>
                  <a:gd name="T50" fmla="*/ 4 w 60"/>
                  <a:gd name="T51" fmla="*/ 12 h 28"/>
                  <a:gd name="T52" fmla="*/ 13 w 60"/>
                  <a:gd name="T53" fmla="*/ 10 h 28"/>
                  <a:gd name="T54" fmla="*/ 9 w 60"/>
                  <a:gd name="T55" fmla="*/ 8 h 28"/>
                  <a:gd name="T56" fmla="*/ 14 w 60"/>
                  <a:gd name="T57" fmla="*/ 6 h 28"/>
                  <a:gd name="T58" fmla="*/ 17 w 60"/>
                  <a:gd name="T59" fmla="*/ 10 h 28"/>
                  <a:gd name="T60" fmla="*/ 25 w 60"/>
                  <a:gd name="T61" fmla="*/ 11 h 28"/>
                  <a:gd name="T62" fmla="*/ 29 w 60"/>
                  <a:gd name="T63" fmla="*/ 14 h 28"/>
                  <a:gd name="T64" fmla="*/ 32 w 60"/>
                  <a:gd name="T65" fmla="*/ 17 h 28"/>
                  <a:gd name="T66" fmla="*/ 39 w 60"/>
                  <a:gd name="T67" fmla="*/ 16 h 28"/>
                  <a:gd name="T68" fmla="*/ 37 w 60"/>
                  <a:gd name="T69" fmla="*/ 13 h 28"/>
                  <a:gd name="T70" fmla="*/ 38 w 60"/>
                  <a:gd name="T71" fmla="*/ 9 h 28"/>
                  <a:gd name="T72" fmla="*/ 36 w 60"/>
                  <a:gd name="T73" fmla="*/ 8 h 28"/>
                  <a:gd name="T74" fmla="*/ 38 w 60"/>
                  <a:gd name="T75" fmla="*/ 5 h 28"/>
                  <a:gd name="T76" fmla="*/ 43 w 60"/>
                  <a:gd name="T77" fmla="*/ 3 h 28"/>
                  <a:gd name="T78" fmla="*/ 44 w 60"/>
                  <a:gd name="T79" fmla="*/ 7 h 28"/>
                  <a:gd name="T80" fmla="*/ 45 w 60"/>
                  <a:gd name="T81" fmla="*/ 9 h 28"/>
                  <a:gd name="T82" fmla="*/ 44 w 60"/>
                  <a:gd name="T83" fmla="*/ 10 h 28"/>
                  <a:gd name="T84" fmla="*/ 47 w 60"/>
                  <a:gd name="T85" fmla="*/ 11 h 28"/>
                  <a:gd name="T86" fmla="*/ 51 w 60"/>
                  <a:gd name="T87" fmla="*/ 14 h 28"/>
                  <a:gd name="T88" fmla="*/ 53 w 60"/>
                  <a:gd name="T89" fmla="*/ 13 h 28"/>
                  <a:gd name="T90" fmla="*/ 57 w 60"/>
                  <a:gd name="T91" fmla="*/ 12 h 28"/>
                  <a:gd name="T92" fmla="*/ 59 w 60"/>
                  <a:gd name="T93" fmla="*/ 15 h 28"/>
                  <a:gd name="T94" fmla="*/ 58 w 60"/>
                  <a:gd name="T95" fmla="*/ 20 h 28"/>
                  <a:gd name="T96" fmla="*/ 50 w 60"/>
                  <a:gd name="T97" fmla="*/ 22 h 28"/>
                  <a:gd name="T98" fmla="*/ 50 w 60"/>
                  <a:gd name="T99" fmla="*/ 2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0" h="28">
                    <a:moveTo>
                      <a:pt x="50" y="22"/>
                    </a:moveTo>
                    <a:cubicBezTo>
                      <a:pt x="49" y="22"/>
                      <a:pt x="49" y="21"/>
                      <a:pt x="48" y="21"/>
                    </a:cubicBezTo>
                    <a:cubicBezTo>
                      <a:pt x="48" y="21"/>
                      <a:pt x="46" y="22"/>
                      <a:pt x="46" y="23"/>
                    </a:cubicBezTo>
                    <a:cubicBezTo>
                      <a:pt x="45" y="23"/>
                      <a:pt x="44" y="23"/>
                      <a:pt x="43" y="22"/>
                    </a:cubicBezTo>
                    <a:cubicBezTo>
                      <a:pt x="42" y="22"/>
                      <a:pt x="41" y="22"/>
                      <a:pt x="40" y="23"/>
                    </a:cubicBezTo>
                    <a:cubicBezTo>
                      <a:pt x="35" y="25"/>
                      <a:pt x="30" y="26"/>
                      <a:pt x="24" y="27"/>
                    </a:cubicBezTo>
                    <a:cubicBezTo>
                      <a:pt x="23" y="27"/>
                      <a:pt x="20" y="28"/>
                      <a:pt x="19" y="28"/>
                    </a:cubicBezTo>
                    <a:cubicBezTo>
                      <a:pt x="17" y="27"/>
                      <a:pt x="13" y="26"/>
                      <a:pt x="17" y="24"/>
                    </a:cubicBezTo>
                    <a:cubicBezTo>
                      <a:pt x="19" y="24"/>
                      <a:pt x="22" y="22"/>
                      <a:pt x="24" y="22"/>
                    </a:cubicBezTo>
                    <a:cubicBezTo>
                      <a:pt x="26" y="22"/>
                      <a:pt x="28" y="22"/>
                      <a:pt x="29" y="22"/>
                    </a:cubicBezTo>
                    <a:cubicBezTo>
                      <a:pt x="29" y="22"/>
                      <a:pt x="32" y="20"/>
                      <a:pt x="31" y="20"/>
                    </a:cubicBezTo>
                    <a:cubicBezTo>
                      <a:pt x="30" y="19"/>
                      <a:pt x="25" y="20"/>
                      <a:pt x="24" y="20"/>
                    </a:cubicBezTo>
                    <a:cubicBezTo>
                      <a:pt x="22" y="21"/>
                      <a:pt x="21" y="21"/>
                      <a:pt x="19" y="21"/>
                    </a:cubicBezTo>
                    <a:cubicBezTo>
                      <a:pt x="17" y="21"/>
                      <a:pt x="19" y="20"/>
                      <a:pt x="19" y="19"/>
                    </a:cubicBezTo>
                    <a:cubicBezTo>
                      <a:pt x="19" y="16"/>
                      <a:pt x="13" y="21"/>
                      <a:pt x="12" y="21"/>
                    </a:cubicBezTo>
                    <a:cubicBezTo>
                      <a:pt x="12" y="21"/>
                      <a:pt x="11" y="22"/>
                      <a:pt x="11" y="22"/>
                    </a:cubicBezTo>
                    <a:cubicBezTo>
                      <a:pt x="9" y="20"/>
                      <a:pt x="9" y="22"/>
                      <a:pt x="9" y="23"/>
                    </a:cubicBezTo>
                    <a:cubicBezTo>
                      <a:pt x="9" y="23"/>
                      <a:pt x="6" y="21"/>
                      <a:pt x="5" y="21"/>
                    </a:cubicBezTo>
                    <a:cubicBezTo>
                      <a:pt x="4" y="21"/>
                      <a:pt x="0" y="22"/>
                      <a:pt x="0" y="20"/>
                    </a:cubicBezTo>
                    <a:cubicBezTo>
                      <a:pt x="0" y="18"/>
                      <a:pt x="2" y="19"/>
                      <a:pt x="4" y="18"/>
                    </a:cubicBezTo>
                    <a:cubicBezTo>
                      <a:pt x="6" y="18"/>
                      <a:pt x="8" y="18"/>
                      <a:pt x="9" y="17"/>
                    </a:cubicBezTo>
                    <a:cubicBezTo>
                      <a:pt x="9" y="17"/>
                      <a:pt x="12" y="16"/>
                      <a:pt x="11" y="16"/>
                    </a:cubicBezTo>
                    <a:cubicBezTo>
                      <a:pt x="9" y="15"/>
                      <a:pt x="6" y="16"/>
                      <a:pt x="5" y="16"/>
                    </a:cubicBezTo>
                    <a:cubicBezTo>
                      <a:pt x="2" y="16"/>
                      <a:pt x="0" y="14"/>
                      <a:pt x="4" y="14"/>
                    </a:cubicBezTo>
                    <a:cubicBezTo>
                      <a:pt x="6" y="14"/>
                      <a:pt x="10" y="13"/>
                      <a:pt x="12" y="13"/>
                    </a:cubicBezTo>
                    <a:cubicBezTo>
                      <a:pt x="11" y="13"/>
                      <a:pt x="4" y="14"/>
                      <a:pt x="4" y="12"/>
                    </a:cubicBezTo>
                    <a:cubicBezTo>
                      <a:pt x="3" y="10"/>
                      <a:pt x="12" y="11"/>
                      <a:pt x="13" y="10"/>
                    </a:cubicBezTo>
                    <a:cubicBezTo>
                      <a:pt x="13" y="10"/>
                      <a:pt x="9" y="9"/>
                      <a:pt x="9" y="8"/>
                    </a:cubicBezTo>
                    <a:cubicBezTo>
                      <a:pt x="8" y="7"/>
                      <a:pt x="14" y="6"/>
                      <a:pt x="14" y="6"/>
                    </a:cubicBezTo>
                    <a:cubicBezTo>
                      <a:pt x="17" y="6"/>
                      <a:pt x="15" y="10"/>
                      <a:pt x="17" y="10"/>
                    </a:cubicBezTo>
                    <a:cubicBezTo>
                      <a:pt x="20" y="10"/>
                      <a:pt x="22" y="10"/>
                      <a:pt x="25" y="11"/>
                    </a:cubicBezTo>
                    <a:cubicBezTo>
                      <a:pt x="26" y="12"/>
                      <a:pt x="28" y="13"/>
                      <a:pt x="29" y="14"/>
                    </a:cubicBezTo>
                    <a:cubicBezTo>
                      <a:pt x="31" y="16"/>
                      <a:pt x="30" y="17"/>
                      <a:pt x="32" y="17"/>
                    </a:cubicBezTo>
                    <a:cubicBezTo>
                      <a:pt x="35" y="17"/>
                      <a:pt x="37" y="17"/>
                      <a:pt x="39" y="16"/>
                    </a:cubicBezTo>
                    <a:cubicBezTo>
                      <a:pt x="43" y="15"/>
                      <a:pt x="37" y="14"/>
                      <a:pt x="37" y="13"/>
                    </a:cubicBezTo>
                    <a:cubicBezTo>
                      <a:pt x="37" y="13"/>
                      <a:pt x="45" y="12"/>
                      <a:pt x="38" y="9"/>
                    </a:cubicBezTo>
                    <a:cubicBezTo>
                      <a:pt x="37" y="9"/>
                      <a:pt x="35" y="9"/>
                      <a:pt x="36" y="8"/>
                    </a:cubicBezTo>
                    <a:cubicBezTo>
                      <a:pt x="37" y="7"/>
                      <a:pt x="38" y="6"/>
                      <a:pt x="38" y="5"/>
                    </a:cubicBezTo>
                    <a:cubicBezTo>
                      <a:pt x="39" y="4"/>
                      <a:pt x="43" y="0"/>
                      <a:pt x="43" y="3"/>
                    </a:cubicBezTo>
                    <a:cubicBezTo>
                      <a:pt x="43" y="4"/>
                      <a:pt x="44" y="5"/>
                      <a:pt x="44" y="7"/>
                    </a:cubicBezTo>
                    <a:cubicBezTo>
                      <a:pt x="45" y="7"/>
                      <a:pt x="45" y="8"/>
                      <a:pt x="45" y="9"/>
                    </a:cubicBezTo>
                    <a:cubicBezTo>
                      <a:pt x="46" y="10"/>
                      <a:pt x="44" y="9"/>
                      <a:pt x="44" y="10"/>
                    </a:cubicBezTo>
                    <a:cubicBezTo>
                      <a:pt x="44" y="12"/>
                      <a:pt x="47" y="10"/>
                      <a:pt x="47" y="11"/>
                    </a:cubicBezTo>
                    <a:cubicBezTo>
                      <a:pt x="47" y="13"/>
                      <a:pt x="50" y="14"/>
                      <a:pt x="51" y="14"/>
                    </a:cubicBezTo>
                    <a:cubicBezTo>
                      <a:pt x="53" y="14"/>
                      <a:pt x="53" y="15"/>
                      <a:pt x="53" y="13"/>
                    </a:cubicBezTo>
                    <a:cubicBezTo>
                      <a:pt x="53" y="11"/>
                      <a:pt x="55" y="11"/>
                      <a:pt x="57" y="12"/>
                    </a:cubicBezTo>
                    <a:cubicBezTo>
                      <a:pt x="58" y="12"/>
                      <a:pt x="60" y="14"/>
                      <a:pt x="59" y="15"/>
                    </a:cubicBezTo>
                    <a:cubicBezTo>
                      <a:pt x="59" y="16"/>
                      <a:pt x="58" y="19"/>
                      <a:pt x="58" y="20"/>
                    </a:cubicBezTo>
                    <a:cubicBezTo>
                      <a:pt x="57" y="21"/>
                      <a:pt x="51" y="22"/>
                      <a:pt x="50" y="22"/>
                    </a:cubicBezTo>
                    <a:cubicBezTo>
                      <a:pt x="48" y="21"/>
                      <a:pt x="51" y="22"/>
                      <a:pt x="50" y="2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1" name="Freeform 579"/>
              <p:cNvSpPr>
                <a:spLocks/>
              </p:cNvSpPr>
              <p:nvPr/>
            </p:nvSpPr>
            <p:spPr bwMode="auto">
              <a:xfrm>
                <a:off x="6139678" y="4525526"/>
                <a:ext cx="95541" cy="63711"/>
              </a:xfrm>
              <a:custGeom>
                <a:avLst/>
                <a:gdLst>
                  <a:gd name="T0" fmla="*/ 9 w 10"/>
                  <a:gd name="T1" fmla="*/ 1 h 7"/>
                  <a:gd name="T2" fmla="*/ 0 w 10"/>
                  <a:gd name="T3" fmla="*/ 5 h 7"/>
                  <a:gd name="T4" fmla="*/ 6 w 10"/>
                  <a:gd name="T5" fmla="*/ 5 h 7"/>
                  <a:gd name="T6" fmla="*/ 9 w 10"/>
                  <a:gd name="T7" fmla="*/ 1 h 7"/>
                  <a:gd name="T8" fmla="*/ 9 w 10"/>
                  <a:gd name="T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7">
                    <a:moveTo>
                      <a:pt x="9" y="1"/>
                    </a:moveTo>
                    <a:cubicBezTo>
                      <a:pt x="8" y="1"/>
                      <a:pt x="0" y="5"/>
                      <a:pt x="0" y="5"/>
                    </a:cubicBezTo>
                    <a:cubicBezTo>
                      <a:pt x="2" y="6"/>
                      <a:pt x="5" y="7"/>
                      <a:pt x="6" y="5"/>
                    </a:cubicBezTo>
                    <a:cubicBezTo>
                      <a:pt x="7" y="4"/>
                      <a:pt x="9" y="0"/>
                      <a:pt x="9" y="1"/>
                    </a:cubicBezTo>
                    <a:cubicBezTo>
                      <a:pt x="7" y="1"/>
                      <a:pt x="10" y="0"/>
                      <a:pt x="9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2" name="Freeform 580"/>
              <p:cNvSpPr>
                <a:spLocks/>
              </p:cNvSpPr>
              <p:nvPr/>
            </p:nvSpPr>
            <p:spPr bwMode="auto">
              <a:xfrm>
                <a:off x="5974074" y="4385363"/>
                <a:ext cx="343950" cy="159279"/>
              </a:xfrm>
              <a:custGeom>
                <a:avLst/>
                <a:gdLst>
                  <a:gd name="T0" fmla="*/ 30 w 37"/>
                  <a:gd name="T1" fmla="*/ 12 h 17"/>
                  <a:gd name="T2" fmla="*/ 27 w 37"/>
                  <a:gd name="T3" fmla="*/ 13 h 17"/>
                  <a:gd name="T4" fmla="*/ 26 w 37"/>
                  <a:gd name="T5" fmla="*/ 10 h 17"/>
                  <a:gd name="T6" fmla="*/ 23 w 37"/>
                  <a:gd name="T7" fmla="*/ 8 h 17"/>
                  <a:gd name="T8" fmla="*/ 22 w 37"/>
                  <a:gd name="T9" fmla="*/ 10 h 17"/>
                  <a:gd name="T10" fmla="*/ 21 w 37"/>
                  <a:gd name="T11" fmla="*/ 9 h 17"/>
                  <a:gd name="T12" fmla="*/ 20 w 37"/>
                  <a:gd name="T13" fmla="*/ 13 h 17"/>
                  <a:gd name="T14" fmla="*/ 17 w 37"/>
                  <a:gd name="T15" fmla="*/ 14 h 17"/>
                  <a:gd name="T16" fmla="*/ 16 w 37"/>
                  <a:gd name="T17" fmla="*/ 16 h 17"/>
                  <a:gd name="T18" fmla="*/ 12 w 37"/>
                  <a:gd name="T19" fmla="*/ 17 h 17"/>
                  <a:gd name="T20" fmla="*/ 10 w 37"/>
                  <a:gd name="T21" fmla="*/ 15 h 17"/>
                  <a:gd name="T22" fmla="*/ 5 w 37"/>
                  <a:gd name="T23" fmla="*/ 16 h 17"/>
                  <a:gd name="T24" fmla="*/ 1 w 37"/>
                  <a:gd name="T25" fmla="*/ 17 h 17"/>
                  <a:gd name="T26" fmla="*/ 2 w 37"/>
                  <a:gd name="T27" fmla="*/ 13 h 17"/>
                  <a:gd name="T28" fmla="*/ 0 w 37"/>
                  <a:gd name="T29" fmla="*/ 14 h 17"/>
                  <a:gd name="T30" fmla="*/ 6 w 37"/>
                  <a:gd name="T31" fmla="*/ 12 h 17"/>
                  <a:gd name="T32" fmla="*/ 9 w 37"/>
                  <a:gd name="T33" fmla="*/ 10 h 17"/>
                  <a:gd name="T34" fmla="*/ 13 w 37"/>
                  <a:gd name="T35" fmla="*/ 7 h 17"/>
                  <a:gd name="T36" fmla="*/ 18 w 37"/>
                  <a:gd name="T37" fmla="*/ 3 h 17"/>
                  <a:gd name="T38" fmla="*/ 24 w 37"/>
                  <a:gd name="T39" fmla="*/ 3 h 17"/>
                  <a:gd name="T40" fmla="*/ 30 w 37"/>
                  <a:gd name="T41" fmla="*/ 3 h 17"/>
                  <a:gd name="T42" fmla="*/ 32 w 37"/>
                  <a:gd name="T43" fmla="*/ 0 h 17"/>
                  <a:gd name="T44" fmla="*/ 36 w 37"/>
                  <a:gd name="T45" fmla="*/ 2 h 17"/>
                  <a:gd name="T46" fmla="*/ 34 w 37"/>
                  <a:gd name="T47" fmla="*/ 4 h 17"/>
                  <a:gd name="T48" fmla="*/ 34 w 37"/>
                  <a:gd name="T49" fmla="*/ 7 h 17"/>
                  <a:gd name="T50" fmla="*/ 35 w 37"/>
                  <a:gd name="T51" fmla="*/ 9 h 17"/>
                  <a:gd name="T52" fmla="*/ 31 w 37"/>
                  <a:gd name="T53" fmla="*/ 10 h 17"/>
                  <a:gd name="T54" fmla="*/ 30 w 37"/>
                  <a:gd name="T55" fmla="*/ 12 h 17"/>
                  <a:gd name="T56" fmla="*/ 30 w 37"/>
                  <a:gd name="T57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" h="17">
                    <a:moveTo>
                      <a:pt x="30" y="12"/>
                    </a:moveTo>
                    <a:cubicBezTo>
                      <a:pt x="29" y="13"/>
                      <a:pt x="27" y="13"/>
                      <a:pt x="27" y="13"/>
                    </a:cubicBezTo>
                    <a:cubicBezTo>
                      <a:pt x="24" y="13"/>
                      <a:pt x="25" y="11"/>
                      <a:pt x="26" y="10"/>
                    </a:cubicBezTo>
                    <a:cubicBezTo>
                      <a:pt x="27" y="8"/>
                      <a:pt x="24" y="7"/>
                      <a:pt x="23" y="8"/>
                    </a:cubicBezTo>
                    <a:cubicBezTo>
                      <a:pt x="23" y="9"/>
                      <a:pt x="23" y="10"/>
                      <a:pt x="22" y="10"/>
                    </a:cubicBezTo>
                    <a:cubicBezTo>
                      <a:pt x="22" y="10"/>
                      <a:pt x="21" y="10"/>
                      <a:pt x="21" y="9"/>
                    </a:cubicBezTo>
                    <a:cubicBezTo>
                      <a:pt x="20" y="10"/>
                      <a:pt x="21" y="12"/>
                      <a:pt x="20" y="13"/>
                    </a:cubicBezTo>
                    <a:cubicBezTo>
                      <a:pt x="19" y="15"/>
                      <a:pt x="18" y="13"/>
                      <a:pt x="17" y="14"/>
                    </a:cubicBezTo>
                    <a:cubicBezTo>
                      <a:pt x="16" y="14"/>
                      <a:pt x="17" y="16"/>
                      <a:pt x="16" y="16"/>
                    </a:cubicBezTo>
                    <a:cubicBezTo>
                      <a:pt x="16" y="17"/>
                      <a:pt x="13" y="17"/>
                      <a:pt x="12" y="17"/>
                    </a:cubicBezTo>
                    <a:cubicBezTo>
                      <a:pt x="11" y="16"/>
                      <a:pt x="11" y="14"/>
                      <a:pt x="10" y="15"/>
                    </a:cubicBezTo>
                    <a:cubicBezTo>
                      <a:pt x="8" y="16"/>
                      <a:pt x="7" y="16"/>
                      <a:pt x="5" y="16"/>
                    </a:cubicBezTo>
                    <a:cubicBezTo>
                      <a:pt x="4" y="16"/>
                      <a:pt x="2" y="17"/>
                      <a:pt x="1" y="17"/>
                    </a:cubicBezTo>
                    <a:cubicBezTo>
                      <a:pt x="0" y="17"/>
                      <a:pt x="3" y="14"/>
                      <a:pt x="2" y="13"/>
                    </a:cubicBezTo>
                    <a:cubicBezTo>
                      <a:pt x="2" y="13"/>
                      <a:pt x="1" y="14"/>
                      <a:pt x="0" y="14"/>
                    </a:cubicBezTo>
                    <a:cubicBezTo>
                      <a:pt x="0" y="13"/>
                      <a:pt x="5" y="12"/>
                      <a:pt x="6" y="12"/>
                    </a:cubicBezTo>
                    <a:cubicBezTo>
                      <a:pt x="8" y="12"/>
                      <a:pt x="8" y="11"/>
                      <a:pt x="9" y="10"/>
                    </a:cubicBezTo>
                    <a:cubicBezTo>
                      <a:pt x="11" y="8"/>
                      <a:pt x="12" y="8"/>
                      <a:pt x="13" y="7"/>
                    </a:cubicBezTo>
                    <a:cubicBezTo>
                      <a:pt x="15" y="5"/>
                      <a:pt x="16" y="3"/>
                      <a:pt x="18" y="3"/>
                    </a:cubicBezTo>
                    <a:cubicBezTo>
                      <a:pt x="20" y="2"/>
                      <a:pt x="22" y="2"/>
                      <a:pt x="24" y="3"/>
                    </a:cubicBezTo>
                    <a:cubicBezTo>
                      <a:pt x="26" y="3"/>
                      <a:pt x="29" y="4"/>
                      <a:pt x="30" y="3"/>
                    </a:cubicBezTo>
                    <a:cubicBezTo>
                      <a:pt x="31" y="2"/>
                      <a:pt x="30" y="0"/>
                      <a:pt x="32" y="0"/>
                    </a:cubicBezTo>
                    <a:cubicBezTo>
                      <a:pt x="32" y="0"/>
                      <a:pt x="36" y="1"/>
                      <a:pt x="36" y="2"/>
                    </a:cubicBezTo>
                    <a:cubicBezTo>
                      <a:pt x="37" y="2"/>
                      <a:pt x="34" y="3"/>
                      <a:pt x="34" y="4"/>
                    </a:cubicBezTo>
                    <a:cubicBezTo>
                      <a:pt x="34" y="5"/>
                      <a:pt x="37" y="6"/>
                      <a:pt x="34" y="7"/>
                    </a:cubicBezTo>
                    <a:cubicBezTo>
                      <a:pt x="33" y="8"/>
                      <a:pt x="36" y="9"/>
                      <a:pt x="35" y="9"/>
                    </a:cubicBezTo>
                    <a:cubicBezTo>
                      <a:pt x="33" y="10"/>
                      <a:pt x="32" y="10"/>
                      <a:pt x="31" y="10"/>
                    </a:cubicBezTo>
                    <a:cubicBezTo>
                      <a:pt x="31" y="11"/>
                      <a:pt x="31" y="11"/>
                      <a:pt x="30" y="12"/>
                    </a:cubicBezTo>
                    <a:cubicBezTo>
                      <a:pt x="29" y="13"/>
                      <a:pt x="31" y="11"/>
                      <a:pt x="30" y="1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3" name="Freeform 581"/>
              <p:cNvSpPr>
                <a:spLocks/>
              </p:cNvSpPr>
              <p:nvPr/>
            </p:nvSpPr>
            <p:spPr bwMode="auto">
              <a:xfrm>
                <a:off x="6346686" y="4449069"/>
                <a:ext cx="73248" cy="19114"/>
              </a:xfrm>
              <a:custGeom>
                <a:avLst/>
                <a:gdLst>
                  <a:gd name="T0" fmla="*/ 6 w 8"/>
                  <a:gd name="T1" fmla="*/ 2 h 2"/>
                  <a:gd name="T2" fmla="*/ 3 w 8"/>
                  <a:gd name="T3" fmla="*/ 0 h 2"/>
                  <a:gd name="T4" fmla="*/ 6 w 8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2">
                    <a:moveTo>
                      <a:pt x="6" y="2"/>
                    </a:moveTo>
                    <a:cubicBezTo>
                      <a:pt x="4" y="2"/>
                      <a:pt x="0" y="1"/>
                      <a:pt x="3" y="0"/>
                    </a:cubicBezTo>
                    <a:cubicBezTo>
                      <a:pt x="5" y="0"/>
                      <a:pt x="8" y="2"/>
                      <a:pt x="6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4" name="Freeform 582"/>
              <p:cNvSpPr>
                <a:spLocks/>
              </p:cNvSpPr>
              <p:nvPr/>
            </p:nvSpPr>
            <p:spPr bwMode="auto">
              <a:xfrm>
                <a:off x="6410381" y="4318467"/>
                <a:ext cx="197453" cy="92380"/>
              </a:xfrm>
              <a:custGeom>
                <a:avLst/>
                <a:gdLst>
                  <a:gd name="T0" fmla="*/ 7 w 21"/>
                  <a:gd name="T1" fmla="*/ 9 h 10"/>
                  <a:gd name="T2" fmla="*/ 2 w 21"/>
                  <a:gd name="T3" fmla="*/ 4 h 10"/>
                  <a:gd name="T4" fmla="*/ 9 w 21"/>
                  <a:gd name="T5" fmla="*/ 2 h 10"/>
                  <a:gd name="T6" fmla="*/ 17 w 21"/>
                  <a:gd name="T7" fmla="*/ 0 h 10"/>
                  <a:gd name="T8" fmla="*/ 19 w 21"/>
                  <a:gd name="T9" fmla="*/ 2 h 10"/>
                  <a:gd name="T10" fmla="*/ 14 w 21"/>
                  <a:gd name="T11" fmla="*/ 4 h 10"/>
                  <a:gd name="T12" fmla="*/ 15 w 21"/>
                  <a:gd name="T13" fmla="*/ 7 h 10"/>
                  <a:gd name="T14" fmla="*/ 7 w 21"/>
                  <a:gd name="T15" fmla="*/ 9 h 10"/>
                  <a:gd name="T16" fmla="*/ 7 w 21"/>
                  <a:gd name="T17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10">
                    <a:moveTo>
                      <a:pt x="7" y="9"/>
                    </a:moveTo>
                    <a:cubicBezTo>
                      <a:pt x="6" y="9"/>
                      <a:pt x="0" y="6"/>
                      <a:pt x="2" y="4"/>
                    </a:cubicBezTo>
                    <a:cubicBezTo>
                      <a:pt x="4" y="2"/>
                      <a:pt x="7" y="2"/>
                      <a:pt x="9" y="2"/>
                    </a:cubicBezTo>
                    <a:cubicBezTo>
                      <a:pt x="12" y="1"/>
                      <a:pt x="15" y="0"/>
                      <a:pt x="17" y="0"/>
                    </a:cubicBezTo>
                    <a:cubicBezTo>
                      <a:pt x="18" y="0"/>
                      <a:pt x="21" y="1"/>
                      <a:pt x="19" y="2"/>
                    </a:cubicBezTo>
                    <a:cubicBezTo>
                      <a:pt x="18" y="3"/>
                      <a:pt x="15" y="2"/>
                      <a:pt x="14" y="4"/>
                    </a:cubicBezTo>
                    <a:cubicBezTo>
                      <a:pt x="14" y="4"/>
                      <a:pt x="19" y="6"/>
                      <a:pt x="15" y="7"/>
                    </a:cubicBezTo>
                    <a:cubicBezTo>
                      <a:pt x="13" y="8"/>
                      <a:pt x="10" y="10"/>
                      <a:pt x="7" y="9"/>
                    </a:cubicBezTo>
                    <a:cubicBezTo>
                      <a:pt x="5" y="9"/>
                      <a:pt x="9" y="10"/>
                      <a:pt x="7" y="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5" name="Freeform 583"/>
              <p:cNvSpPr>
                <a:spLocks/>
              </p:cNvSpPr>
              <p:nvPr/>
            </p:nvSpPr>
            <p:spPr bwMode="auto">
              <a:xfrm>
                <a:off x="6327577" y="4337578"/>
                <a:ext cx="73248" cy="38227"/>
              </a:xfrm>
              <a:custGeom>
                <a:avLst/>
                <a:gdLst>
                  <a:gd name="T0" fmla="*/ 6 w 8"/>
                  <a:gd name="T1" fmla="*/ 4 h 4"/>
                  <a:gd name="T2" fmla="*/ 3 w 8"/>
                  <a:gd name="T3" fmla="*/ 0 h 4"/>
                  <a:gd name="T4" fmla="*/ 6 w 8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4">
                    <a:moveTo>
                      <a:pt x="6" y="4"/>
                    </a:moveTo>
                    <a:cubicBezTo>
                      <a:pt x="4" y="4"/>
                      <a:pt x="0" y="0"/>
                      <a:pt x="3" y="0"/>
                    </a:cubicBezTo>
                    <a:cubicBezTo>
                      <a:pt x="6" y="0"/>
                      <a:pt x="8" y="3"/>
                      <a:pt x="6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6" name="Freeform 584"/>
              <p:cNvSpPr>
                <a:spLocks/>
              </p:cNvSpPr>
              <p:nvPr/>
            </p:nvSpPr>
            <p:spPr bwMode="auto">
              <a:xfrm>
                <a:off x="6429489" y="4251568"/>
                <a:ext cx="197453" cy="66896"/>
              </a:xfrm>
              <a:custGeom>
                <a:avLst/>
                <a:gdLst>
                  <a:gd name="T0" fmla="*/ 1 w 21"/>
                  <a:gd name="T1" fmla="*/ 5 h 7"/>
                  <a:gd name="T2" fmla="*/ 4 w 21"/>
                  <a:gd name="T3" fmla="*/ 4 h 7"/>
                  <a:gd name="T4" fmla="*/ 9 w 21"/>
                  <a:gd name="T5" fmla="*/ 1 h 7"/>
                  <a:gd name="T6" fmla="*/ 18 w 21"/>
                  <a:gd name="T7" fmla="*/ 3 h 7"/>
                  <a:gd name="T8" fmla="*/ 11 w 21"/>
                  <a:gd name="T9" fmla="*/ 6 h 7"/>
                  <a:gd name="T10" fmla="*/ 6 w 21"/>
                  <a:gd name="T11" fmla="*/ 6 h 7"/>
                  <a:gd name="T12" fmla="*/ 1 w 21"/>
                  <a:gd name="T13" fmla="*/ 5 h 7"/>
                  <a:gd name="T14" fmla="*/ 1 w 21"/>
                  <a:gd name="T1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7">
                    <a:moveTo>
                      <a:pt x="1" y="5"/>
                    </a:moveTo>
                    <a:cubicBezTo>
                      <a:pt x="0" y="5"/>
                      <a:pt x="3" y="4"/>
                      <a:pt x="4" y="4"/>
                    </a:cubicBezTo>
                    <a:cubicBezTo>
                      <a:pt x="6" y="3"/>
                      <a:pt x="7" y="2"/>
                      <a:pt x="9" y="1"/>
                    </a:cubicBezTo>
                    <a:cubicBezTo>
                      <a:pt x="12" y="0"/>
                      <a:pt x="15" y="1"/>
                      <a:pt x="18" y="3"/>
                    </a:cubicBezTo>
                    <a:cubicBezTo>
                      <a:pt x="21" y="6"/>
                      <a:pt x="12" y="6"/>
                      <a:pt x="11" y="6"/>
                    </a:cubicBezTo>
                    <a:cubicBezTo>
                      <a:pt x="9" y="6"/>
                      <a:pt x="8" y="7"/>
                      <a:pt x="6" y="6"/>
                    </a:cubicBezTo>
                    <a:cubicBezTo>
                      <a:pt x="4" y="5"/>
                      <a:pt x="2" y="6"/>
                      <a:pt x="1" y="5"/>
                    </a:cubicBezTo>
                    <a:cubicBezTo>
                      <a:pt x="0" y="4"/>
                      <a:pt x="2" y="6"/>
                      <a:pt x="1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7" name="Freeform 585"/>
              <p:cNvSpPr>
                <a:spLocks/>
              </p:cNvSpPr>
              <p:nvPr/>
            </p:nvSpPr>
            <p:spPr bwMode="auto">
              <a:xfrm>
                <a:off x="6907195" y="4449069"/>
                <a:ext cx="261145" cy="178393"/>
              </a:xfrm>
              <a:custGeom>
                <a:avLst/>
                <a:gdLst>
                  <a:gd name="T0" fmla="*/ 22 w 28"/>
                  <a:gd name="T1" fmla="*/ 19 h 19"/>
                  <a:gd name="T2" fmla="*/ 15 w 28"/>
                  <a:gd name="T3" fmla="*/ 19 h 19"/>
                  <a:gd name="T4" fmla="*/ 15 w 28"/>
                  <a:gd name="T5" fmla="*/ 17 h 19"/>
                  <a:gd name="T6" fmla="*/ 12 w 28"/>
                  <a:gd name="T7" fmla="*/ 15 h 19"/>
                  <a:gd name="T8" fmla="*/ 17 w 28"/>
                  <a:gd name="T9" fmla="*/ 13 h 19"/>
                  <a:gd name="T10" fmla="*/ 16 w 28"/>
                  <a:gd name="T11" fmla="*/ 12 h 19"/>
                  <a:gd name="T12" fmla="*/ 9 w 28"/>
                  <a:gd name="T13" fmla="*/ 13 h 19"/>
                  <a:gd name="T14" fmla="*/ 2 w 28"/>
                  <a:gd name="T15" fmla="*/ 13 h 19"/>
                  <a:gd name="T16" fmla="*/ 1 w 28"/>
                  <a:gd name="T17" fmla="*/ 12 h 19"/>
                  <a:gd name="T18" fmla="*/ 7 w 28"/>
                  <a:gd name="T19" fmla="*/ 10 h 19"/>
                  <a:gd name="T20" fmla="*/ 4 w 28"/>
                  <a:gd name="T21" fmla="*/ 8 h 19"/>
                  <a:gd name="T22" fmla="*/ 7 w 28"/>
                  <a:gd name="T23" fmla="*/ 6 h 19"/>
                  <a:gd name="T24" fmla="*/ 3 w 28"/>
                  <a:gd name="T25" fmla="*/ 6 h 19"/>
                  <a:gd name="T26" fmla="*/ 7 w 28"/>
                  <a:gd name="T27" fmla="*/ 4 h 19"/>
                  <a:gd name="T28" fmla="*/ 13 w 28"/>
                  <a:gd name="T29" fmla="*/ 8 h 19"/>
                  <a:gd name="T30" fmla="*/ 16 w 28"/>
                  <a:gd name="T31" fmla="*/ 9 h 19"/>
                  <a:gd name="T32" fmla="*/ 13 w 28"/>
                  <a:gd name="T33" fmla="*/ 7 h 19"/>
                  <a:gd name="T34" fmla="*/ 14 w 28"/>
                  <a:gd name="T35" fmla="*/ 5 h 19"/>
                  <a:gd name="T36" fmla="*/ 11 w 28"/>
                  <a:gd name="T37" fmla="*/ 4 h 19"/>
                  <a:gd name="T38" fmla="*/ 11 w 28"/>
                  <a:gd name="T39" fmla="*/ 2 h 19"/>
                  <a:gd name="T40" fmla="*/ 7 w 28"/>
                  <a:gd name="T41" fmla="*/ 3 h 19"/>
                  <a:gd name="T42" fmla="*/ 13 w 28"/>
                  <a:gd name="T43" fmla="*/ 1 h 19"/>
                  <a:gd name="T44" fmla="*/ 12 w 28"/>
                  <a:gd name="T45" fmla="*/ 2 h 19"/>
                  <a:gd name="T46" fmla="*/ 15 w 28"/>
                  <a:gd name="T47" fmla="*/ 3 h 19"/>
                  <a:gd name="T48" fmla="*/ 21 w 28"/>
                  <a:gd name="T49" fmla="*/ 2 h 19"/>
                  <a:gd name="T50" fmla="*/ 26 w 28"/>
                  <a:gd name="T51" fmla="*/ 8 h 19"/>
                  <a:gd name="T52" fmla="*/ 27 w 28"/>
                  <a:gd name="T53" fmla="*/ 12 h 19"/>
                  <a:gd name="T54" fmla="*/ 26 w 28"/>
                  <a:gd name="T55" fmla="*/ 14 h 19"/>
                  <a:gd name="T56" fmla="*/ 26 w 28"/>
                  <a:gd name="T57" fmla="*/ 17 h 19"/>
                  <a:gd name="T58" fmla="*/ 22 w 28"/>
                  <a:gd name="T59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" h="19">
                    <a:moveTo>
                      <a:pt x="22" y="19"/>
                    </a:moveTo>
                    <a:cubicBezTo>
                      <a:pt x="20" y="19"/>
                      <a:pt x="17" y="19"/>
                      <a:pt x="15" y="19"/>
                    </a:cubicBezTo>
                    <a:cubicBezTo>
                      <a:pt x="12" y="19"/>
                      <a:pt x="15" y="18"/>
                      <a:pt x="15" y="17"/>
                    </a:cubicBezTo>
                    <a:cubicBezTo>
                      <a:pt x="16" y="16"/>
                      <a:pt x="11" y="16"/>
                      <a:pt x="12" y="15"/>
                    </a:cubicBezTo>
                    <a:cubicBezTo>
                      <a:pt x="13" y="14"/>
                      <a:pt x="15" y="13"/>
                      <a:pt x="17" y="13"/>
                    </a:cubicBezTo>
                    <a:cubicBezTo>
                      <a:pt x="18" y="12"/>
                      <a:pt x="17" y="12"/>
                      <a:pt x="16" y="12"/>
                    </a:cubicBezTo>
                    <a:cubicBezTo>
                      <a:pt x="14" y="11"/>
                      <a:pt x="12" y="12"/>
                      <a:pt x="9" y="13"/>
                    </a:cubicBezTo>
                    <a:cubicBezTo>
                      <a:pt x="7" y="13"/>
                      <a:pt x="5" y="13"/>
                      <a:pt x="2" y="13"/>
                    </a:cubicBezTo>
                    <a:cubicBezTo>
                      <a:pt x="2" y="14"/>
                      <a:pt x="0" y="14"/>
                      <a:pt x="1" y="12"/>
                    </a:cubicBezTo>
                    <a:cubicBezTo>
                      <a:pt x="3" y="10"/>
                      <a:pt x="5" y="11"/>
                      <a:pt x="7" y="10"/>
                    </a:cubicBezTo>
                    <a:cubicBezTo>
                      <a:pt x="11" y="9"/>
                      <a:pt x="4" y="9"/>
                      <a:pt x="4" y="8"/>
                    </a:cubicBezTo>
                    <a:cubicBezTo>
                      <a:pt x="3" y="8"/>
                      <a:pt x="7" y="6"/>
                      <a:pt x="7" y="6"/>
                    </a:cubicBezTo>
                    <a:cubicBezTo>
                      <a:pt x="7" y="6"/>
                      <a:pt x="4" y="6"/>
                      <a:pt x="3" y="6"/>
                    </a:cubicBezTo>
                    <a:cubicBezTo>
                      <a:pt x="3" y="5"/>
                      <a:pt x="6" y="4"/>
                      <a:pt x="7" y="4"/>
                    </a:cubicBezTo>
                    <a:cubicBezTo>
                      <a:pt x="9" y="4"/>
                      <a:pt x="11" y="7"/>
                      <a:pt x="13" y="8"/>
                    </a:cubicBezTo>
                    <a:cubicBezTo>
                      <a:pt x="14" y="8"/>
                      <a:pt x="15" y="10"/>
                      <a:pt x="16" y="9"/>
                    </a:cubicBezTo>
                    <a:cubicBezTo>
                      <a:pt x="19" y="7"/>
                      <a:pt x="13" y="7"/>
                      <a:pt x="13" y="7"/>
                    </a:cubicBezTo>
                    <a:cubicBezTo>
                      <a:pt x="14" y="7"/>
                      <a:pt x="18" y="6"/>
                      <a:pt x="14" y="5"/>
                    </a:cubicBezTo>
                    <a:cubicBezTo>
                      <a:pt x="13" y="5"/>
                      <a:pt x="12" y="5"/>
                      <a:pt x="11" y="4"/>
                    </a:cubicBezTo>
                    <a:cubicBezTo>
                      <a:pt x="9" y="3"/>
                      <a:pt x="11" y="3"/>
                      <a:pt x="11" y="2"/>
                    </a:cubicBezTo>
                    <a:cubicBezTo>
                      <a:pt x="10" y="2"/>
                      <a:pt x="7" y="3"/>
                      <a:pt x="7" y="3"/>
                    </a:cubicBezTo>
                    <a:cubicBezTo>
                      <a:pt x="6" y="2"/>
                      <a:pt x="13" y="1"/>
                      <a:pt x="13" y="1"/>
                    </a:cubicBezTo>
                    <a:cubicBezTo>
                      <a:pt x="13" y="1"/>
                      <a:pt x="12" y="2"/>
                      <a:pt x="12" y="2"/>
                    </a:cubicBezTo>
                    <a:cubicBezTo>
                      <a:pt x="11" y="3"/>
                      <a:pt x="14" y="3"/>
                      <a:pt x="15" y="3"/>
                    </a:cubicBezTo>
                    <a:cubicBezTo>
                      <a:pt x="18" y="4"/>
                      <a:pt x="19" y="4"/>
                      <a:pt x="21" y="2"/>
                    </a:cubicBezTo>
                    <a:cubicBezTo>
                      <a:pt x="24" y="0"/>
                      <a:pt x="27" y="6"/>
                      <a:pt x="26" y="8"/>
                    </a:cubicBezTo>
                    <a:cubicBezTo>
                      <a:pt x="26" y="10"/>
                      <a:pt x="26" y="11"/>
                      <a:pt x="27" y="12"/>
                    </a:cubicBezTo>
                    <a:cubicBezTo>
                      <a:pt x="28" y="14"/>
                      <a:pt x="28" y="15"/>
                      <a:pt x="26" y="14"/>
                    </a:cubicBezTo>
                    <a:cubicBezTo>
                      <a:pt x="24" y="12"/>
                      <a:pt x="25" y="16"/>
                      <a:pt x="26" y="17"/>
                    </a:cubicBezTo>
                    <a:cubicBezTo>
                      <a:pt x="27" y="18"/>
                      <a:pt x="23" y="19"/>
                      <a:pt x="22" y="1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8" name="Freeform 586"/>
              <p:cNvSpPr>
                <a:spLocks/>
              </p:cNvSpPr>
              <p:nvPr/>
            </p:nvSpPr>
            <p:spPr bwMode="auto">
              <a:xfrm>
                <a:off x="6878534" y="4535082"/>
                <a:ext cx="82803" cy="25484"/>
              </a:xfrm>
              <a:custGeom>
                <a:avLst/>
                <a:gdLst>
                  <a:gd name="T0" fmla="*/ 1 w 9"/>
                  <a:gd name="T1" fmla="*/ 3 h 3"/>
                  <a:gd name="T2" fmla="*/ 7 w 9"/>
                  <a:gd name="T3" fmla="*/ 0 h 3"/>
                  <a:gd name="T4" fmla="*/ 1 w 9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3">
                    <a:moveTo>
                      <a:pt x="1" y="3"/>
                    </a:moveTo>
                    <a:cubicBezTo>
                      <a:pt x="4" y="2"/>
                      <a:pt x="9" y="0"/>
                      <a:pt x="7" y="0"/>
                    </a:cubicBezTo>
                    <a:cubicBezTo>
                      <a:pt x="4" y="0"/>
                      <a:pt x="0" y="3"/>
                      <a:pt x="1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89" name="Freeform 587"/>
              <p:cNvSpPr>
                <a:spLocks/>
              </p:cNvSpPr>
              <p:nvPr/>
            </p:nvSpPr>
            <p:spPr bwMode="auto">
              <a:xfrm>
                <a:off x="6859425" y="4525526"/>
                <a:ext cx="76432" cy="19114"/>
              </a:xfrm>
              <a:custGeom>
                <a:avLst/>
                <a:gdLst>
                  <a:gd name="T0" fmla="*/ 1 w 8"/>
                  <a:gd name="T1" fmla="*/ 2 h 2"/>
                  <a:gd name="T2" fmla="*/ 6 w 8"/>
                  <a:gd name="T3" fmla="*/ 0 h 2"/>
                  <a:gd name="T4" fmla="*/ 1 w 8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2">
                    <a:moveTo>
                      <a:pt x="1" y="2"/>
                    </a:moveTo>
                    <a:cubicBezTo>
                      <a:pt x="0" y="2"/>
                      <a:pt x="4" y="0"/>
                      <a:pt x="6" y="0"/>
                    </a:cubicBezTo>
                    <a:cubicBezTo>
                      <a:pt x="8" y="0"/>
                      <a:pt x="4" y="2"/>
                      <a:pt x="1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0" name="Freeform 588"/>
              <p:cNvSpPr>
                <a:spLocks/>
              </p:cNvSpPr>
              <p:nvPr/>
            </p:nvSpPr>
            <p:spPr bwMode="auto">
              <a:xfrm>
                <a:off x="6821208" y="4496854"/>
                <a:ext cx="95541" cy="47785"/>
              </a:xfrm>
              <a:custGeom>
                <a:avLst/>
                <a:gdLst>
                  <a:gd name="T0" fmla="*/ 2 w 10"/>
                  <a:gd name="T1" fmla="*/ 3 h 5"/>
                  <a:gd name="T2" fmla="*/ 10 w 10"/>
                  <a:gd name="T3" fmla="*/ 1 h 5"/>
                  <a:gd name="T4" fmla="*/ 2 w 10"/>
                  <a:gd name="T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2" y="3"/>
                    </a:moveTo>
                    <a:cubicBezTo>
                      <a:pt x="0" y="2"/>
                      <a:pt x="10" y="0"/>
                      <a:pt x="10" y="1"/>
                    </a:cubicBezTo>
                    <a:cubicBezTo>
                      <a:pt x="10" y="2"/>
                      <a:pt x="6" y="5"/>
                      <a:pt x="2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1" name="Freeform 589"/>
              <p:cNvSpPr>
                <a:spLocks/>
              </p:cNvSpPr>
              <p:nvPr/>
            </p:nvSpPr>
            <p:spPr bwMode="auto">
              <a:xfrm>
                <a:off x="6830763" y="4458630"/>
                <a:ext cx="66879" cy="47785"/>
              </a:xfrm>
              <a:custGeom>
                <a:avLst/>
                <a:gdLst>
                  <a:gd name="T0" fmla="*/ 1 w 7"/>
                  <a:gd name="T1" fmla="*/ 5 h 5"/>
                  <a:gd name="T2" fmla="*/ 0 w 7"/>
                  <a:gd name="T3" fmla="*/ 1 h 5"/>
                  <a:gd name="T4" fmla="*/ 4 w 7"/>
                  <a:gd name="T5" fmla="*/ 2 h 5"/>
                  <a:gd name="T6" fmla="*/ 7 w 7"/>
                  <a:gd name="T7" fmla="*/ 4 h 5"/>
                  <a:gd name="T8" fmla="*/ 1 w 7"/>
                  <a:gd name="T9" fmla="*/ 5 h 5"/>
                  <a:gd name="T10" fmla="*/ 1 w 7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5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7" y="3"/>
                      <a:pt x="7" y="4"/>
                    </a:cubicBezTo>
                    <a:cubicBezTo>
                      <a:pt x="7" y="4"/>
                      <a:pt x="2" y="5"/>
                      <a:pt x="1" y="5"/>
                    </a:cubicBezTo>
                    <a:cubicBezTo>
                      <a:pt x="0" y="4"/>
                      <a:pt x="4" y="5"/>
                      <a:pt x="1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2" name="Freeform 590"/>
              <p:cNvSpPr>
                <a:spLocks/>
              </p:cNvSpPr>
              <p:nvPr/>
            </p:nvSpPr>
            <p:spPr bwMode="auto">
              <a:xfrm>
                <a:off x="6738407" y="4347133"/>
                <a:ext cx="111465" cy="82827"/>
              </a:xfrm>
              <a:custGeom>
                <a:avLst/>
                <a:gdLst>
                  <a:gd name="T0" fmla="*/ 8 w 12"/>
                  <a:gd name="T1" fmla="*/ 8 h 9"/>
                  <a:gd name="T2" fmla="*/ 3 w 12"/>
                  <a:gd name="T3" fmla="*/ 1 h 9"/>
                  <a:gd name="T4" fmla="*/ 8 w 12"/>
                  <a:gd name="T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9">
                    <a:moveTo>
                      <a:pt x="8" y="8"/>
                    </a:moveTo>
                    <a:cubicBezTo>
                      <a:pt x="6" y="9"/>
                      <a:pt x="0" y="0"/>
                      <a:pt x="3" y="1"/>
                    </a:cubicBezTo>
                    <a:cubicBezTo>
                      <a:pt x="6" y="3"/>
                      <a:pt x="12" y="8"/>
                      <a:pt x="8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3" name="Freeform 591"/>
              <p:cNvSpPr>
                <a:spLocks/>
              </p:cNvSpPr>
              <p:nvPr/>
            </p:nvSpPr>
            <p:spPr bwMode="auto">
              <a:xfrm>
                <a:off x="6916751" y="4337578"/>
                <a:ext cx="82803" cy="28669"/>
              </a:xfrm>
              <a:custGeom>
                <a:avLst/>
                <a:gdLst>
                  <a:gd name="T0" fmla="*/ 2 w 9"/>
                  <a:gd name="T1" fmla="*/ 1 h 3"/>
                  <a:gd name="T2" fmla="*/ 8 w 9"/>
                  <a:gd name="T3" fmla="*/ 2 h 3"/>
                  <a:gd name="T4" fmla="*/ 2 w 9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3">
                    <a:moveTo>
                      <a:pt x="2" y="1"/>
                    </a:moveTo>
                    <a:cubicBezTo>
                      <a:pt x="5" y="0"/>
                      <a:pt x="9" y="2"/>
                      <a:pt x="8" y="2"/>
                    </a:cubicBezTo>
                    <a:cubicBezTo>
                      <a:pt x="3" y="3"/>
                      <a:pt x="0" y="2"/>
                      <a:pt x="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4" name="Freeform 592"/>
              <p:cNvSpPr>
                <a:spLocks/>
              </p:cNvSpPr>
              <p:nvPr/>
            </p:nvSpPr>
            <p:spPr bwMode="auto">
              <a:xfrm>
                <a:off x="6757513" y="4187857"/>
                <a:ext cx="334395" cy="178393"/>
              </a:xfrm>
              <a:custGeom>
                <a:avLst/>
                <a:gdLst>
                  <a:gd name="T0" fmla="*/ 28 w 36"/>
                  <a:gd name="T1" fmla="*/ 17 h 19"/>
                  <a:gd name="T2" fmla="*/ 27 w 36"/>
                  <a:gd name="T3" fmla="*/ 15 h 19"/>
                  <a:gd name="T4" fmla="*/ 22 w 36"/>
                  <a:gd name="T5" fmla="*/ 13 h 19"/>
                  <a:gd name="T6" fmla="*/ 14 w 36"/>
                  <a:gd name="T7" fmla="*/ 14 h 19"/>
                  <a:gd name="T8" fmla="*/ 18 w 36"/>
                  <a:gd name="T9" fmla="*/ 12 h 19"/>
                  <a:gd name="T10" fmla="*/ 8 w 36"/>
                  <a:gd name="T11" fmla="*/ 12 h 19"/>
                  <a:gd name="T12" fmla="*/ 13 w 36"/>
                  <a:gd name="T13" fmla="*/ 10 h 19"/>
                  <a:gd name="T14" fmla="*/ 12 w 36"/>
                  <a:gd name="T15" fmla="*/ 9 h 19"/>
                  <a:gd name="T16" fmla="*/ 13 w 36"/>
                  <a:gd name="T17" fmla="*/ 8 h 19"/>
                  <a:gd name="T18" fmla="*/ 11 w 36"/>
                  <a:gd name="T19" fmla="*/ 8 h 19"/>
                  <a:gd name="T20" fmla="*/ 10 w 36"/>
                  <a:gd name="T21" fmla="*/ 6 h 19"/>
                  <a:gd name="T22" fmla="*/ 6 w 36"/>
                  <a:gd name="T23" fmla="*/ 6 h 19"/>
                  <a:gd name="T24" fmla="*/ 3 w 36"/>
                  <a:gd name="T25" fmla="*/ 5 h 19"/>
                  <a:gd name="T26" fmla="*/ 9 w 36"/>
                  <a:gd name="T27" fmla="*/ 2 h 19"/>
                  <a:gd name="T28" fmla="*/ 16 w 36"/>
                  <a:gd name="T29" fmla="*/ 1 h 19"/>
                  <a:gd name="T30" fmla="*/ 18 w 36"/>
                  <a:gd name="T31" fmla="*/ 5 h 19"/>
                  <a:gd name="T32" fmla="*/ 22 w 36"/>
                  <a:gd name="T33" fmla="*/ 4 h 19"/>
                  <a:gd name="T34" fmla="*/ 25 w 36"/>
                  <a:gd name="T35" fmla="*/ 7 h 19"/>
                  <a:gd name="T36" fmla="*/ 30 w 36"/>
                  <a:gd name="T37" fmla="*/ 7 h 19"/>
                  <a:gd name="T38" fmla="*/ 33 w 36"/>
                  <a:gd name="T39" fmla="*/ 12 h 19"/>
                  <a:gd name="T40" fmla="*/ 34 w 36"/>
                  <a:gd name="T41" fmla="*/ 16 h 19"/>
                  <a:gd name="T42" fmla="*/ 28 w 36"/>
                  <a:gd name="T43" fmla="*/ 17 h 19"/>
                  <a:gd name="T44" fmla="*/ 28 w 36"/>
                  <a:gd name="T45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6" h="19">
                    <a:moveTo>
                      <a:pt x="28" y="17"/>
                    </a:moveTo>
                    <a:cubicBezTo>
                      <a:pt x="27" y="17"/>
                      <a:pt x="27" y="16"/>
                      <a:pt x="27" y="15"/>
                    </a:cubicBezTo>
                    <a:cubicBezTo>
                      <a:pt x="26" y="14"/>
                      <a:pt x="23" y="13"/>
                      <a:pt x="22" y="13"/>
                    </a:cubicBezTo>
                    <a:cubicBezTo>
                      <a:pt x="21" y="13"/>
                      <a:pt x="14" y="15"/>
                      <a:pt x="14" y="14"/>
                    </a:cubicBezTo>
                    <a:cubicBezTo>
                      <a:pt x="14" y="14"/>
                      <a:pt x="18" y="12"/>
                      <a:pt x="18" y="12"/>
                    </a:cubicBezTo>
                    <a:cubicBezTo>
                      <a:pt x="15" y="11"/>
                      <a:pt x="11" y="14"/>
                      <a:pt x="8" y="12"/>
                    </a:cubicBezTo>
                    <a:cubicBezTo>
                      <a:pt x="2" y="9"/>
                      <a:pt x="13" y="10"/>
                      <a:pt x="13" y="10"/>
                    </a:cubicBezTo>
                    <a:cubicBezTo>
                      <a:pt x="13" y="10"/>
                      <a:pt x="12" y="9"/>
                      <a:pt x="12" y="9"/>
                    </a:cubicBezTo>
                    <a:cubicBezTo>
                      <a:pt x="12" y="9"/>
                      <a:pt x="13" y="8"/>
                      <a:pt x="13" y="8"/>
                    </a:cubicBezTo>
                    <a:cubicBezTo>
                      <a:pt x="14" y="7"/>
                      <a:pt x="11" y="8"/>
                      <a:pt x="11" y="8"/>
                    </a:cubicBezTo>
                    <a:cubicBezTo>
                      <a:pt x="10" y="7"/>
                      <a:pt x="12" y="6"/>
                      <a:pt x="10" y="6"/>
                    </a:cubicBezTo>
                    <a:cubicBezTo>
                      <a:pt x="9" y="6"/>
                      <a:pt x="7" y="7"/>
                      <a:pt x="6" y="6"/>
                    </a:cubicBezTo>
                    <a:cubicBezTo>
                      <a:pt x="6" y="5"/>
                      <a:pt x="4" y="6"/>
                      <a:pt x="3" y="5"/>
                    </a:cubicBezTo>
                    <a:cubicBezTo>
                      <a:pt x="0" y="0"/>
                      <a:pt x="7" y="2"/>
                      <a:pt x="9" y="2"/>
                    </a:cubicBezTo>
                    <a:cubicBezTo>
                      <a:pt x="11" y="1"/>
                      <a:pt x="14" y="0"/>
                      <a:pt x="16" y="1"/>
                    </a:cubicBezTo>
                    <a:cubicBezTo>
                      <a:pt x="19" y="2"/>
                      <a:pt x="14" y="7"/>
                      <a:pt x="18" y="5"/>
                    </a:cubicBezTo>
                    <a:cubicBezTo>
                      <a:pt x="19" y="5"/>
                      <a:pt x="21" y="3"/>
                      <a:pt x="22" y="4"/>
                    </a:cubicBezTo>
                    <a:cubicBezTo>
                      <a:pt x="23" y="5"/>
                      <a:pt x="24" y="7"/>
                      <a:pt x="25" y="7"/>
                    </a:cubicBezTo>
                    <a:cubicBezTo>
                      <a:pt x="26" y="7"/>
                      <a:pt x="29" y="6"/>
                      <a:pt x="30" y="7"/>
                    </a:cubicBezTo>
                    <a:cubicBezTo>
                      <a:pt x="32" y="8"/>
                      <a:pt x="32" y="11"/>
                      <a:pt x="33" y="12"/>
                    </a:cubicBezTo>
                    <a:cubicBezTo>
                      <a:pt x="34" y="14"/>
                      <a:pt x="36" y="15"/>
                      <a:pt x="34" y="16"/>
                    </a:cubicBezTo>
                    <a:cubicBezTo>
                      <a:pt x="33" y="18"/>
                      <a:pt x="30" y="18"/>
                      <a:pt x="28" y="17"/>
                    </a:cubicBezTo>
                    <a:cubicBezTo>
                      <a:pt x="27" y="16"/>
                      <a:pt x="31" y="19"/>
                      <a:pt x="28" y="1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5" name="Freeform 593"/>
              <p:cNvSpPr>
                <a:spLocks/>
              </p:cNvSpPr>
              <p:nvPr/>
            </p:nvSpPr>
            <p:spPr bwMode="auto">
              <a:xfrm>
                <a:off x="7018660" y="4101847"/>
                <a:ext cx="101909" cy="47785"/>
              </a:xfrm>
              <a:custGeom>
                <a:avLst/>
                <a:gdLst>
                  <a:gd name="T0" fmla="*/ 8 w 11"/>
                  <a:gd name="T1" fmla="*/ 5 h 5"/>
                  <a:gd name="T2" fmla="*/ 4 w 11"/>
                  <a:gd name="T3" fmla="*/ 4 h 5"/>
                  <a:gd name="T4" fmla="*/ 2 w 11"/>
                  <a:gd name="T5" fmla="*/ 3 h 5"/>
                  <a:gd name="T6" fmla="*/ 7 w 11"/>
                  <a:gd name="T7" fmla="*/ 2 h 5"/>
                  <a:gd name="T8" fmla="*/ 8 w 11"/>
                  <a:gd name="T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5">
                    <a:moveTo>
                      <a:pt x="8" y="5"/>
                    </a:moveTo>
                    <a:cubicBezTo>
                      <a:pt x="6" y="5"/>
                      <a:pt x="6" y="4"/>
                      <a:pt x="4" y="4"/>
                    </a:cubicBezTo>
                    <a:cubicBezTo>
                      <a:pt x="4" y="4"/>
                      <a:pt x="0" y="4"/>
                      <a:pt x="2" y="3"/>
                    </a:cubicBezTo>
                    <a:cubicBezTo>
                      <a:pt x="3" y="1"/>
                      <a:pt x="6" y="0"/>
                      <a:pt x="7" y="2"/>
                    </a:cubicBezTo>
                    <a:cubicBezTo>
                      <a:pt x="9" y="3"/>
                      <a:pt x="11" y="5"/>
                      <a:pt x="8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6" name="Freeform 594"/>
              <p:cNvSpPr>
                <a:spLocks/>
              </p:cNvSpPr>
              <p:nvPr/>
            </p:nvSpPr>
            <p:spPr bwMode="auto">
              <a:xfrm>
                <a:off x="7101463" y="4251568"/>
                <a:ext cx="187897" cy="105124"/>
              </a:xfrm>
              <a:custGeom>
                <a:avLst/>
                <a:gdLst>
                  <a:gd name="T0" fmla="*/ 8 w 20"/>
                  <a:gd name="T1" fmla="*/ 7 h 11"/>
                  <a:gd name="T2" fmla="*/ 3 w 20"/>
                  <a:gd name="T3" fmla="*/ 5 h 11"/>
                  <a:gd name="T4" fmla="*/ 4 w 20"/>
                  <a:gd name="T5" fmla="*/ 3 h 11"/>
                  <a:gd name="T6" fmla="*/ 1 w 20"/>
                  <a:gd name="T7" fmla="*/ 1 h 11"/>
                  <a:gd name="T8" fmla="*/ 6 w 20"/>
                  <a:gd name="T9" fmla="*/ 1 h 11"/>
                  <a:gd name="T10" fmla="*/ 12 w 20"/>
                  <a:gd name="T11" fmla="*/ 3 h 11"/>
                  <a:gd name="T12" fmla="*/ 16 w 20"/>
                  <a:gd name="T13" fmla="*/ 3 h 11"/>
                  <a:gd name="T14" fmla="*/ 19 w 20"/>
                  <a:gd name="T15" fmla="*/ 4 h 11"/>
                  <a:gd name="T16" fmla="*/ 18 w 20"/>
                  <a:gd name="T17" fmla="*/ 8 h 11"/>
                  <a:gd name="T18" fmla="*/ 15 w 20"/>
                  <a:gd name="T19" fmla="*/ 10 h 11"/>
                  <a:gd name="T20" fmla="*/ 9 w 20"/>
                  <a:gd name="T21" fmla="*/ 11 h 11"/>
                  <a:gd name="T22" fmla="*/ 4 w 20"/>
                  <a:gd name="T23" fmla="*/ 8 h 11"/>
                  <a:gd name="T24" fmla="*/ 8 w 20"/>
                  <a:gd name="T25" fmla="*/ 7 h 11"/>
                  <a:gd name="T26" fmla="*/ 8 w 20"/>
                  <a:gd name="T2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11">
                    <a:moveTo>
                      <a:pt x="8" y="7"/>
                    </a:moveTo>
                    <a:cubicBezTo>
                      <a:pt x="6" y="7"/>
                      <a:pt x="4" y="6"/>
                      <a:pt x="3" y="5"/>
                    </a:cubicBezTo>
                    <a:cubicBezTo>
                      <a:pt x="0" y="4"/>
                      <a:pt x="4" y="3"/>
                      <a:pt x="4" y="3"/>
                    </a:cubicBezTo>
                    <a:cubicBezTo>
                      <a:pt x="4" y="2"/>
                      <a:pt x="2" y="1"/>
                      <a:pt x="1" y="1"/>
                    </a:cubicBezTo>
                    <a:cubicBezTo>
                      <a:pt x="1" y="0"/>
                      <a:pt x="6" y="1"/>
                      <a:pt x="6" y="1"/>
                    </a:cubicBezTo>
                    <a:cubicBezTo>
                      <a:pt x="8" y="1"/>
                      <a:pt x="10" y="2"/>
                      <a:pt x="12" y="3"/>
                    </a:cubicBezTo>
                    <a:cubicBezTo>
                      <a:pt x="14" y="3"/>
                      <a:pt x="15" y="3"/>
                      <a:pt x="16" y="3"/>
                    </a:cubicBezTo>
                    <a:cubicBezTo>
                      <a:pt x="17" y="3"/>
                      <a:pt x="20" y="4"/>
                      <a:pt x="19" y="4"/>
                    </a:cubicBezTo>
                    <a:cubicBezTo>
                      <a:pt x="17" y="6"/>
                      <a:pt x="16" y="5"/>
                      <a:pt x="18" y="8"/>
                    </a:cubicBezTo>
                    <a:cubicBezTo>
                      <a:pt x="19" y="9"/>
                      <a:pt x="16" y="9"/>
                      <a:pt x="15" y="10"/>
                    </a:cubicBezTo>
                    <a:cubicBezTo>
                      <a:pt x="13" y="10"/>
                      <a:pt x="11" y="11"/>
                      <a:pt x="9" y="11"/>
                    </a:cubicBezTo>
                    <a:cubicBezTo>
                      <a:pt x="8" y="10"/>
                      <a:pt x="4" y="9"/>
                      <a:pt x="4" y="8"/>
                    </a:cubicBezTo>
                    <a:cubicBezTo>
                      <a:pt x="4" y="8"/>
                      <a:pt x="10" y="7"/>
                      <a:pt x="8" y="7"/>
                    </a:cubicBezTo>
                    <a:cubicBezTo>
                      <a:pt x="5" y="6"/>
                      <a:pt x="10" y="7"/>
                      <a:pt x="8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7" name="Freeform 595"/>
              <p:cNvSpPr>
                <a:spLocks/>
              </p:cNvSpPr>
              <p:nvPr/>
            </p:nvSpPr>
            <p:spPr bwMode="auto">
              <a:xfrm>
                <a:off x="7206560" y="4347133"/>
                <a:ext cx="165604" cy="47785"/>
              </a:xfrm>
              <a:custGeom>
                <a:avLst/>
                <a:gdLst>
                  <a:gd name="T0" fmla="*/ 14 w 18"/>
                  <a:gd name="T1" fmla="*/ 5 h 5"/>
                  <a:gd name="T2" fmla="*/ 16 w 18"/>
                  <a:gd name="T3" fmla="*/ 2 h 5"/>
                  <a:gd name="T4" fmla="*/ 13 w 18"/>
                  <a:gd name="T5" fmla="*/ 1 h 5"/>
                  <a:gd name="T6" fmla="*/ 3 w 18"/>
                  <a:gd name="T7" fmla="*/ 1 h 5"/>
                  <a:gd name="T8" fmla="*/ 4 w 18"/>
                  <a:gd name="T9" fmla="*/ 4 h 5"/>
                  <a:gd name="T10" fmla="*/ 14 w 18"/>
                  <a:gd name="T11" fmla="*/ 5 h 5"/>
                  <a:gd name="T12" fmla="*/ 14 w 18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5">
                    <a:moveTo>
                      <a:pt x="14" y="5"/>
                    </a:moveTo>
                    <a:cubicBezTo>
                      <a:pt x="14" y="4"/>
                      <a:pt x="18" y="2"/>
                      <a:pt x="16" y="2"/>
                    </a:cubicBezTo>
                    <a:cubicBezTo>
                      <a:pt x="15" y="1"/>
                      <a:pt x="14" y="1"/>
                      <a:pt x="13" y="1"/>
                    </a:cubicBezTo>
                    <a:cubicBezTo>
                      <a:pt x="10" y="1"/>
                      <a:pt x="6" y="0"/>
                      <a:pt x="3" y="1"/>
                    </a:cubicBezTo>
                    <a:cubicBezTo>
                      <a:pt x="0" y="1"/>
                      <a:pt x="1" y="4"/>
                      <a:pt x="4" y="4"/>
                    </a:cubicBezTo>
                    <a:cubicBezTo>
                      <a:pt x="7" y="4"/>
                      <a:pt x="11" y="5"/>
                      <a:pt x="14" y="5"/>
                    </a:cubicBezTo>
                    <a:cubicBezTo>
                      <a:pt x="16" y="4"/>
                      <a:pt x="12" y="5"/>
                      <a:pt x="14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8" name="Freeform 596"/>
              <p:cNvSpPr>
                <a:spLocks/>
              </p:cNvSpPr>
              <p:nvPr/>
            </p:nvSpPr>
            <p:spPr bwMode="auto">
              <a:xfrm>
                <a:off x="7197007" y="4560566"/>
                <a:ext cx="156051" cy="105124"/>
              </a:xfrm>
              <a:custGeom>
                <a:avLst/>
                <a:gdLst>
                  <a:gd name="T0" fmla="*/ 7 w 17"/>
                  <a:gd name="T1" fmla="*/ 1 h 11"/>
                  <a:gd name="T2" fmla="*/ 1 w 17"/>
                  <a:gd name="T3" fmla="*/ 6 h 11"/>
                  <a:gd name="T4" fmla="*/ 10 w 17"/>
                  <a:gd name="T5" fmla="*/ 10 h 11"/>
                  <a:gd name="T6" fmla="*/ 15 w 17"/>
                  <a:gd name="T7" fmla="*/ 10 h 11"/>
                  <a:gd name="T8" fmla="*/ 15 w 17"/>
                  <a:gd name="T9" fmla="*/ 8 h 11"/>
                  <a:gd name="T10" fmla="*/ 16 w 17"/>
                  <a:gd name="T11" fmla="*/ 6 h 11"/>
                  <a:gd name="T12" fmla="*/ 7 w 17"/>
                  <a:gd name="T13" fmla="*/ 1 h 11"/>
                  <a:gd name="T14" fmla="*/ 7 w 17"/>
                  <a:gd name="T15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" h="11">
                    <a:moveTo>
                      <a:pt x="7" y="1"/>
                    </a:moveTo>
                    <a:cubicBezTo>
                      <a:pt x="5" y="0"/>
                      <a:pt x="2" y="4"/>
                      <a:pt x="1" y="6"/>
                    </a:cubicBezTo>
                    <a:cubicBezTo>
                      <a:pt x="0" y="8"/>
                      <a:pt x="8" y="10"/>
                      <a:pt x="10" y="10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6" y="10"/>
                      <a:pt x="15" y="9"/>
                      <a:pt x="15" y="8"/>
                    </a:cubicBezTo>
                    <a:cubicBezTo>
                      <a:pt x="15" y="7"/>
                      <a:pt x="15" y="6"/>
                      <a:pt x="16" y="6"/>
                    </a:cubicBezTo>
                    <a:cubicBezTo>
                      <a:pt x="17" y="4"/>
                      <a:pt x="9" y="1"/>
                      <a:pt x="7" y="1"/>
                    </a:cubicBezTo>
                    <a:cubicBezTo>
                      <a:pt x="5" y="0"/>
                      <a:pt x="8" y="1"/>
                      <a:pt x="7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199" name="Freeform 597"/>
              <p:cNvSpPr>
                <a:spLocks/>
              </p:cNvSpPr>
              <p:nvPr/>
            </p:nvSpPr>
            <p:spPr bwMode="auto">
              <a:xfrm>
                <a:off x="7270254" y="4535082"/>
                <a:ext cx="38217" cy="25484"/>
              </a:xfrm>
              <a:custGeom>
                <a:avLst/>
                <a:gdLst>
                  <a:gd name="T0" fmla="*/ 3 w 4"/>
                  <a:gd name="T1" fmla="*/ 2 h 3"/>
                  <a:gd name="T2" fmla="*/ 1 w 4"/>
                  <a:gd name="T3" fmla="*/ 1 h 3"/>
                  <a:gd name="T4" fmla="*/ 3 w 4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3" y="2"/>
                    </a:moveTo>
                    <a:cubicBezTo>
                      <a:pt x="1" y="3"/>
                      <a:pt x="0" y="1"/>
                      <a:pt x="1" y="1"/>
                    </a:cubicBezTo>
                    <a:cubicBezTo>
                      <a:pt x="2" y="0"/>
                      <a:pt x="4" y="2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0" name="Freeform 598"/>
              <p:cNvSpPr>
                <a:spLocks/>
              </p:cNvSpPr>
              <p:nvPr/>
            </p:nvSpPr>
            <p:spPr bwMode="auto">
              <a:xfrm>
                <a:off x="7439043" y="4366247"/>
                <a:ext cx="82803" cy="54153"/>
              </a:xfrm>
              <a:custGeom>
                <a:avLst/>
                <a:gdLst>
                  <a:gd name="T0" fmla="*/ 1 w 9"/>
                  <a:gd name="T1" fmla="*/ 5 h 6"/>
                  <a:gd name="T2" fmla="*/ 1 w 9"/>
                  <a:gd name="T3" fmla="*/ 1 h 6"/>
                  <a:gd name="T4" fmla="*/ 5 w 9"/>
                  <a:gd name="T5" fmla="*/ 1 h 6"/>
                  <a:gd name="T6" fmla="*/ 9 w 9"/>
                  <a:gd name="T7" fmla="*/ 3 h 6"/>
                  <a:gd name="T8" fmla="*/ 5 w 9"/>
                  <a:gd name="T9" fmla="*/ 5 h 6"/>
                  <a:gd name="T10" fmla="*/ 1 w 9"/>
                  <a:gd name="T11" fmla="*/ 5 h 6"/>
                  <a:gd name="T12" fmla="*/ 1 w 9"/>
                  <a:gd name="T13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6">
                    <a:moveTo>
                      <a:pt x="1" y="5"/>
                    </a:moveTo>
                    <a:cubicBezTo>
                      <a:pt x="1" y="5"/>
                      <a:pt x="2" y="2"/>
                      <a:pt x="1" y="1"/>
                    </a:cubicBezTo>
                    <a:cubicBezTo>
                      <a:pt x="1" y="0"/>
                      <a:pt x="4" y="1"/>
                      <a:pt x="5" y="1"/>
                    </a:cubicBezTo>
                    <a:cubicBezTo>
                      <a:pt x="6" y="1"/>
                      <a:pt x="9" y="2"/>
                      <a:pt x="9" y="3"/>
                    </a:cubicBezTo>
                    <a:cubicBezTo>
                      <a:pt x="8" y="4"/>
                      <a:pt x="6" y="5"/>
                      <a:pt x="5" y="5"/>
                    </a:cubicBezTo>
                    <a:cubicBezTo>
                      <a:pt x="3" y="6"/>
                      <a:pt x="3" y="6"/>
                      <a:pt x="1" y="5"/>
                    </a:cubicBezTo>
                    <a:cubicBezTo>
                      <a:pt x="0" y="4"/>
                      <a:pt x="2" y="6"/>
                      <a:pt x="1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1" name="Freeform 599"/>
              <p:cNvSpPr>
                <a:spLocks/>
              </p:cNvSpPr>
              <p:nvPr/>
            </p:nvSpPr>
            <p:spPr bwMode="auto">
              <a:xfrm>
                <a:off x="7483629" y="4449069"/>
                <a:ext cx="28662" cy="38227"/>
              </a:xfrm>
              <a:custGeom>
                <a:avLst/>
                <a:gdLst>
                  <a:gd name="T0" fmla="*/ 2 w 3"/>
                  <a:gd name="T1" fmla="*/ 1 h 4"/>
                  <a:gd name="T2" fmla="*/ 1 w 3"/>
                  <a:gd name="T3" fmla="*/ 3 h 4"/>
                  <a:gd name="T4" fmla="*/ 2 w 3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2" y="1"/>
                    </a:moveTo>
                    <a:cubicBezTo>
                      <a:pt x="0" y="0"/>
                      <a:pt x="0" y="3"/>
                      <a:pt x="1" y="3"/>
                    </a:cubicBezTo>
                    <a:cubicBezTo>
                      <a:pt x="2" y="4"/>
                      <a:pt x="3" y="2"/>
                      <a:pt x="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2" name="Freeform 600"/>
              <p:cNvSpPr>
                <a:spLocks/>
              </p:cNvSpPr>
              <p:nvPr/>
            </p:nvSpPr>
            <p:spPr bwMode="auto">
              <a:xfrm>
                <a:off x="7177896" y="4420403"/>
                <a:ext cx="831212" cy="254845"/>
              </a:xfrm>
              <a:custGeom>
                <a:avLst/>
                <a:gdLst>
                  <a:gd name="T0" fmla="*/ 17 w 89"/>
                  <a:gd name="T1" fmla="*/ 7 h 27"/>
                  <a:gd name="T2" fmla="*/ 19 w 89"/>
                  <a:gd name="T3" fmla="*/ 4 h 27"/>
                  <a:gd name="T4" fmla="*/ 15 w 89"/>
                  <a:gd name="T5" fmla="*/ 2 h 27"/>
                  <a:gd name="T6" fmla="*/ 12 w 89"/>
                  <a:gd name="T7" fmla="*/ 2 h 27"/>
                  <a:gd name="T8" fmla="*/ 4 w 89"/>
                  <a:gd name="T9" fmla="*/ 1 h 27"/>
                  <a:gd name="T10" fmla="*/ 4 w 89"/>
                  <a:gd name="T11" fmla="*/ 3 h 27"/>
                  <a:gd name="T12" fmla="*/ 0 w 89"/>
                  <a:gd name="T13" fmla="*/ 4 h 27"/>
                  <a:gd name="T14" fmla="*/ 5 w 89"/>
                  <a:gd name="T15" fmla="*/ 5 h 27"/>
                  <a:gd name="T16" fmla="*/ 7 w 89"/>
                  <a:gd name="T17" fmla="*/ 6 h 27"/>
                  <a:gd name="T18" fmla="*/ 6 w 89"/>
                  <a:gd name="T19" fmla="*/ 7 h 27"/>
                  <a:gd name="T20" fmla="*/ 24 w 89"/>
                  <a:gd name="T21" fmla="*/ 13 h 27"/>
                  <a:gd name="T22" fmla="*/ 25 w 89"/>
                  <a:gd name="T23" fmla="*/ 16 h 27"/>
                  <a:gd name="T24" fmla="*/ 24 w 89"/>
                  <a:gd name="T25" fmla="*/ 21 h 27"/>
                  <a:gd name="T26" fmla="*/ 27 w 89"/>
                  <a:gd name="T27" fmla="*/ 25 h 27"/>
                  <a:gd name="T28" fmla="*/ 30 w 89"/>
                  <a:gd name="T29" fmla="*/ 24 h 27"/>
                  <a:gd name="T30" fmla="*/ 33 w 89"/>
                  <a:gd name="T31" fmla="*/ 26 h 27"/>
                  <a:gd name="T32" fmla="*/ 38 w 89"/>
                  <a:gd name="T33" fmla="*/ 26 h 27"/>
                  <a:gd name="T34" fmla="*/ 42 w 89"/>
                  <a:gd name="T35" fmla="*/ 23 h 27"/>
                  <a:gd name="T36" fmla="*/ 45 w 89"/>
                  <a:gd name="T37" fmla="*/ 26 h 27"/>
                  <a:gd name="T38" fmla="*/ 52 w 89"/>
                  <a:gd name="T39" fmla="*/ 27 h 27"/>
                  <a:gd name="T40" fmla="*/ 62 w 89"/>
                  <a:gd name="T41" fmla="*/ 27 h 27"/>
                  <a:gd name="T42" fmla="*/ 65 w 89"/>
                  <a:gd name="T43" fmla="*/ 27 h 27"/>
                  <a:gd name="T44" fmla="*/ 67 w 89"/>
                  <a:gd name="T45" fmla="*/ 24 h 27"/>
                  <a:gd name="T46" fmla="*/ 70 w 89"/>
                  <a:gd name="T47" fmla="*/ 25 h 27"/>
                  <a:gd name="T48" fmla="*/ 76 w 89"/>
                  <a:gd name="T49" fmla="*/ 27 h 27"/>
                  <a:gd name="T50" fmla="*/ 82 w 89"/>
                  <a:gd name="T51" fmla="*/ 26 h 27"/>
                  <a:gd name="T52" fmla="*/ 85 w 89"/>
                  <a:gd name="T53" fmla="*/ 24 h 27"/>
                  <a:gd name="T54" fmla="*/ 85 w 89"/>
                  <a:gd name="T55" fmla="*/ 22 h 27"/>
                  <a:gd name="T56" fmla="*/ 82 w 89"/>
                  <a:gd name="T57" fmla="*/ 22 h 27"/>
                  <a:gd name="T58" fmla="*/ 85 w 89"/>
                  <a:gd name="T59" fmla="*/ 17 h 27"/>
                  <a:gd name="T60" fmla="*/ 80 w 89"/>
                  <a:gd name="T61" fmla="*/ 16 h 27"/>
                  <a:gd name="T62" fmla="*/ 78 w 89"/>
                  <a:gd name="T63" fmla="*/ 14 h 27"/>
                  <a:gd name="T64" fmla="*/ 70 w 89"/>
                  <a:gd name="T65" fmla="*/ 14 h 27"/>
                  <a:gd name="T66" fmla="*/ 65 w 89"/>
                  <a:gd name="T67" fmla="*/ 14 h 27"/>
                  <a:gd name="T68" fmla="*/ 55 w 89"/>
                  <a:gd name="T69" fmla="*/ 17 h 27"/>
                  <a:gd name="T70" fmla="*/ 56 w 89"/>
                  <a:gd name="T71" fmla="*/ 18 h 27"/>
                  <a:gd name="T72" fmla="*/ 52 w 89"/>
                  <a:gd name="T73" fmla="*/ 18 h 27"/>
                  <a:gd name="T74" fmla="*/ 49 w 89"/>
                  <a:gd name="T75" fmla="*/ 16 h 27"/>
                  <a:gd name="T76" fmla="*/ 46 w 89"/>
                  <a:gd name="T77" fmla="*/ 17 h 27"/>
                  <a:gd name="T78" fmla="*/ 42 w 89"/>
                  <a:gd name="T79" fmla="*/ 16 h 27"/>
                  <a:gd name="T80" fmla="*/ 41 w 89"/>
                  <a:gd name="T81" fmla="*/ 18 h 27"/>
                  <a:gd name="T82" fmla="*/ 38 w 89"/>
                  <a:gd name="T83" fmla="*/ 16 h 27"/>
                  <a:gd name="T84" fmla="*/ 39 w 89"/>
                  <a:gd name="T85" fmla="*/ 14 h 27"/>
                  <a:gd name="T86" fmla="*/ 34 w 89"/>
                  <a:gd name="T87" fmla="*/ 12 h 27"/>
                  <a:gd name="T88" fmla="*/ 30 w 89"/>
                  <a:gd name="T89" fmla="*/ 13 h 27"/>
                  <a:gd name="T90" fmla="*/ 32 w 89"/>
                  <a:gd name="T91" fmla="*/ 12 h 27"/>
                  <a:gd name="T92" fmla="*/ 28 w 89"/>
                  <a:gd name="T93" fmla="*/ 9 h 27"/>
                  <a:gd name="T94" fmla="*/ 38 w 89"/>
                  <a:gd name="T95" fmla="*/ 10 h 27"/>
                  <a:gd name="T96" fmla="*/ 33 w 89"/>
                  <a:gd name="T97" fmla="*/ 7 h 27"/>
                  <a:gd name="T98" fmla="*/ 28 w 89"/>
                  <a:gd name="T99" fmla="*/ 7 h 27"/>
                  <a:gd name="T100" fmla="*/ 32 w 89"/>
                  <a:gd name="T101" fmla="*/ 6 h 27"/>
                  <a:gd name="T102" fmla="*/ 27 w 89"/>
                  <a:gd name="T103" fmla="*/ 5 h 27"/>
                  <a:gd name="T104" fmla="*/ 17 w 89"/>
                  <a:gd name="T105" fmla="*/ 7 h 27"/>
                  <a:gd name="T106" fmla="*/ 17 w 89"/>
                  <a:gd name="T107" fmla="*/ 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9" h="27">
                    <a:moveTo>
                      <a:pt x="17" y="7"/>
                    </a:moveTo>
                    <a:cubicBezTo>
                      <a:pt x="18" y="7"/>
                      <a:pt x="20" y="5"/>
                      <a:pt x="19" y="4"/>
                    </a:cubicBezTo>
                    <a:cubicBezTo>
                      <a:pt x="18" y="3"/>
                      <a:pt x="16" y="2"/>
                      <a:pt x="15" y="2"/>
                    </a:cubicBezTo>
                    <a:cubicBezTo>
                      <a:pt x="14" y="2"/>
                      <a:pt x="13" y="2"/>
                      <a:pt x="12" y="2"/>
                    </a:cubicBezTo>
                    <a:cubicBezTo>
                      <a:pt x="9" y="1"/>
                      <a:pt x="7" y="0"/>
                      <a:pt x="4" y="1"/>
                    </a:cubicBezTo>
                    <a:cubicBezTo>
                      <a:pt x="0" y="2"/>
                      <a:pt x="3" y="2"/>
                      <a:pt x="4" y="3"/>
                    </a:cubicBezTo>
                    <a:cubicBezTo>
                      <a:pt x="4" y="3"/>
                      <a:pt x="0" y="3"/>
                      <a:pt x="0" y="4"/>
                    </a:cubicBezTo>
                    <a:cubicBezTo>
                      <a:pt x="0" y="5"/>
                      <a:pt x="4" y="5"/>
                      <a:pt x="5" y="5"/>
                    </a:cubicBezTo>
                    <a:cubicBezTo>
                      <a:pt x="5" y="6"/>
                      <a:pt x="7" y="6"/>
                      <a:pt x="7" y="6"/>
                    </a:cubicBezTo>
                    <a:cubicBezTo>
                      <a:pt x="7" y="7"/>
                      <a:pt x="6" y="7"/>
                      <a:pt x="6" y="7"/>
                    </a:cubicBezTo>
                    <a:cubicBezTo>
                      <a:pt x="12" y="11"/>
                      <a:pt x="21" y="5"/>
                      <a:pt x="24" y="13"/>
                    </a:cubicBezTo>
                    <a:cubicBezTo>
                      <a:pt x="24" y="14"/>
                      <a:pt x="26" y="15"/>
                      <a:pt x="25" y="16"/>
                    </a:cubicBezTo>
                    <a:cubicBezTo>
                      <a:pt x="24" y="18"/>
                      <a:pt x="23" y="19"/>
                      <a:pt x="24" y="21"/>
                    </a:cubicBezTo>
                    <a:cubicBezTo>
                      <a:pt x="24" y="21"/>
                      <a:pt x="26" y="25"/>
                      <a:pt x="27" y="25"/>
                    </a:cubicBezTo>
                    <a:cubicBezTo>
                      <a:pt x="28" y="26"/>
                      <a:pt x="30" y="23"/>
                      <a:pt x="30" y="24"/>
                    </a:cubicBezTo>
                    <a:cubicBezTo>
                      <a:pt x="31" y="24"/>
                      <a:pt x="32" y="26"/>
                      <a:pt x="33" y="26"/>
                    </a:cubicBezTo>
                    <a:cubicBezTo>
                      <a:pt x="35" y="27"/>
                      <a:pt x="37" y="26"/>
                      <a:pt x="38" y="26"/>
                    </a:cubicBezTo>
                    <a:cubicBezTo>
                      <a:pt x="39" y="25"/>
                      <a:pt x="41" y="23"/>
                      <a:pt x="42" y="23"/>
                    </a:cubicBezTo>
                    <a:cubicBezTo>
                      <a:pt x="42" y="23"/>
                      <a:pt x="44" y="26"/>
                      <a:pt x="45" y="26"/>
                    </a:cubicBezTo>
                    <a:cubicBezTo>
                      <a:pt x="47" y="27"/>
                      <a:pt x="50" y="27"/>
                      <a:pt x="52" y="27"/>
                    </a:cubicBezTo>
                    <a:cubicBezTo>
                      <a:pt x="56" y="27"/>
                      <a:pt x="59" y="27"/>
                      <a:pt x="62" y="27"/>
                    </a:cubicBezTo>
                    <a:cubicBezTo>
                      <a:pt x="63" y="27"/>
                      <a:pt x="64" y="27"/>
                      <a:pt x="65" y="27"/>
                    </a:cubicBezTo>
                    <a:cubicBezTo>
                      <a:pt x="67" y="26"/>
                      <a:pt x="66" y="24"/>
                      <a:pt x="67" y="24"/>
                    </a:cubicBezTo>
                    <a:cubicBezTo>
                      <a:pt x="68" y="23"/>
                      <a:pt x="69" y="24"/>
                      <a:pt x="70" y="25"/>
                    </a:cubicBezTo>
                    <a:cubicBezTo>
                      <a:pt x="71" y="26"/>
                      <a:pt x="74" y="27"/>
                      <a:pt x="76" y="27"/>
                    </a:cubicBezTo>
                    <a:cubicBezTo>
                      <a:pt x="78" y="27"/>
                      <a:pt x="80" y="27"/>
                      <a:pt x="82" y="26"/>
                    </a:cubicBezTo>
                    <a:cubicBezTo>
                      <a:pt x="84" y="26"/>
                      <a:pt x="83" y="24"/>
                      <a:pt x="85" y="24"/>
                    </a:cubicBezTo>
                    <a:cubicBezTo>
                      <a:pt x="86" y="24"/>
                      <a:pt x="87" y="21"/>
                      <a:pt x="85" y="22"/>
                    </a:cubicBezTo>
                    <a:cubicBezTo>
                      <a:pt x="85" y="22"/>
                      <a:pt x="83" y="22"/>
                      <a:pt x="82" y="22"/>
                    </a:cubicBezTo>
                    <a:cubicBezTo>
                      <a:pt x="82" y="22"/>
                      <a:pt x="89" y="18"/>
                      <a:pt x="85" y="17"/>
                    </a:cubicBezTo>
                    <a:cubicBezTo>
                      <a:pt x="84" y="17"/>
                      <a:pt x="82" y="16"/>
                      <a:pt x="80" y="16"/>
                    </a:cubicBezTo>
                    <a:cubicBezTo>
                      <a:pt x="78" y="16"/>
                      <a:pt x="80" y="14"/>
                      <a:pt x="78" y="14"/>
                    </a:cubicBezTo>
                    <a:cubicBezTo>
                      <a:pt x="75" y="14"/>
                      <a:pt x="73" y="14"/>
                      <a:pt x="70" y="14"/>
                    </a:cubicBezTo>
                    <a:cubicBezTo>
                      <a:pt x="68" y="14"/>
                      <a:pt x="67" y="13"/>
                      <a:pt x="65" y="14"/>
                    </a:cubicBezTo>
                    <a:cubicBezTo>
                      <a:pt x="64" y="14"/>
                      <a:pt x="55" y="16"/>
                      <a:pt x="55" y="17"/>
                    </a:cubicBezTo>
                    <a:cubicBezTo>
                      <a:pt x="55" y="17"/>
                      <a:pt x="56" y="17"/>
                      <a:pt x="56" y="18"/>
                    </a:cubicBezTo>
                    <a:cubicBezTo>
                      <a:pt x="56" y="18"/>
                      <a:pt x="53" y="18"/>
                      <a:pt x="52" y="18"/>
                    </a:cubicBezTo>
                    <a:cubicBezTo>
                      <a:pt x="51" y="18"/>
                      <a:pt x="50" y="17"/>
                      <a:pt x="49" y="16"/>
                    </a:cubicBezTo>
                    <a:cubicBezTo>
                      <a:pt x="48" y="16"/>
                      <a:pt x="47" y="17"/>
                      <a:pt x="46" y="17"/>
                    </a:cubicBezTo>
                    <a:cubicBezTo>
                      <a:pt x="45" y="17"/>
                      <a:pt x="43" y="16"/>
                      <a:pt x="42" y="16"/>
                    </a:cubicBezTo>
                    <a:cubicBezTo>
                      <a:pt x="41" y="16"/>
                      <a:pt x="42" y="18"/>
                      <a:pt x="41" y="18"/>
                    </a:cubicBezTo>
                    <a:cubicBezTo>
                      <a:pt x="40" y="18"/>
                      <a:pt x="39" y="16"/>
                      <a:pt x="38" y="16"/>
                    </a:cubicBezTo>
                    <a:cubicBezTo>
                      <a:pt x="35" y="16"/>
                      <a:pt x="39" y="15"/>
                      <a:pt x="39" y="14"/>
                    </a:cubicBezTo>
                    <a:cubicBezTo>
                      <a:pt x="39" y="13"/>
                      <a:pt x="35" y="12"/>
                      <a:pt x="34" y="12"/>
                    </a:cubicBezTo>
                    <a:cubicBezTo>
                      <a:pt x="34" y="12"/>
                      <a:pt x="30" y="13"/>
                      <a:pt x="30" y="13"/>
                    </a:cubicBezTo>
                    <a:cubicBezTo>
                      <a:pt x="30" y="12"/>
                      <a:pt x="32" y="12"/>
                      <a:pt x="32" y="12"/>
                    </a:cubicBezTo>
                    <a:cubicBezTo>
                      <a:pt x="32" y="11"/>
                      <a:pt x="27" y="10"/>
                      <a:pt x="28" y="9"/>
                    </a:cubicBezTo>
                    <a:cubicBezTo>
                      <a:pt x="28" y="9"/>
                      <a:pt x="38" y="10"/>
                      <a:pt x="38" y="10"/>
                    </a:cubicBezTo>
                    <a:cubicBezTo>
                      <a:pt x="38" y="9"/>
                      <a:pt x="34" y="8"/>
                      <a:pt x="33" y="7"/>
                    </a:cubicBezTo>
                    <a:cubicBezTo>
                      <a:pt x="32" y="7"/>
                      <a:pt x="30" y="7"/>
                      <a:pt x="28" y="7"/>
                    </a:cubicBezTo>
                    <a:cubicBezTo>
                      <a:pt x="29" y="7"/>
                      <a:pt x="31" y="7"/>
                      <a:pt x="32" y="6"/>
                    </a:cubicBezTo>
                    <a:cubicBezTo>
                      <a:pt x="32" y="5"/>
                      <a:pt x="27" y="5"/>
                      <a:pt x="27" y="5"/>
                    </a:cubicBezTo>
                    <a:cubicBezTo>
                      <a:pt x="23" y="5"/>
                      <a:pt x="21" y="6"/>
                      <a:pt x="17" y="7"/>
                    </a:cubicBezTo>
                    <a:cubicBezTo>
                      <a:pt x="17" y="7"/>
                      <a:pt x="18" y="7"/>
                      <a:pt x="17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3" name="Freeform 601"/>
              <p:cNvSpPr>
                <a:spLocks/>
              </p:cNvSpPr>
              <p:nvPr/>
            </p:nvSpPr>
            <p:spPr bwMode="auto">
              <a:xfrm>
                <a:off x="7197007" y="3980797"/>
                <a:ext cx="550956" cy="347225"/>
              </a:xfrm>
              <a:custGeom>
                <a:avLst/>
                <a:gdLst>
                  <a:gd name="T0" fmla="*/ 55 w 59"/>
                  <a:gd name="T1" fmla="*/ 21 h 37"/>
                  <a:gd name="T2" fmla="*/ 46 w 59"/>
                  <a:gd name="T3" fmla="*/ 20 h 37"/>
                  <a:gd name="T4" fmla="*/ 46 w 59"/>
                  <a:gd name="T5" fmla="*/ 18 h 37"/>
                  <a:gd name="T6" fmla="*/ 44 w 59"/>
                  <a:gd name="T7" fmla="*/ 15 h 37"/>
                  <a:gd name="T8" fmla="*/ 44 w 59"/>
                  <a:gd name="T9" fmla="*/ 11 h 37"/>
                  <a:gd name="T10" fmla="*/ 43 w 59"/>
                  <a:gd name="T11" fmla="*/ 15 h 37"/>
                  <a:gd name="T12" fmla="*/ 35 w 59"/>
                  <a:gd name="T13" fmla="*/ 10 h 37"/>
                  <a:gd name="T14" fmla="*/ 24 w 59"/>
                  <a:gd name="T15" fmla="*/ 2 h 37"/>
                  <a:gd name="T16" fmla="*/ 12 w 59"/>
                  <a:gd name="T17" fmla="*/ 1 h 37"/>
                  <a:gd name="T18" fmla="*/ 12 w 59"/>
                  <a:gd name="T19" fmla="*/ 3 h 37"/>
                  <a:gd name="T20" fmla="*/ 6 w 59"/>
                  <a:gd name="T21" fmla="*/ 5 h 37"/>
                  <a:gd name="T22" fmla="*/ 11 w 59"/>
                  <a:gd name="T23" fmla="*/ 9 h 37"/>
                  <a:gd name="T24" fmla="*/ 6 w 59"/>
                  <a:gd name="T25" fmla="*/ 9 h 37"/>
                  <a:gd name="T26" fmla="*/ 5 w 59"/>
                  <a:gd name="T27" fmla="*/ 11 h 37"/>
                  <a:gd name="T28" fmla="*/ 6 w 59"/>
                  <a:gd name="T29" fmla="*/ 14 h 37"/>
                  <a:gd name="T30" fmla="*/ 10 w 59"/>
                  <a:gd name="T31" fmla="*/ 14 h 37"/>
                  <a:gd name="T32" fmla="*/ 0 w 59"/>
                  <a:gd name="T33" fmla="*/ 15 h 37"/>
                  <a:gd name="T34" fmla="*/ 7 w 59"/>
                  <a:gd name="T35" fmla="*/ 20 h 37"/>
                  <a:gd name="T36" fmla="*/ 8 w 59"/>
                  <a:gd name="T37" fmla="*/ 23 h 37"/>
                  <a:gd name="T38" fmla="*/ 14 w 59"/>
                  <a:gd name="T39" fmla="*/ 23 h 37"/>
                  <a:gd name="T40" fmla="*/ 26 w 59"/>
                  <a:gd name="T41" fmla="*/ 23 h 37"/>
                  <a:gd name="T42" fmla="*/ 28 w 59"/>
                  <a:gd name="T43" fmla="*/ 24 h 37"/>
                  <a:gd name="T44" fmla="*/ 16 w 59"/>
                  <a:gd name="T45" fmla="*/ 25 h 37"/>
                  <a:gd name="T46" fmla="*/ 16 w 59"/>
                  <a:gd name="T47" fmla="*/ 30 h 37"/>
                  <a:gd name="T48" fmla="*/ 19 w 59"/>
                  <a:gd name="T49" fmla="*/ 33 h 37"/>
                  <a:gd name="T50" fmla="*/ 32 w 59"/>
                  <a:gd name="T51" fmla="*/ 35 h 37"/>
                  <a:gd name="T52" fmla="*/ 34 w 59"/>
                  <a:gd name="T53" fmla="*/ 36 h 37"/>
                  <a:gd name="T54" fmla="*/ 40 w 59"/>
                  <a:gd name="T55" fmla="*/ 35 h 37"/>
                  <a:gd name="T56" fmla="*/ 41 w 59"/>
                  <a:gd name="T57" fmla="*/ 35 h 37"/>
                  <a:gd name="T58" fmla="*/ 41 w 59"/>
                  <a:gd name="T59" fmla="*/ 29 h 37"/>
                  <a:gd name="T60" fmla="*/ 46 w 59"/>
                  <a:gd name="T61" fmla="*/ 30 h 37"/>
                  <a:gd name="T62" fmla="*/ 51 w 59"/>
                  <a:gd name="T63" fmla="*/ 28 h 37"/>
                  <a:gd name="T64" fmla="*/ 54 w 59"/>
                  <a:gd name="T65" fmla="*/ 26 h 37"/>
                  <a:gd name="T66" fmla="*/ 58 w 59"/>
                  <a:gd name="T67" fmla="*/ 2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9" h="37">
                    <a:moveTo>
                      <a:pt x="58" y="24"/>
                    </a:moveTo>
                    <a:cubicBezTo>
                      <a:pt x="58" y="22"/>
                      <a:pt x="56" y="22"/>
                      <a:pt x="55" y="21"/>
                    </a:cubicBezTo>
                    <a:cubicBezTo>
                      <a:pt x="54" y="20"/>
                      <a:pt x="53" y="22"/>
                      <a:pt x="52" y="21"/>
                    </a:cubicBezTo>
                    <a:cubicBezTo>
                      <a:pt x="50" y="19"/>
                      <a:pt x="48" y="21"/>
                      <a:pt x="46" y="20"/>
                    </a:cubicBezTo>
                    <a:cubicBezTo>
                      <a:pt x="46" y="20"/>
                      <a:pt x="48" y="19"/>
                      <a:pt x="48" y="18"/>
                    </a:cubicBezTo>
                    <a:cubicBezTo>
                      <a:pt x="48" y="18"/>
                      <a:pt x="46" y="18"/>
                      <a:pt x="46" y="18"/>
                    </a:cubicBezTo>
                    <a:cubicBezTo>
                      <a:pt x="46" y="17"/>
                      <a:pt x="47" y="17"/>
                      <a:pt x="47" y="16"/>
                    </a:cubicBezTo>
                    <a:cubicBezTo>
                      <a:pt x="47" y="15"/>
                      <a:pt x="44" y="16"/>
                      <a:pt x="44" y="15"/>
                    </a:cubicBezTo>
                    <a:cubicBezTo>
                      <a:pt x="43" y="15"/>
                      <a:pt x="45" y="14"/>
                      <a:pt x="45" y="14"/>
                    </a:cubicBezTo>
                    <a:cubicBezTo>
                      <a:pt x="46" y="13"/>
                      <a:pt x="44" y="12"/>
                      <a:pt x="44" y="11"/>
                    </a:cubicBezTo>
                    <a:cubicBezTo>
                      <a:pt x="43" y="10"/>
                      <a:pt x="38" y="11"/>
                      <a:pt x="38" y="11"/>
                    </a:cubicBezTo>
                    <a:cubicBezTo>
                      <a:pt x="38" y="12"/>
                      <a:pt x="43" y="14"/>
                      <a:pt x="43" y="15"/>
                    </a:cubicBezTo>
                    <a:cubicBezTo>
                      <a:pt x="42" y="16"/>
                      <a:pt x="39" y="14"/>
                      <a:pt x="38" y="13"/>
                    </a:cubicBezTo>
                    <a:cubicBezTo>
                      <a:pt x="36" y="12"/>
                      <a:pt x="39" y="10"/>
                      <a:pt x="35" y="10"/>
                    </a:cubicBezTo>
                    <a:cubicBezTo>
                      <a:pt x="33" y="10"/>
                      <a:pt x="30" y="10"/>
                      <a:pt x="29" y="8"/>
                    </a:cubicBezTo>
                    <a:cubicBezTo>
                      <a:pt x="28" y="6"/>
                      <a:pt x="26" y="3"/>
                      <a:pt x="24" y="2"/>
                    </a:cubicBezTo>
                    <a:cubicBezTo>
                      <a:pt x="21" y="1"/>
                      <a:pt x="18" y="0"/>
                      <a:pt x="16" y="0"/>
                    </a:cubicBezTo>
                    <a:cubicBezTo>
                      <a:pt x="15" y="0"/>
                      <a:pt x="10" y="0"/>
                      <a:pt x="12" y="1"/>
                    </a:cubicBezTo>
                    <a:cubicBezTo>
                      <a:pt x="13" y="1"/>
                      <a:pt x="17" y="2"/>
                      <a:pt x="17" y="2"/>
                    </a:cubicBezTo>
                    <a:cubicBezTo>
                      <a:pt x="17" y="4"/>
                      <a:pt x="13" y="3"/>
                      <a:pt x="12" y="3"/>
                    </a:cubicBezTo>
                    <a:cubicBezTo>
                      <a:pt x="12" y="3"/>
                      <a:pt x="13" y="4"/>
                      <a:pt x="13" y="4"/>
                    </a:cubicBezTo>
                    <a:cubicBezTo>
                      <a:pt x="13" y="5"/>
                      <a:pt x="7" y="2"/>
                      <a:pt x="6" y="5"/>
                    </a:cubicBezTo>
                    <a:cubicBezTo>
                      <a:pt x="6" y="5"/>
                      <a:pt x="11" y="7"/>
                      <a:pt x="12" y="7"/>
                    </a:cubicBezTo>
                    <a:cubicBezTo>
                      <a:pt x="10" y="6"/>
                      <a:pt x="11" y="9"/>
                      <a:pt x="11" y="9"/>
                    </a:cubicBezTo>
                    <a:cubicBezTo>
                      <a:pt x="11" y="10"/>
                      <a:pt x="4" y="7"/>
                      <a:pt x="3" y="8"/>
                    </a:cubicBezTo>
                    <a:cubicBezTo>
                      <a:pt x="3" y="7"/>
                      <a:pt x="6" y="8"/>
                      <a:pt x="6" y="9"/>
                    </a:cubicBezTo>
                    <a:cubicBezTo>
                      <a:pt x="6" y="8"/>
                      <a:pt x="4" y="9"/>
                      <a:pt x="4" y="9"/>
                    </a:cubicBezTo>
                    <a:cubicBezTo>
                      <a:pt x="3" y="10"/>
                      <a:pt x="5" y="11"/>
                      <a:pt x="5" y="11"/>
                    </a:cubicBezTo>
                    <a:cubicBezTo>
                      <a:pt x="6" y="12"/>
                      <a:pt x="2" y="12"/>
                      <a:pt x="1" y="12"/>
                    </a:cubicBezTo>
                    <a:cubicBezTo>
                      <a:pt x="2" y="12"/>
                      <a:pt x="4" y="13"/>
                      <a:pt x="6" y="14"/>
                    </a:cubicBezTo>
                    <a:cubicBezTo>
                      <a:pt x="8" y="14"/>
                      <a:pt x="10" y="13"/>
                      <a:pt x="12" y="13"/>
                    </a:cubicBezTo>
                    <a:cubicBezTo>
                      <a:pt x="12" y="13"/>
                      <a:pt x="10" y="14"/>
                      <a:pt x="10" y="14"/>
                    </a:cubicBezTo>
                    <a:cubicBezTo>
                      <a:pt x="10" y="15"/>
                      <a:pt x="11" y="15"/>
                      <a:pt x="11" y="15"/>
                    </a:cubicBezTo>
                    <a:cubicBezTo>
                      <a:pt x="11" y="16"/>
                      <a:pt x="0" y="15"/>
                      <a:pt x="0" y="15"/>
                    </a:cubicBezTo>
                    <a:cubicBezTo>
                      <a:pt x="0" y="15"/>
                      <a:pt x="2" y="18"/>
                      <a:pt x="2" y="18"/>
                    </a:cubicBezTo>
                    <a:cubicBezTo>
                      <a:pt x="3" y="19"/>
                      <a:pt x="7" y="21"/>
                      <a:pt x="7" y="20"/>
                    </a:cubicBezTo>
                    <a:cubicBezTo>
                      <a:pt x="7" y="21"/>
                      <a:pt x="5" y="20"/>
                      <a:pt x="6" y="22"/>
                    </a:cubicBezTo>
                    <a:cubicBezTo>
                      <a:pt x="6" y="22"/>
                      <a:pt x="7" y="23"/>
                      <a:pt x="8" y="23"/>
                    </a:cubicBezTo>
                    <a:cubicBezTo>
                      <a:pt x="9" y="24"/>
                      <a:pt x="10" y="23"/>
                      <a:pt x="11" y="23"/>
                    </a:cubicBezTo>
                    <a:cubicBezTo>
                      <a:pt x="12" y="22"/>
                      <a:pt x="13" y="24"/>
                      <a:pt x="14" y="23"/>
                    </a:cubicBezTo>
                    <a:cubicBezTo>
                      <a:pt x="17" y="22"/>
                      <a:pt x="19" y="21"/>
                      <a:pt x="21" y="22"/>
                    </a:cubicBezTo>
                    <a:cubicBezTo>
                      <a:pt x="23" y="23"/>
                      <a:pt x="24" y="23"/>
                      <a:pt x="26" y="23"/>
                    </a:cubicBezTo>
                    <a:cubicBezTo>
                      <a:pt x="25" y="23"/>
                      <a:pt x="23" y="23"/>
                      <a:pt x="21" y="23"/>
                    </a:cubicBezTo>
                    <a:cubicBezTo>
                      <a:pt x="23" y="23"/>
                      <a:pt x="27" y="23"/>
                      <a:pt x="28" y="24"/>
                    </a:cubicBezTo>
                    <a:cubicBezTo>
                      <a:pt x="28" y="24"/>
                      <a:pt x="23" y="25"/>
                      <a:pt x="23" y="25"/>
                    </a:cubicBezTo>
                    <a:cubicBezTo>
                      <a:pt x="21" y="25"/>
                      <a:pt x="18" y="25"/>
                      <a:pt x="16" y="25"/>
                    </a:cubicBezTo>
                    <a:cubicBezTo>
                      <a:pt x="16" y="26"/>
                      <a:pt x="12" y="27"/>
                      <a:pt x="13" y="27"/>
                    </a:cubicBezTo>
                    <a:cubicBezTo>
                      <a:pt x="14" y="28"/>
                      <a:pt x="15" y="28"/>
                      <a:pt x="16" y="30"/>
                    </a:cubicBezTo>
                    <a:cubicBezTo>
                      <a:pt x="16" y="32"/>
                      <a:pt x="22" y="30"/>
                      <a:pt x="23" y="32"/>
                    </a:cubicBezTo>
                    <a:cubicBezTo>
                      <a:pt x="23" y="32"/>
                      <a:pt x="19" y="32"/>
                      <a:pt x="19" y="33"/>
                    </a:cubicBezTo>
                    <a:cubicBezTo>
                      <a:pt x="20" y="34"/>
                      <a:pt x="25" y="36"/>
                      <a:pt x="26" y="36"/>
                    </a:cubicBezTo>
                    <a:cubicBezTo>
                      <a:pt x="26" y="36"/>
                      <a:pt x="32" y="36"/>
                      <a:pt x="32" y="35"/>
                    </a:cubicBezTo>
                    <a:cubicBezTo>
                      <a:pt x="32" y="35"/>
                      <a:pt x="31" y="35"/>
                      <a:pt x="31" y="35"/>
                    </a:cubicBezTo>
                    <a:cubicBezTo>
                      <a:pt x="31" y="33"/>
                      <a:pt x="35" y="36"/>
                      <a:pt x="34" y="36"/>
                    </a:cubicBezTo>
                    <a:cubicBezTo>
                      <a:pt x="35" y="36"/>
                      <a:pt x="33" y="33"/>
                      <a:pt x="33" y="32"/>
                    </a:cubicBezTo>
                    <a:cubicBezTo>
                      <a:pt x="35" y="31"/>
                      <a:pt x="37" y="37"/>
                      <a:pt x="40" y="35"/>
                    </a:cubicBezTo>
                    <a:cubicBezTo>
                      <a:pt x="41" y="34"/>
                      <a:pt x="39" y="32"/>
                      <a:pt x="40" y="32"/>
                    </a:cubicBezTo>
                    <a:cubicBezTo>
                      <a:pt x="41" y="32"/>
                      <a:pt x="41" y="34"/>
                      <a:pt x="41" y="35"/>
                    </a:cubicBezTo>
                    <a:cubicBezTo>
                      <a:pt x="42" y="35"/>
                      <a:pt x="43" y="31"/>
                      <a:pt x="42" y="31"/>
                    </a:cubicBezTo>
                    <a:cubicBezTo>
                      <a:pt x="42" y="30"/>
                      <a:pt x="42" y="29"/>
                      <a:pt x="41" y="29"/>
                    </a:cubicBezTo>
                    <a:cubicBezTo>
                      <a:pt x="41" y="28"/>
                      <a:pt x="42" y="26"/>
                      <a:pt x="43" y="27"/>
                    </a:cubicBezTo>
                    <a:cubicBezTo>
                      <a:pt x="44" y="28"/>
                      <a:pt x="43" y="32"/>
                      <a:pt x="46" y="30"/>
                    </a:cubicBezTo>
                    <a:cubicBezTo>
                      <a:pt x="47" y="29"/>
                      <a:pt x="50" y="25"/>
                      <a:pt x="52" y="27"/>
                    </a:cubicBezTo>
                    <a:cubicBezTo>
                      <a:pt x="53" y="27"/>
                      <a:pt x="51" y="28"/>
                      <a:pt x="51" y="28"/>
                    </a:cubicBezTo>
                    <a:cubicBezTo>
                      <a:pt x="51" y="28"/>
                      <a:pt x="56" y="27"/>
                      <a:pt x="56" y="27"/>
                    </a:cubicBezTo>
                    <a:cubicBezTo>
                      <a:pt x="56" y="27"/>
                      <a:pt x="54" y="27"/>
                      <a:pt x="54" y="26"/>
                    </a:cubicBezTo>
                    <a:cubicBezTo>
                      <a:pt x="54" y="25"/>
                      <a:pt x="59" y="25"/>
                      <a:pt x="58" y="24"/>
                    </a:cubicBezTo>
                    <a:cubicBezTo>
                      <a:pt x="58" y="22"/>
                      <a:pt x="58" y="25"/>
                      <a:pt x="58" y="2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4" name="Freeform 602"/>
              <p:cNvSpPr>
                <a:spLocks/>
              </p:cNvSpPr>
              <p:nvPr/>
            </p:nvSpPr>
            <p:spPr bwMode="auto">
              <a:xfrm>
                <a:off x="7419934" y="3767367"/>
                <a:ext cx="1455416" cy="758159"/>
              </a:xfrm>
              <a:custGeom>
                <a:avLst/>
                <a:gdLst>
                  <a:gd name="T0" fmla="*/ 15 w 156"/>
                  <a:gd name="T1" fmla="*/ 77 h 81"/>
                  <a:gd name="T2" fmla="*/ 27 w 156"/>
                  <a:gd name="T3" fmla="*/ 76 h 81"/>
                  <a:gd name="T4" fmla="*/ 37 w 156"/>
                  <a:gd name="T5" fmla="*/ 78 h 81"/>
                  <a:gd name="T6" fmla="*/ 48 w 156"/>
                  <a:gd name="T7" fmla="*/ 77 h 81"/>
                  <a:gd name="T8" fmla="*/ 65 w 156"/>
                  <a:gd name="T9" fmla="*/ 76 h 81"/>
                  <a:gd name="T10" fmla="*/ 59 w 156"/>
                  <a:gd name="T11" fmla="*/ 70 h 81"/>
                  <a:gd name="T12" fmla="*/ 50 w 156"/>
                  <a:gd name="T13" fmla="*/ 65 h 81"/>
                  <a:gd name="T14" fmla="*/ 73 w 156"/>
                  <a:gd name="T15" fmla="*/ 61 h 81"/>
                  <a:gd name="T16" fmla="*/ 76 w 156"/>
                  <a:gd name="T17" fmla="*/ 55 h 81"/>
                  <a:gd name="T18" fmla="*/ 71 w 156"/>
                  <a:gd name="T19" fmla="*/ 50 h 81"/>
                  <a:gd name="T20" fmla="*/ 72 w 156"/>
                  <a:gd name="T21" fmla="*/ 48 h 81"/>
                  <a:gd name="T22" fmla="*/ 78 w 156"/>
                  <a:gd name="T23" fmla="*/ 45 h 81"/>
                  <a:gd name="T24" fmla="*/ 90 w 156"/>
                  <a:gd name="T25" fmla="*/ 44 h 81"/>
                  <a:gd name="T26" fmla="*/ 105 w 156"/>
                  <a:gd name="T27" fmla="*/ 37 h 81"/>
                  <a:gd name="T28" fmla="*/ 105 w 156"/>
                  <a:gd name="T29" fmla="*/ 32 h 81"/>
                  <a:gd name="T30" fmla="*/ 136 w 156"/>
                  <a:gd name="T31" fmla="*/ 21 h 81"/>
                  <a:gd name="T32" fmla="*/ 115 w 156"/>
                  <a:gd name="T33" fmla="*/ 23 h 81"/>
                  <a:gd name="T34" fmla="*/ 134 w 156"/>
                  <a:gd name="T35" fmla="*/ 18 h 81"/>
                  <a:gd name="T36" fmla="*/ 146 w 156"/>
                  <a:gd name="T37" fmla="*/ 10 h 81"/>
                  <a:gd name="T38" fmla="*/ 133 w 156"/>
                  <a:gd name="T39" fmla="*/ 5 h 81"/>
                  <a:gd name="T40" fmla="*/ 121 w 156"/>
                  <a:gd name="T41" fmla="*/ 5 h 81"/>
                  <a:gd name="T42" fmla="*/ 100 w 156"/>
                  <a:gd name="T43" fmla="*/ 2 h 81"/>
                  <a:gd name="T44" fmla="*/ 91 w 156"/>
                  <a:gd name="T45" fmla="*/ 5 h 81"/>
                  <a:gd name="T46" fmla="*/ 80 w 156"/>
                  <a:gd name="T47" fmla="*/ 8 h 81"/>
                  <a:gd name="T48" fmla="*/ 58 w 156"/>
                  <a:gd name="T49" fmla="*/ 4 h 81"/>
                  <a:gd name="T50" fmla="*/ 52 w 156"/>
                  <a:gd name="T51" fmla="*/ 5 h 81"/>
                  <a:gd name="T52" fmla="*/ 46 w 156"/>
                  <a:gd name="T53" fmla="*/ 10 h 81"/>
                  <a:gd name="T54" fmla="*/ 45 w 156"/>
                  <a:gd name="T55" fmla="*/ 12 h 81"/>
                  <a:gd name="T56" fmla="*/ 31 w 156"/>
                  <a:gd name="T57" fmla="*/ 10 h 81"/>
                  <a:gd name="T58" fmla="*/ 34 w 156"/>
                  <a:gd name="T59" fmla="*/ 16 h 81"/>
                  <a:gd name="T60" fmla="*/ 23 w 156"/>
                  <a:gd name="T61" fmla="*/ 16 h 81"/>
                  <a:gd name="T62" fmla="*/ 5 w 156"/>
                  <a:gd name="T63" fmla="*/ 17 h 81"/>
                  <a:gd name="T64" fmla="*/ 11 w 156"/>
                  <a:gd name="T65" fmla="*/ 21 h 81"/>
                  <a:gd name="T66" fmla="*/ 13 w 156"/>
                  <a:gd name="T67" fmla="*/ 26 h 81"/>
                  <a:gd name="T68" fmla="*/ 23 w 156"/>
                  <a:gd name="T69" fmla="*/ 27 h 81"/>
                  <a:gd name="T70" fmla="*/ 20 w 156"/>
                  <a:gd name="T71" fmla="*/ 31 h 81"/>
                  <a:gd name="T72" fmla="*/ 26 w 156"/>
                  <a:gd name="T73" fmla="*/ 30 h 81"/>
                  <a:gd name="T74" fmla="*/ 42 w 156"/>
                  <a:gd name="T75" fmla="*/ 30 h 81"/>
                  <a:gd name="T76" fmla="*/ 52 w 156"/>
                  <a:gd name="T77" fmla="*/ 31 h 81"/>
                  <a:gd name="T78" fmla="*/ 73 w 156"/>
                  <a:gd name="T79" fmla="*/ 21 h 81"/>
                  <a:gd name="T80" fmla="*/ 60 w 156"/>
                  <a:gd name="T81" fmla="*/ 31 h 81"/>
                  <a:gd name="T82" fmla="*/ 44 w 156"/>
                  <a:gd name="T83" fmla="*/ 35 h 81"/>
                  <a:gd name="T84" fmla="*/ 58 w 156"/>
                  <a:gd name="T85" fmla="*/ 42 h 81"/>
                  <a:gd name="T86" fmla="*/ 32 w 156"/>
                  <a:gd name="T87" fmla="*/ 39 h 81"/>
                  <a:gd name="T88" fmla="*/ 42 w 156"/>
                  <a:gd name="T89" fmla="*/ 50 h 81"/>
                  <a:gd name="T90" fmla="*/ 44 w 156"/>
                  <a:gd name="T91" fmla="*/ 52 h 81"/>
                  <a:gd name="T92" fmla="*/ 30 w 156"/>
                  <a:gd name="T93" fmla="*/ 52 h 81"/>
                  <a:gd name="T94" fmla="*/ 27 w 156"/>
                  <a:gd name="T95" fmla="*/ 59 h 81"/>
                  <a:gd name="T96" fmla="*/ 36 w 156"/>
                  <a:gd name="T97" fmla="*/ 57 h 81"/>
                  <a:gd name="T98" fmla="*/ 34 w 156"/>
                  <a:gd name="T99" fmla="*/ 60 h 81"/>
                  <a:gd name="T100" fmla="*/ 37 w 156"/>
                  <a:gd name="T101" fmla="*/ 65 h 81"/>
                  <a:gd name="T102" fmla="*/ 38 w 156"/>
                  <a:gd name="T103" fmla="*/ 68 h 81"/>
                  <a:gd name="T104" fmla="*/ 19 w 156"/>
                  <a:gd name="T105" fmla="*/ 65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56" h="81">
                    <a:moveTo>
                      <a:pt x="26" y="70"/>
                    </a:moveTo>
                    <a:cubicBezTo>
                      <a:pt x="22" y="70"/>
                      <a:pt x="17" y="70"/>
                      <a:pt x="13" y="71"/>
                    </a:cubicBezTo>
                    <a:cubicBezTo>
                      <a:pt x="11" y="72"/>
                      <a:pt x="11" y="75"/>
                      <a:pt x="12" y="76"/>
                    </a:cubicBezTo>
                    <a:cubicBezTo>
                      <a:pt x="13" y="77"/>
                      <a:pt x="15" y="78"/>
                      <a:pt x="15" y="77"/>
                    </a:cubicBezTo>
                    <a:cubicBezTo>
                      <a:pt x="17" y="77"/>
                      <a:pt x="16" y="76"/>
                      <a:pt x="17" y="75"/>
                    </a:cubicBezTo>
                    <a:cubicBezTo>
                      <a:pt x="17" y="75"/>
                      <a:pt x="17" y="78"/>
                      <a:pt x="17" y="78"/>
                    </a:cubicBezTo>
                    <a:cubicBezTo>
                      <a:pt x="19" y="78"/>
                      <a:pt x="22" y="78"/>
                      <a:pt x="24" y="78"/>
                    </a:cubicBezTo>
                    <a:cubicBezTo>
                      <a:pt x="26" y="78"/>
                      <a:pt x="26" y="76"/>
                      <a:pt x="27" y="76"/>
                    </a:cubicBezTo>
                    <a:cubicBezTo>
                      <a:pt x="29" y="76"/>
                      <a:pt x="27" y="78"/>
                      <a:pt x="27" y="78"/>
                    </a:cubicBezTo>
                    <a:cubicBezTo>
                      <a:pt x="27" y="78"/>
                      <a:pt x="37" y="79"/>
                      <a:pt x="37" y="78"/>
                    </a:cubicBezTo>
                    <a:cubicBezTo>
                      <a:pt x="37" y="78"/>
                      <a:pt x="35" y="77"/>
                      <a:pt x="34" y="76"/>
                    </a:cubicBezTo>
                    <a:cubicBezTo>
                      <a:pt x="34" y="76"/>
                      <a:pt x="38" y="77"/>
                      <a:pt x="37" y="78"/>
                    </a:cubicBezTo>
                    <a:cubicBezTo>
                      <a:pt x="38" y="77"/>
                      <a:pt x="37" y="76"/>
                      <a:pt x="38" y="76"/>
                    </a:cubicBezTo>
                    <a:cubicBezTo>
                      <a:pt x="38" y="76"/>
                      <a:pt x="40" y="77"/>
                      <a:pt x="41" y="77"/>
                    </a:cubicBezTo>
                    <a:cubicBezTo>
                      <a:pt x="43" y="79"/>
                      <a:pt x="41" y="76"/>
                      <a:pt x="42" y="75"/>
                    </a:cubicBezTo>
                    <a:cubicBezTo>
                      <a:pt x="42" y="75"/>
                      <a:pt x="48" y="78"/>
                      <a:pt x="48" y="77"/>
                    </a:cubicBezTo>
                    <a:cubicBezTo>
                      <a:pt x="48" y="76"/>
                      <a:pt x="46" y="76"/>
                      <a:pt x="46" y="75"/>
                    </a:cubicBezTo>
                    <a:cubicBezTo>
                      <a:pt x="46" y="75"/>
                      <a:pt x="53" y="76"/>
                      <a:pt x="53" y="76"/>
                    </a:cubicBezTo>
                    <a:cubicBezTo>
                      <a:pt x="57" y="76"/>
                      <a:pt x="52" y="79"/>
                      <a:pt x="52" y="80"/>
                    </a:cubicBezTo>
                    <a:cubicBezTo>
                      <a:pt x="52" y="81"/>
                      <a:pt x="64" y="76"/>
                      <a:pt x="65" y="76"/>
                    </a:cubicBezTo>
                    <a:cubicBezTo>
                      <a:pt x="67" y="76"/>
                      <a:pt x="72" y="73"/>
                      <a:pt x="68" y="72"/>
                    </a:cubicBezTo>
                    <a:cubicBezTo>
                      <a:pt x="66" y="71"/>
                      <a:pt x="63" y="73"/>
                      <a:pt x="61" y="72"/>
                    </a:cubicBezTo>
                    <a:cubicBezTo>
                      <a:pt x="61" y="72"/>
                      <a:pt x="63" y="70"/>
                      <a:pt x="63" y="70"/>
                    </a:cubicBezTo>
                    <a:cubicBezTo>
                      <a:pt x="63" y="69"/>
                      <a:pt x="60" y="70"/>
                      <a:pt x="59" y="70"/>
                    </a:cubicBezTo>
                    <a:cubicBezTo>
                      <a:pt x="57" y="70"/>
                      <a:pt x="56" y="68"/>
                      <a:pt x="54" y="68"/>
                    </a:cubicBezTo>
                    <a:cubicBezTo>
                      <a:pt x="53" y="69"/>
                      <a:pt x="50" y="70"/>
                      <a:pt x="48" y="69"/>
                    </a:cubicBezTo>
                    <a:cubicBezTo>
                      <a:pt x="49" y="69"/>
                      <a:pt x="50" y="69"/>
                      <a:pt x="51" y="69"/>
                    </a:cubicBezTo>
                    <a:cubicBezTo>
                      <a:pt x="52" y="68"/>
                      <a:pt x="50" y="66"/>
                      <a:pt x="50" y="65"/>
                    </a:cubicBezTo>
                    <a:cubicBezTo>
                      <a:pt x="50" y="67"/>
                      <a:pt x="59" y="68"/>
                      <a:pt x="60" y="68"/>
                    </a:cubicBezTo>
                    <a:cubicBezTo>
                      <a:pt x="61" y="68"/>
                      <a:pt x="63" y="68"/>
                      <a:pt x="65" y="68"/>
                    </a:cubicBezTo>
                    <a:cubicBezTo>
                      <a:pt x="67" y="68"/>
                      <a:pt x="69" y="65"/>
                      <a:pt x="68" y="64"/>
                    </a:cubicBezTo>
                    <a:cubicBezTo>
                      <a:pt x="65" y="61"/>
                      <a:pt x="71" y="61"/>
                      <a:pt x="73" y="61"/>
                    </a:cubicBezTo>
                    <a:cubicBezTo>
                      <a:pt x="74" y="61"/>
                      <a:pt x="79" y="61"/>
                      <a:pt x="80" y="60"/>
                    </a:cubicBezTo>
                    <a:cubicBezTo>
                      <a:pt x="80" y="60"/>
                      <a:pt x="75" y="58"/>
                      <a:pt x="75" y="58"/>
                    </a:cubicBezTo>
                    <a:cubicBezTo>
                      <a:pt x="77" y="57"/>
                      <a:pt x="81" y="59"/>
                      <a:pt x="82" y="57"/>
                    </a:cubicBezTo>
                    <a:cubicBezTo>
                      <a:pt x="83" y="56"/>
                      <a:pt x="77" y="55"/>
                      <a:pt x="76" y="55"/>
                    </a:cubicBezTo>
                    <a:cubicBezTo>
                      <a:pt x="77" y="55"/>
                      <a:pt x="84" y="54"/>
                      <a:pt x="85" y="53"/>
                    </a:cubicBezTo>
                    <a:cubicBezTo>
                      <a:pt x="87" y="52"/>
                      <a:pt x="77" y="50"/>
                      <a:pt x="77" y="51"/>
                    </a:cubicBezTo>
                    <a:cubicBezTo>
                      <a:pt x="77" y="50"/>
                      <a:pt x="79" y="50"/>
                      <a:pt x="79" y="50"/>
                    </a:cubicBezTo>
                    <a:cubicBezTo>
                      <a:pt x="79" y="49"/>
                      <a:pt x="72" y="50"/>
                      <a:pt x="71" y="50"/>
                    </a:cubicBezTo>
                    <a:cubicBezTo>
                      <a:pt x="69" y="50"/>
                      <a:pt x="68" y="51"/>
                      <a:pt x="66" y="52"/>
                    </a:cubicBezTo>
                    <a:cubicBezTo>
                      <a:pt x="67" y="52"/>
                      <a:pt x="70" y="49"/>
                      <a:pt x="68" y="49"/>
                    </a:cubicBezTo>
                    <a:cubicBezTo>
                      <a:pt x="68" y="49"/>
                      <a:pt x="64" y="49"/>
                      <a:pt x="64" y="48"/>
                    </a:cubicBezTo>
                    <a:cubicBezTo>
                      <a:pt x="64" y="48"/>
                      <a:pt x="71" y="48"/>
                      <a:pt x="72" y="48"/>
                    </a:cubicBezTo>
                    <a:cubicBezTo>
                      <a:pt x="71" y="48"/>
                      <a:pt x="68" y="47"/>
                      <a:pt x="68" y="47"/>
                    </a:cubicBezTo>
                    <a:cubicBezTo>
                      <a:pt x="69" y="46"/>
                      <a:pt x="72" y="48"/>
                      <a:pt x="74" y="47"/>
                    </a:cubicBezTo>
                    <a:cubicBezTo>
                      <a:pt x="73" y="47"/>
                      <a:pt x="69" y="46"/>
                      <a:pt x="69" y="46"/>
                    </a:cubicBezTo>
                    <a:cubicBezTo>
                      <a:pt x="69" y="45"/>
                      <a:pt x="77" y="46"/>
                      <a:pt x="78" y="45"/>
                    </a:cubicBezTo>
                    <a:cubicBezTo>
                      <a:pt x="78" y="45"/>
                      <a:pt x="75" y="44"/>
                      <a:pt x="75" y="44"/>
                    </a:cubicBezTo>
                    <a:cubicBezTo>
                      <a:pt x="74" y="44"/>
                      <a:pt x="77" y="44"/>
                      <a:pt x="77" y="44"/>
                    </a:cubicBezTo>
                    <a:cubicBezTo>
                      <a:pt x="79" y="45"/>
                      <a:pt x="80" y="46"/>
                      <a:pt x="82" y="46"/>
                    </a:cubicBezTo>
                    <a:cubicBezTo>
                      <a:pt x="84" y="46"/>
                      <a:pt x="87" y="45"/>
                      <a:pt x="90" y="44"/>
                    </a:cubicBezTo>
                    <a:cubicBezTo>
                      <a:pt x="98" y="43"/>
                      <a:pt x="85" y="42"/>
                      <a:pt x="84" y="40"/>
                    </a:cubicBezTo>
                    <a:cubicBezTo>
                      <a:pt x="84" y="39"/>
                      <a:pt x="93" y="40"/>
                      <a:pt x="94" y="41"/>
                    </a:cubicBezTo>
                    <a:cubicBezTo>
                      <a:pt x="96" y="42"/>
                      <a:pt x="97" y="42"/>
                      <a:pt x="100" y="41"/>
                    </a:cubicBezTo>
                    <a:cubicBezTo>
                      <a:pt x="101" y="41"/>
                      <a:pt x="106" y="39"/>
                      <a:pt x="105" y="37"/>
                    </a:cubicBezTo>
                    <a:cubicBezTo>
                      <a:pt x="105" y="36"/>
                      <a:pt x="94" y="41"/>
                      <a:pt x="97" y="36"/>
                    </a:cubicBezTo>
                    <a:cubicBezTo>
                      <a:pt x="96" y="37"/>
                      <a:pt x="101" y="37"/>
                      <a:pt x="101" y="37"/>
                    </a:cubicBezTo>
                    <a:cubicBezTo>
                      <a:pt x="104" y="37"/>
                      <a:pt x="106" y="36"/>
                      <a:pt x="108" y="36"/>
                    </a:cubicBezTo>
                    <a:cubicBezTo>
                      <a:pt x="108" y="35"/>
                      <a:pt x="105" y="32"/>
                      <a:pt x="105" y="32"/>
                    </a:cubicBezTo>
                    <a:cubicBezTo>
                      <a:pt x="106" y="32"/>
                      <a:pt x="107" y="33"/>
                      <a:pt x="107" y="34"/>
                    </a:cubicBezTo>
                    <a:cubicBezTo>
                      <a:pt x="108" y="35"/>
                      <a:pt x="110" y="34"/>
                      <a:pt x="111" y="34"/>
                    </a:cubicBezTo>
                    <a:cubicBezTo>
                      <a:pt x="114" y="32"/>
                      <a:pt x="116" y="30"/>
                      <a:pt x="119" y="29"/>
                    </a:cubicBezTo>
                    <a:cubicBezTo>
                      <a:pt x="121" y="28"/>
                      <a:pt x="136" y="22"/>
                      <a:pt x="136" y="21"/>
                    </a:cubicBezTo>
                    <a:cubicBezTo>
                      <a:pt x="136" y="20"/>
                      <a:pt x="123" y="23"/>
                      <a:pt x="122" y="23"/>
                    </a:cubicBezTo>
                    <a:cubicBezTo>
                      <a:pt x="119" y="24"/>
                      <a:pt x="116" y="24"/>
                      <a:pt x="112" y="25"/>
                    </a:cubicBezTo>
                    <a:cubicBezTo>
                      <a:pt x="112" y="25"/>
                      <a:pt x="108" y="25"/>
                      <a:pt x="108" y="25"/>
                    </a:cubicBezTo>
                    <a:cubicBezTo>
                      <a:pt x="108" y="24"/>
                      <a:pt x="114" y="24"/>
                      <a:pt x="115" y="23"/>
                    </a:cubicBezTo>
                    <a:cubicBezTo>
                      <a:pt x="116" y="23"/>
                      <a:pt x="123" y="22"/>
                      <a:pt x="123" y="21"/>
                    </a:cubicBezTo>
                    <a:cubicBezTo>
                      <a:pt x="123" y="22"/>
                      <a:pt x="113" y="20"/>
                      <a:pt x="114" y="19"/>
                    </a:cubicBezTo>
                    <a:cubicBezTo>
                      <a:pt x="114" y="19"/>
                      <a:pt x="126" y="20"/>
                      <a:pt x="127" y="19"/>
                    </a:cubicBezTo>
                    <a:cubicBezTo>
                      <a:pt x="129" y="19"/>
                      <a:pt x="132" y="18"/>
                      <a:pt x="134" y="18"/>
                    </a:cubicBezTo>
                    <a:cubicBezTo>
                      <a:pt x="135" y="18"/>
                      <a:pt x="137" y="18"/>
                      <a:pt x="138" y="18"/>
                    </a:cubicBezTo>
                    <a:cubicBezTo>
                      <a:pt x="142" y="17"/>
                      <a:pt x="146" y="16"/>
                      <a:pt x="149" y="15"/>
                    </a:cubicBezTo>
                    <a:cubicBezTo>
                      <a:pt x="149" y="15"/>
                      <a:pt x="156" y="11"/>
                      <a:pt x="153" y="10"/>
                    </a:cubicBezTo>
                    <a:cubicBezTo>
                      <a:pt x="151" y="10"/>
                      <a:pt x="148" y="10"/>
                      <a:pt x="146" y="10"/>
                    </a:cubicBezTo>
                    <a:cubicBezTo>
                      <a:pt x="145" y="9"/>
                      <a:pt x="143" y="10"/>
                      <a:pt x="143" y="9"/>
                    </a:cubicBezTo>
                    <a:cubicBezTo>
                      <a:pt x="143" y="7"/>
                      <a:pt x="141" y="7"/>
                      <a:pt x="141" y="5"/>
                    </a:cubicBezTo>
                    <a:cubicBezTo>
                      <a:pt x="141" y="5"/>
                      <a:pt x="137" y="6"/>
                      <a:pt x="136" y="6"/>
                    </a:cubicBezTo>
                    <a:cubicBezTo>
                      <a:pt x="135" y="5"/>
                      <a:pt x="134" y="3"/>
                      <a:pt x="133" y="5"/>
                    </a:cubicBezTo>
                    <a:cubicBezTo>
                      <a:pt x="133" y="5"/>
                      <a:pt x="127" y="6"/>
                      <a:pt x="126" y="6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20" y="7"/>
                      <a:pt x="116" y="7"/>
                      <a:pt x="116" y="7"/>
                    </a:cubicBezTo>
                    <a:cubicBezTo>
                      <a:pt x="116" y="6"/>
                      <a:pt x="120" y="6"/>
                      <a:pt x="121" y="5"/>
                    </a:cubicBezTo>
                    <a:cubicBezTo>
                      <a:pt x="123" y="5"/>
                      <a:pt x="125" y="4"/>
                      <a:pt x="126" y="3"/>
                    </a:cubicBezTo>
                    <a:cubicBezTo>
                      <a:pt x="124" y="6"/>
                      <a:pt x="103" y="0"/>
                      <a:pt x="102" y="2"/>
                    </a:cubicBezTo>
                    <a:cubicBezTo>
                      <a:pt x="102" y="3"/>
                      <a:pt x="104" y="3"/>
                      <a:pt x="105" y="4"/>
                    </a:cubicBezTo>
                    <a:cubicBezTo>
                      <a:pt x="105" y="5"/>
                      <a:pt x="100" y="2"/>
                      <a:pt x="100" y="2"/>
                    </a:cubicBezTo>
                    <a:cubicBezTo>
                      <a:pt x="98" y="1"/>
                      <a:pt x="95" y="2"/>
                      <a:pt x="94" y="2"/>
                    </a:cubicBezTo>
                    <a:cubicBezTo>
                      <a:pt x="93" y="2"/>
                      <a:pt x="90" y="2"/>
                      <a:pt x="91" y="3"/>
                    </a:cubicBezTo>
                    <a:cubicBezTo>
                      <a:pt x="92" y="4"/>
                      <a:pt x="94" y="7"/>
                      <a:pt x="95" y="6"/>
                    </a:cubicBezTo>
                    <a:cubicBezTo>
                      <a:pt x="95" y="7"/>
                      <a:pt x="91" y="6"/>
                      <a:pt x="91" y="5"/>
                    </a:cubicBezTo>
                    <a:cubicBezTo>
                      <a:pt x="88" y="5"/>
                      <a:pt x="87" y="2"/>
                      <a:pt x="85" y="2"/>
                    </a:cubicBezTo>
                    <a:cubicBezTo>
                      <a:pt x="81" y="2"/>
                      <a:pt x="78" y="2"/>
                      <a:pt x="75" y="2"/>
                    </a:cubicBezTo>
                    <a:cubicBezTo>
                      <a:pt x="70" y="3"/>
                      <a:pt x="73" y="4"/>
                      <a:pt x="76" y="5"/>
                    </a:cubicBezTo>
                    <a:cubicBezTo>
                      <a:pt x="77" y="6"/>
                      <a:pt x="79" y="7"/>
                      <a:pt x="80" y="8"/>
                    </a:cubicBezTo>
                    <a:cubicBezTo>
                      <a:pt x="80" y="8"/>
                      <a:pt x="77" y="10"/>
                      <a:pt x="77" y="10"/>
                    </a:cubicBezTo>
                    <a:cubicBezTo>
                      <a:pt x="76" y="10"/>
                      <a:pt x="78" y="9"/>
                      <a:pt x="78" y="9"/>
                    </a:cubicBezTo>
                    <a:cubicBezTo>
                      <a:pt x="78" y="8"/>
                      <a:pt x="71" y="4"/>
                      <a:pt x="70" y="4"/>
                    </a:cubicBezTo>
                    <a:cubicBezTo>
                      <a:pt x="66" y="4"/>
                      <a:pt x="62" y="3"/>
                      <a:pt x="58" y="4"/>
                    </a:cubicBezTo>
                    <a:cubicBezTo>
                      <a:pt x="58" y="4"/>
                      <a:pt x="60" y="6"/>
                      <a:pt x="61" y="6"/>
                    </a:cubicBezTo>
                    <a:cubicBezTo>
                      <a:pt x="62" y="6"/>
                      <a:pt x="64" y="7"/>
                      <a:pt x="66" y="6"/>
                    </a:cubicBezTo>
                    <a:cubicBezTo>
                      <a:pt x="64" y="7"/>
                      <a:pt x="61" y="8"/>
                      <a:pt x="59" y="7"/>
                    </a:cubicBezTo>
                    <a:cubicBezTo>
                      <a:pt x="58" y="7"/>
                      <a:pt x="51" y="4"/>
                      <a:pt x="52" y="5"/>
                    </a:cubicBezTo>
                    <a:cubicBezTo>
                      <a:pt x="52" y="4"/>
                      <a:pt x="57" y="10"/>
                      <a:pt x="53" y="9"/>
                    </a:cubicBezTo>
                    <a:cubicBezTo>
                      <a:pt x="52" y="8"/>
                      <a:pt x="49" y="7"/>
                      <a:pt x="47" y="8"/>
                    </a:cubicBezTo>
                    <a:cubicBezTo>
                      <a:pt x="48" y="8"/>
                      <a:pt x="51" y="9"/>
                      <a:pt x="51" y="9"/>
                    </a:cubicBezTo>
                    <a:cubicBezTo>
                      <a:pt x="50" y="10"/>
                      <a:pt x="46" y="8"/>
                      <a:pt x="46" y="10"/>
                    </a:cubicBezTo>
                    <a:cubicBezTo>
                      <a:pt x="46" y="11"/>
                      <a:pt x="50" y="12"/>
                      <a:pt x="51" y="13"/>
                    </a:cubicBezTo>
                    <a:cubicBezTo>
                      <a:pt x="54" y="13"/>
                      <a:pt x="61" y="14"/>
                      <a:pt x="61" y="17"/>
                    </a:cubicBezTo>
                    <a:cubicBezTo>
                      <a:pt x="61" y="16"/>
                      <a:pt x="54" y="15"/>
                      <a:pt x="52" y="14"/>
                    </a:cubicBezTo>
                    <a:cubicBezTo>
                      <a:pt x="50" y="14"/>
                      <a:pt x="47" y="11"/>
                      <a:pt x="45" y="12"/>
                    </a:cubicBezTo>
                    <a:cubicBezTo>
                      <a:pt x="45" y="12"/>
                      <a:pt x="48" y="14"/>
                      <a:pt x="48" y="14"/>
                    </a:cubicBezTo>
                    <a:cubicBezTo>
                      <a:pt x="48" y="14"/>
                      <a:pt x="45" y="15"/>
                      <a:pt x="45" y="14"/>
                    </a:cubicBezTo>
                    <a:cubicBezTo>
                      <a:pt x="43" y="13"/>
                      <a:pt x="42" y="12"/>
                      <a:pt x="40" y="11"/>
                    </a:cubicBezTo>
                    <a:cubicBezTo>
                      <a:pt x="39" y="10"/>
                      <a:pt x="31" y="10"/>
                      <a:pt x="31" y="10"/>
                    </a:cubicBezTo>
                    <a:cubicBezTo>
                      <a:pt x="31" y="11"/>
                      <a:pt x="34" y="11"/>
                      <a:pt x="31" y="12"/>
                    </a:cubicBezTo>
                    <a:cubicBezTo>
                      <a:pt x="30" y="12"/>
                      <a:pt x="25" y="14"/>
                      <a:pt x="25" y="14"/>
                    </a:cubicBezTo>
                    <a:cubicBezTo>
                      <a:pt x="26" y="14"/>
                      <a:pt x="29" y="13"/>
                      <a:pt x="29" y="13"/>
                    </a:cubicBezTo>
                    <a:cubicBezTo>
                      <a:pt x="30" y="14"/>
                      <a:pt x="34" y="16"/>
                      <a:pt x="34" y="16"/>
                    </a:cubicBezTo>
                    <a:cubicBezTo>
                      <a:pt x="34" y="16"/>
                      <a:pt x="31" y="15"/>
                      <a:pt x="31" y="16"/>
                    </a:cubicBezTo>
                    <a:cubicBezTo>
                      <a:pt x="31" y="16"/>
                      <a:pt x="32" y="19"/>
                      <a:pt x="30" y="17"/>
                    </a:cubicBezTo>
                    <a:cubicBezTo>
                      <a:pt x="29" y="16"/>
                      <a:pt x="28" y="14"/>
                      <a:pt x="26" y="15"/>
                    </a:cubicBezTo>
                    <a:cubicBezTo>
                      <a:pt x="25" y="15"/>
                      <a:pt x="24" y="17"/>
                      <a:pt x="23" y="16"/>
                    </a:cubicBezTo>
                    <a:cubicBezTo>
                      <a:pt x="22" y="15"/>
                      <a:pt x="21" y="14"/>
                      <a:pt x="19" y="14"/>
                    </a:cubicBezTo>
                    <a:cubicBezTo>
                      <a:pt x="18" y="14"/>
                      <a:pt x="15" y="15"/>
                      <a:pt x="14" y="16"/>
                    </a:cubicBezTo>
                    <a:cubicBezTo>
                      <a:pt x="12" y="17"/>
                      <a:pt x="13" y="18"/>
                      <a:pt x="10" y="17"/>
                    </a:cubicBezTo>
                    <a:cubicBezTo>
                      <a:pt x="8" y="16"/>
                      <a:pt x="7" y="17"/>
                      <a:pt x="5" y="17"/>
                    </a:cubicBezTo>
                    <a:cubicBezTo>
                      <a:pt x="4" y="18"/>
                      <a:pt x="0" y="18"/>
                      <a:pt x="0" y="19"/>
                    </a:cubicBezTo>
                    <a:cubicBezTo>
                      <a:pt x="0" y="21"/>
                      <a:pt x="9" y="19"/>
                      <a:pt x="9" y="20"/>
                    </a:cubicBezTo>
                    <a:cubicBezTo>
                      <a:pt x="9" y="21"/>
                      <a:pt x="6" y="21"/>
                      <a:pt x="5" y="22"/>
                    </a:cubicBezTo>
                    <a:cubicBezTo>
                      <a:pt x="5" y="21"/>
                      <a:pt x="10" y="21"/>
                      <a:pt x="11" y="21"/>
                    </a:cubicBezTo>
                    <a:cubicBezTo>
                      <a:pt x="12" y="21"/>
                      <a:pt x="17" y="21"/>
                      <a:pt x="17" y="21"/>
                    </a:cubicBezTo>
                    <a:cubicBezTo>
                      <a:pt x="17" y="21"/>
                      <a:pt x="15" y="22"/>
                      <a:pt x="14" y="22"/>
                    </a:cubicBezTo>
                    <a:cubicBezTo>
                      <a:pt x="12" y="22"/>
                      <a:pt x="11" y="22"/>
                      <a:pt x="9" y="24"/>
                    </a:cubicBezTo>
                    <a:cubicBezTo>
                      <a:pt x="5" y="26"/>
                      <a:pt x="12" y="26"/>
                      <a:pt x="13" y="26"/>
                    </a:cubicBezTo>
                    <a:cubicBezTo>
                      <a:pt x="17" y="27"/>
                      <a:pt x="20" y="27"/>
                      <a:pt x="24" y="26"/>
                    </a:cubicBezTo>
                    <a:cubicBezTo>
                      <a:pt x="26" y="25"/>
                      <a:pt x="31" y="22"/>
                      <a:pt x="34" y="24"/>
                    </a:cubicBezTo>
                    <a:cubicBezTo>
                      <a:pt x="34" y="24"/>
                      <a:pt x="29" y="26"/>
                      <a:pt x="29" y="26"/>
                    </a:cubicBezTo>
                    <a:cubicBezTo>
                      <a:pt x="27" y="26"/>
                      <a:pt x="25" y="26"/>
                      <a:pt x="23" y="27"/>
                    </a:cubicBezTo>
                    <a:cubicBezTo>
                      <a:pt x="22" y="27"/>
                      <a:pt x="20" y="27"/>
                      <a:pt x="18" y="27"/>
                    </a:cubicBezTo>
                    <a:cubicBezTo>
                      <a:pt x="16" y="28"/>
                      <a:pt x="14" y="27"/>
                      <a:pt x="12" y="28"/>
                    </a:cubicBezTo>
                    <a:cubicBezTo>
                      <a:pt x="13" y="28"/>
                      <a:pt x="16" y="29"/>
                      <a:pt x="16" y="29"/>
                    </a:cubicBezTo>
                    <a:cubicBezTo>
                      <a:pt x="17" y="30"/>
                      <a:pt x="18" y="31"/>
                      <a:pt x="20" y="31"/>
                    </a:cubicBezTo>
                    <a:cubicBezTo>
                      <a:pt x="24" y="31"/>
                      <a:pt x="26" y="28"/>
                      <a:pt x="30" y="27"/>
                    </a:cubicBezTo>
                    <a:cubicBezTo>
                      <a:pt x="31" y="27"/>
                      <a:pt x="44" y="26"/>
                      <a:pt x="44" y="25"/>
                    </a:cubicBezTo>
                    <a:cubicBezTo>
                      <a:pt x="44" y="26"/>
                      <a:pt x="38" y="26"/>
                      <a:pt x="37" y="26"/>
                    </a:cubicBezTo>
                    <a:cubicBezTo>
                      <a:pt x="34" y="27"/>
                      <a:pt x="29" y="28"/>
                      <a:pt x="26" y="30"/>
                    </a:cubicBezTo>
                    <a:cubicBezTo>
                      <a:pt x="23" y="33"/>
                      <a:pt x="32" y="32"/>
                      <a:pt x="33" y="32"/>
                    </a:cubicBezTo>
                    <a:cubicBezTo>
                      <a:pt x="35" y="32"/>
                      <a:pt x="37" y="33"/>
                      <a:pt x="39" y="31"/>
                    </a:cubicBezTo>
                    <a:cubicBezTo>
                      <a:pt x="40" y="31"/>
                      <a:pt x="40" y="30"/>
                      <a:pt x="40" y="29"/>
                    </a:cubicBezTo>
                    <a:cubicBezTo>
                      <a:pt x="41" y="29"/>
                      <a:pt x="42" y="29"/>
                      <a:pt x="42" y="30"/>
                    </a:cubicBezTo>
                    <a:cubicBezTo>
                      <a:pt x="42" y="30"/>
                      <a:pt x="42" y="30"/>
                      <a:pt x="41" y="30"/>
                    </a:cubicBezTo>
                    <a:cubicBezTo>
                      <a:pt x="43" y="30"/>
                      <a:pt x="48" y="28"/>
                      <a:pt x="50" y="29"/>
                    </a:cubicBezTo>
                    <a:cubicBezTo>
                      <a:pt x="49" y="28"/>
                      <a:pt x="44" y="32"/>
                      <a:pt x="43" y="32"/>
                    </a:cubicBezTo>
                    <a:cubicBezTo>
                      <a:pt x="44" y="33"/>
                      <a:pt x="50" y="31"/>
                      <a:pt x="52" y="31"/>
                    </a:cubicBezTo>
                    <a:cubicBezTo>
                      <a:pt x="55" y="31"/>
                      <a:pt x="58" y="30"/>
                      <a:pt x="61" y="28"/>
                    </a:cubicBezTo>
                    <a:cubicBezTo>
                      <a:pt x="62" y="27"/>
                      <a:pt x="62" y="25"/>
                      <a:pt x="62" y="25"/>
                    </a:cubicBezTo>
                    <a:cubicBezTo>
                      <a:pt x="64" y="25"/>
                      <a:pt x="64" y="25"/>
                      <a:pt x="65" y="24"/>
                    </a:cubicBezTo>
                    <a:cubicBezTo>
                      <a:pt x="66" y="24"/>
                      <a:pt x="73" y="20"/>
                      <a:pt x="73" y="21"/>
                    </a:cubicBezTo>
                    <a:cubicBezTo>
                      <a:pt x="73" y="21"/>
                      <a:pt x="69" y="24"/>
                      <a:pt x="69" y="24"/>
                    </a:cubicBezTo>
                    <a:cubicBezTo>
                      <a:pt x="68" y="25"/>
                      <a:pt x="64" y="27"/>
                      <a:pt x="64" y="28"/>
                    </a:cubicBezTo>
                    <a:cubicBezTo>
                      <a:pt x="64" y="29"/>
                      <a:pt x="75" y="28"/>
                      <a:pt x="75" y="29"/>
                    </a:cubicBezTo>
                    <a:cubicBezTo>
                      <a:pt x="75" y="28"/>
                      <a:pt x="60" y="32"/>
                      <a:pt x="60" y="31"/>
                    </a:cubicBezTo>
                    <a:cubicBezTo>
                      <a:pt x="60" y="31"/>
                      <a:pt x="69" y="32"/>
                      <a:pt x="68" y="32"/>
                    </a:cubicBezTo>
                    <a:cubicBezTo>
                      <a:pt x="68" y="33"/>
                      <a:pt x="64" y="33"/>
                      <a:pt x="63" y="33"/>
                    </a:cubicBezTo>
                    <a:cubicBezTo>
                      <a:pt x="61" y="33"/>
                      <a:pt x="58" y="33"/>
                      <a:pt x="56" y="34"/>
                    </a:cubicBezTo>
                    <a:cubicBezTo>
                      <a:pt x="52" y="34"/>
                      <a:pt x="48" y="34"/>
                      <a:pt x="44" y="35"/>
                    </a:cubicBezTo>
                    <a:cubicBezTo>
                      <a:pt x="43" y="35"/>
                      <a:pt x="43" y="36"/>
                      <a:pt x="45" y="36"/>
                    </a:cubicBezTo>
                    <a:cubicBezTo>
                      <a:pt x="46" y="37"/>
                      <a:pt x="49" y="38"/>
                      <a:pt x="50" y="39"/>
                    </a:cubicBezTo>
                    <a:cubicBezTo>
                      <a:pt x="52" y="41"/>
                      <a:pt x="50" y="43"/>
                      <a:pt x="53" y="43"/>
                    </a:cubicBezTo>
                    <a:cubicBezTo>
                      <a:pt x="54" y="42"/>
                      <a:pt x="57" y="43"/>
                      <a:pt x="58" y="42"/>
                    </a:cubicBezTo>
                    <a:cubicBezTo>
                      <a:pt x="49" y="47"/>
                      <a:pt x="44" y="36"/>
                      <a:pt x="37" y="36"/>
                    </a:cubicBezTo>
                    <a:cubicBezTo>
                      <a:pt x="35" y="36"/>
                      <a:pt x="26" y="34"/>
                      <a:pt x="26" y="36"/>
                    </a:cubicBezTo>
                    <a:cubicBezTo>
                      <a:pt x="26" y="36"/>
                      <a:pt x="25" y="38"/>
                      <a:pt x="25" y="38"/>
                    </a:cubicBezTo>
                    <a:cubicBezTo>
                      <a:pt x="26" y="38"/>
                      <a:pt x="32" y="38"/>
                      <a:pt x="32" y="39"/>
                    </a:cubicBezTo>
                    <a:cubicBezTo>
                      <a:pt x="32" y="39"/>
                      <a:pt x="26" y="39"/>
                      <a:pt x="26" y="41"/>
                    </a:cubicBezTo>
                    <a:cubicBezTo>
                      <a:pt x="26" y="42"/>
                      <a:pt x="32" y="42"/>
                      <a:pt x="34" y="43"/>
                    </a:cubicBezTo>
                    <a:cubicBezTo>
                      <a:pt x="35" y="44"/>
                      <a:pt x="36" y="45"/>
                      <a:pt x="37" y="46"/>
                    </a:cubicBezTo>
                    <a:cubicBezTo>
                      <a:pt x="38" y="48"/>
                      <a:pt x="40" y="49"/>
                      <a:pt x="42" y="50"/>
                    </a:cubicBezTo>
                    <a:cubicBezTo>
                      <a:pt x="44" y="51"/>
                      <a:pt x="45" y="51"/>
                      <a:pt x="47" y="50"/>
                    </a:cubicBezTo>
                    <a:cubicBezTo>
                      <a:pt x="48" y="50"/>
                      <a:pt x="50" y="49"/>
                      <a:pt x="51" y="50"/>
                    </a:cubicBezTo>
                    <a:cubicBezTo>
                      <a:pt x="51" y="50"/>
                      <a:pt x="50" y="52"/>
                      <a:pt x="50" y="52"/>
                    </a:cubicBezTo>
                    <a:cubicBezTo>
                      <a:pt x="48" y="52"/>
                      <a:pt x="45" y="51"/>
                      <a:pt x="44" y="52"/>
                    </a:cubicBezTo>
                    <a:cubicBezTo>
                      <a:pt x="44" y="51"/>
                      <a:pt x="48" y="54"/>
                      <a:pt x="48" y="54"/>
                    </a:cubicBezTo>
                    <a:cubicBezTo>
                      <a:pt x="48" y="55"/>
                      <a:pt x="43" y="53"/>
                      <a:pt x="43" y="53"/>
                    </a:cubicBezTo>
                    <a:cubicBezTo>
                      <a:pt x="40" y="51"/>
                      <a:pt x="38" y="51"/>
                      <a:pt x="35" y="51"/>
                    </a:cubicBezTo>
                    <a:cubicBezTo>
                      <a:pt x="33" y="51"/>
                      <a:pt x="32" y="51"/>
                      <a:pt x="30" y="52"/>
                    </a:cubicBezTo>
                    <a:cubicBezTo>
                      <a:pt x="28" y="53"/>
                      <a:pt x="27" y="52"/>
                      <a:pt x="26" y="53"/>
                    </a:cubicBezTo>
                    <a:cubicBezTo>
                      <a:pt x="25" y="54"/>
                      <a:pt x="25" y="55"/>
                      <a:pt x="23" y="55"/>
                    </a:cubicBezTo>
                    <a:cubicBezTo>
                      <a:pt x="22" y="56"/>
                      <a:pt x="21" y="59"/>
                      <a:pt x="23" y="59"/>
                    </a:cubicBezTo>
                    <a:cubicBezTo>
                      <a:pt x="25" y="59"/>
                      <a:pt x="27" y="58"/>
                      <a:pt x="27" y="59"/>
                    </a:cubicBezTo>
                    <a:cubicBezTo>
                      <a:pt x="28" y="61"/>
                      <a:pt x="32" y="60"/>
                      <a:pt x="32" y="59"/>
                    </a:cubicBezTo>
                    <a:cubicBezTo>
                      <a:pt x="33" y="59"/>
                      <a:pt x="35" y="56"/>
                      <a:pt x="35" y="55"/>
                    </a:cubicBezTo>
                    <a:cubicBezTo>
                      <a:pt x="35" y="56"/>
                      <a:pt x="35" y="56"/>
                      <a:pt x="35" y="57"/>
                    </a:cubicBezTo>
                    <a:cubicBezTo>
                      <a:pt x="35" y="57"/>
                      <a:pt x="36" y="57"/>
                      <a:pt x="36" y="57"/>
                    </a:cubicBezTo>
                    <a:cubicBezTo>
                      <a:pt x="36" y="57"/>
                      <a:pt x="35" y="58"/>
                      <a:pt x="35" y="59"/>
                    </a:cubicBezTo>
                    <a:cubicBezTo>
                      <a:pt x="35" y="59"/>
                      <a:pt x="35" y="59"/>
                      <a:pt x="36" y="59"/>
                    </a:cubicBezTo>
                    <a:cubicBezTo>
                      <a:pt x="36" y="59"/>
                      <a:pt x="33" y="60"/>
                      <a:pt x="34" y="60"/>
                    </a:cubicBezTo>
                    <a:cubicBezTo>
                      <a:pt x="34" y="60"/>
                      <a:pt x="34" y="60"/>
                      <a:pt x="34" y="60"/>
                    </a:cubicBezTo>
                    <a:cubicBezTo>
                      <a:pt x="34" y="61"/>
                      <a:pt x="31" y="60"/>
                      <a:pt x="30" y="61"/>
                    </a:cubicBezTo>
                    <a:cubicBezTo>
                      <a:pt x="31" y="61"/>
                      <a:pt x="35" y="61"/>
                      <a:pt x="36" y="62"/>
                    </a:cubicBezTo>
                    <a:cubicBezTo>
                      <a:pt x="36" y="62"/>
                      <a:pt x="31" y="65"/>
                      <a:pt x="32" y="65"/>
                    </a:cubicBezTo>
                    <a:cubicBezTo>
                      <a:pt x="32" y="66"/>
                      <a:pt x="37" y="65"/>
                      <a:pt x="37" y="65"/>
                    </a:cubicBezTo>
                    <a:cubicBezTo>
                      <a:pt x="37" y="65"/>
                      <a:pt x="36" y="65"/>
                      <a:pt x="36" y="65"/>
                    </a:cubicBezTo>
                    <a:cubicBezTo>
                      <a:pt x="36" y="66"/>
                      <a:pt x="41" y="65"/>
                      <a:pt x="42" y="64"/>
                    </a:cubicBezTo>
                    <a:cubicBezTo>
                      <a:pt x="42" y="64"/>
                      <a:pt x="46" y="59"/>
                      <a:pt x="47" y="60"/>
                    </a:cubicBezTo>
                    <a:cubicBezTo>
                      <a:pt x="48" y="61"/>
                      <a:pt x="40" y="67"/>
                      <a:pt x="38" y="68"/>
                    </a:cubicBezTo>
                    <a:cubicBezTo>
                      <a:pt x="35" y="68"/>
                      <a:pt x="33" y="68"/>
                      <a:pt x="30" y="66"/>
                    </a:cubicBezTo>
                    <a:cubicBezTo>
                      <a:pt x="28" y="65"/>
                      <a:pt x="28" y="63"/>
                      <a:pt x="26" y="63"/>
                    </a:cubicBezTo>
                    <a:cubicBezTo>
                      <a:pt x="24" y="62"/>
                      <a:pt x="22" y="62"/>
                      <a:pt x="20" y="62"/>
                    </a:cubicBezTo>
                    <a:cubicBezTo>
                      <a:pt x="17" y="62"/>
                      <a:pt x="17" y="63"/>
                      <a:pt x="19" y="65"/>
                    </a:cubicBezTo>
                    <a:cubicBezTo>
                      <a:pt x="20" y="66"/>
                      <a:pt x="20" y="67"/>
                      <a:pt x="22" y="67"/>
                    </a:cubicBezTo>
                    <a:cubicBezTo>
                      <a:pt x="25" y="67"/>
                      <a:pt x="22" y="67"/>
                      <a:pt x="22" y="68"/>
                    </a:cubicBezTo>
                    <a:cubicBezTo>
                      <a:pt x="22" y="68"/>
                      <a:pt x="26" y="70"/>
                      <a:pt x="26" y="7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5" name="Freeform 604"/>
              <p:cNvSpPr>
                <a:spLocks/>
              </p:cNvSpPr>
              <p:nvPr/>
            </p:nvSpPr>
            <p:spPr bwMode="auto">
              <a:xfrm>
                <a:off x="8101466" y="4187857"/>
                <a:ext cx="130574" cy="47785"/>
              </a:xfrm>
              <a:custGeom>
                <a:avLst/>
                <a:gdLst>
                  <a:gd name="T0" fmla="*/ 13 w 14"/>
                  <a:gd name="T1" fmla="*/ 4 h 5"/>
                  <a:gd name="T2" fmla="*/ 11 w 14"/>
                  <a:gd name="T3" fmla="*/ 2 h 5"/>
                  <a:gd name="T4" fmla="*/ 8 w 14"/>
                  <a:gd name="T5" fmla="*/ 2 h 5"/>
                  <a:gd name="T6" fmla="*/ 1 w 14"/>
                  <a:gd name="T7" fmla="*/ 1 h 5"/>
                  <a:gd name="T8" fmla="*/ 2 w 14"/>
                  <a:gd name="T9" fmla="*/ 2 h 5"/>
                  <a:gd name="T10" fmla="*/ 0 w 14"/>
                  <a:gd name="T11" fmla="*/ 3 h 5"/>
                  <a:gd name="T12" fmla="*/ 3 w 14"/>
                  <a:gd name="T13" fmla="*/ 3 h 5"/>
                  <a:gd name="T14" fmla="*/ 8 w 14"/>
                  <a:gd name="T15" fmla="*/ 4 h 5"/>
                  <a:gd name="T16" fmla="*/ 13 w 14"/>
                  <a:gd name="T17" fmla="*/ 4 h 5"/>
                  <a:gd name="T18" fmla="*/ 13 w 14"/>
                  <a:gd name="T1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" h="5">
                    <a:moveTo>
                      <a:pt x="13" y="4"/>
                    </a:moveTo>
                    <a:cubicBezTo>
                      <a:pt x="12" y="3"/>
                      <a:pt x="13" y="3"/>
                      <a:pt x="11" y="2"/>
                    </a:cubicBezTo>
                    <a:cubicBezTo>
                      <a:pt x="10" y="2"/>
                      <a:pt x="9" y="2"/>
                      <a:pt x="8" y="2"/>
                    </a:cubicBezTo>
                    <a:cubicBezTo>
                      <a:pt x="7" y="2"/>
                      <a:pt x="2" y="0"/>
                      <a:pt x="1" y="1"/>
                    </a:cubicBezTo>
                    <a:cubicBezTo>
                      <a:pt x="1" y="1"/>
                      <a:pt x="3" y="2"/>
                      <a:pt x="2" y="2"/>
                    </a:cubicBezTo>
                    <a:cubicBezTo>
                      <a:pt x="2" y="3"/>
                      <a:pt x="0" y="4"/>
                      <a:pt x="0" y="3"/>
                    </a:cubicBezTo>
                    <a:cubicBezTo>
                      <a:pt x="0" y="4"/>
                      <a:pt x="2" y="3"/>
                      <a:pt x="3" y="3"/>
                    </a:cubicBezTo>
                    <a:cubicBezTo>
                      <a:pt x="4" y="3"/>
                      <a:pt x="6" y="4"/>
                      <a:pt x="8" y="4"/>
                    </a:cubicBezTo>
                    <a:cubicBezTo>
                      <a:pt x="9" y="4"/>
                      <a:pt x="13" y="4"/>
                      <a:pt x="13" y="4"/>
                    </a:cubicBezTo>
                    <a:cubicBezTo>
                      <a:pt x="12" y="3"/>
                      <a:pt x="14" y="5"/>
                      <a:pt x="13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6" name="Freeform 605"/>
              <p:cNvSpPr>
                <a:spLocks/>
              </p:cNvSpPr>
              <p:nvPr/>
            </p:nvSpPr>
            <p:spPr bwMode="auto">
              <a:xfrm>
                <a:off x="7738407" y="4226081"/>
                <a:ext cx="54142" cy="19114"/>
              </a:xfrm>
              <a:custGeom>
                <a:avLst/>
                <a:gdLst>
                  <a:gd name="T0" fmla="*/ 5 w 6"/>
                  <a:gd name="T1" fmla="*/ 1 h 2"/>
                  <a:gd name="T2" fmla="*/ 2 w 6"/>
                  <a:gd name="T3" fmla="*/ 0 h 2"/>
                  <a:gd name="T4" fmla="*/ 5 w 6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2">
                    <a:moveTo>
                      <a:pt x="5" y="1"/>
                    </a:moveTo>
                    <a:cubicBezTo>
                      <a:pt x="4" y="2"/>
                      <a:pt x="0" y="0"/>
                      <a:pt x="2" y="0"/>
                    </a:cubicBezTo>
                    <a:cubicBezTo>
                      <a:pt x="3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7" name="Freeform 606"/>
              <p:cNvSpPr>
                <a:spLocks/>
              </p:cNvSpPr>
              <p:nvPr/>
            </p:nvSpPr>
            <p:spPr bwMode="auto">
              <a:xfrm>
                <a:off x="7980446" y="4515968"/>
                <a:ext cx="54142" cy="28672"/>
              </a:xfrm>
              <a:custGeom>
                <a:avLst/>
                <a:gdLst>
                  <a:gd name="T0" fmla="*/ 4 w 6"/>
                  <a:gd name="T1" fmla="*/ 1 h 3"/>
                  <a:gd name="T2" fmla="*/ 1 w 6"/>
                  <a:gd name="T3" fmla="*/ 2 h 3"/>
                  <a:gd name="T4" fmla="*/ 4 w 6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4" y="1"/>
                    </a:moveTo>
                    <a:cubicBezTo>
                      <a:pt x="3" y="0"/>
                      <a:pt x="0" y="2"/>
                      <a:pt x="1" y="2"/>
                    </a:cubicBezTo>
                    <a:cubicBezTo>
                      <a:pt x="2" y="3"/>
                      <a:pt x="6" y="1"/>
                      <a:pt x="4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8" name="Freeform 607"/>
              <p:cNvSpPr>
                <a:spLocks/>
              </p:cNvSpPr>
              <p:nvPr/>
            </p:nvSpPr>
            <p:spPr bwMode="auto">
              <a:xfrm>
                <a:off x="4805282" y="5815671"/>
                <a:ext cx="47770" cy="38227"/>
              </a:xfrm>
              <a:custGeom>
                <a:avLst/>
                <a:gdLst>
                  <a:gd name="T0" fmla="*/ 4 w 5"/>
                  <a:gd name="T1" fmla="*/ 1 h 4"/>
                  <a:gd name="T2" fmla="*/ 1 w 5"/>
                  <a:gd name="T3" fmla="*/ 4 h 4"/>
                  <a:gd name="T4" fmla="*/ 4 w 5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4">
                    <a:moveTo>
                      <a:pt x="4" y="1"/>
                    </a:moveTo>
                    <a:cubicBezTo>
                      <a:pt x="3" y="0"/>
                      <a:pt x="0" y="4"/>
                      <a:pt x="1" y="4"/>
                    </a:cubicBezTo>
                    <a:cubicBezTo>
                      <a:pt x="1" y="4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09" name="Freeform 608"/>
              <p:cNvSpPr>
                <a:spLocks/>
              </p:cNvSpPr>
              <p:nvPr/>
            </p:nvSpPr>
            <p:spPr bwMode="auto">
              <a:xfrm>
                <a:off x="4872164" y="5806113"/>
                <a:ext cx="9556" cy="9558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0" name="Freeform 609"/>
              <p:cNvSpPr>
                <a:spLocks/>
              </p:cNvSpPr>
              <p:nvPr/>
            </p:nvSpPr>
            <p:spPr bwMode="auto">
              <a:xfrm>
                <a:off x="3919931" y="5815671"/>
                <a:ext cx="63695" cy="57338"/>
              </a:xfrm>
              <a:custGeom>
                <a:avLst/>
                <a:gdLst>
                  <a:gd name="T0" fmla="*/ 5 w 7"/>
                  <a:gd name="T1" fmla="*/ 2 h 6"/>
                  <a:gd name="T2" fmla="*/ 1 w 7"/>
                  <a:gd name="T3" fmla="*/ 2 h 6"/>
                  <a:gd name="T4" fmla="*/ 5 w 7"/>
                  <a:gd name="T5" fmla="*/ 2 h 6"/>
                  <a:gd name="T6" fmla="*/ 5 w 7"/>
                  <a:gd name="T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6">
                    <a:moveTo>
                      <a:pt x="5" y="2"/>
                    </a:moveTo>
                    <a:cubicBezTo>
                      <a:pt x="7" y="0"/>
                      <a:pt x="2" y="0"/>
                      <a:pt x="1" y="2"/>
                    </a:cubicBezTo>
                    <a:cubicBezTo>
                      <a:pt x="0" y="3"/>
                      <a:pt x="4" y="5"/>
                      <a:pt x="5" y="2"/>
                    </a:cubicBezTo>
                    <a:cubicBezTo>
                      <a:pt x="6" y="1"/>
                      <a:pt x="3" y="6"/>
                      <a:pt x="5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1" name="Freeform 610"/>
              <p:cNvSpPr>
                <a:spLocks/>
              </p:cNvSpPr>
              <p:nvPr/>
            </p:nvSpPr>
            <p:spPr bwMode="auto">
              <a:xfrm>
                <a:off x="17661981" y="9138193"/>
                <a:ext cx="19109" cy="9558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0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2" name="Freeform 611"/>
              <p:cNvSpPr>
                <a:spLocks/>
              </p:cNvSpPr>
              <p:nvPr/>
            </p:nvSpPr>
            <p:spPr bwMode="auto">
              <a:xfrm>
                <a:off x="17540962" y="9119079"/>
                <a:ext cx="19109" cy="19114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1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0" y="2"/>
                      <a:pt x="0" y="1"/>
                    </a:cubicBezTo>
                    <a:cubicBezTo>
                      <a:pt x="0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3" name="Freeform 612"/>
              <p:cNvSpPr>
                <a:spLocks/>
              </p:cNvSpPr>
              <p:nvPr/>
            </p:nvSpPr>
            <p:spPr bwMode="auto">
              <a:xfrm>
                <a:off x="17961345" y="10785121"/>
                <a:ext cx="63695" cy="47785"/>
              </a:xfrm>
              <a:custGeom>
                <a:avLst/>
                <a:gdLst>
                  <a:gd name="T0" fmla="*/ 6 w 7"/>
                  <a:gd name="T1" fmla="*/ 2 h 5"/>
                  <a:gd name="T2" fmla="*/ 1 w 7"/>
                  <a:gd name="T3" fmla="*/ 2 h 5"/>
                  <a:gd name="T4" fmla="*/ 6 w 7"/>
                  <a:gd name="T5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6" y="2"/>
                    </a:moveTo>
                    <a:cubicBezTo>
                      <a:pt x="7" y="0"/>
                      <a:pt x="0" y="1"/>
                      <a:pt x="1" y="2"/>
                    </a:cubicBezTo>
                    <a:cubicBezTo>
                      <a:pt x="1" y="3"/>
                      <a:pt x="5" y="5"/>
                      <a:pt x="6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4" name="Rectangle 613"/>
              <p:cNvSpPr>
                <a:spLocks noChangeArrowheads="1"/>
              </p:cNvSpPr>
              <p:nvPr/>
            </p:nvSpPr>
            <p:spPr bwMode="auto">
              <a:xfrm>
                <a:off x="12451788" y="5197675"/>
                <a:ext cx="3187" cy="3188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5" name="Freeform 614"/>
              <p:cNvSpPr>
                <a:spLocks/>
              </p:cNvSpPr>
              <p:nvPr/>
            </p:nvSpPr>
            <p:spPr bwMode="auto">
              <a:xfrm>
                <a:off x="9257516" y="10504795"/>
                <a:ext cx="95541" cy="82827"/>
              </a:xfrm>
              <a:custGeom>
                <a:avLst/>
                <a:gdLst>
                  <a:gd name="T0" fmla="*/ 4 w 10"/>
                  <a:gd name="T1" fmla="*/ 4 h 9"/>
                  <a:gd name="T2" fmla="*/ 0 w 10"/>
                  <a:gd name="T3" fmla="*/ 8 h 9"/>
                  <a:gd name="T4" fmla="*/ 2 w 10"/>
                  <a:gd name="T5" fmla="*/ 8 h 9"/>
                  <a:gd name="T6" fmla="*/ 5 w 10"/>
                  <a:gd name="T7" fmla="*/ 5 h 9"/>
                  <a:gd name="T8" fmla="*/ 8 w 10"/>
                  <a:gd name="T9" fmla="*/ 0 h 9"/>
                  <a:gd name="T10" fmla="*/ 4 w 10"/>
                  <a:gd name="T11" fmla="*/ 4 h 9"/>
                  <a:gd name="T12" fmla="*/ 4 w 10"/>
                  <a:gd name="T1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4" y="4"/>
                    </a:moveTo>
                    <a:cubicBezTo>
                      <a:pt x="4" y="5"/>
                      <a:pt x="1" y="7"/>
                      <a:pt x="0" y="8"/>
                    </a:cubicBezTo>
                    <a:cubicBezTo>
                      <a:pt x="0" y="9"/>
                      <a:pt x="2" y="8"/>
                      <a:pt x="2" y="8"/>
                    </a:cubicBezTo>
                    <a:cubicBezTo>
                      <a:pt x="3" y="7"/>
                      <a:pt x="4" y="6"/>
                      <a:pt x="5" y="5"/>
                    </a:cubicBezTo>
                    <a:cubicBezTo>
                      <a:pt x="6" y="4"/>
                      <a:pt x="10" y="0"/>
                      <a:pt x="8" y="0"/>
                    </a:cubicBezTo>
                    <a:cubicBezTo>
                      <a:pt x="7" y="0"/>
                      <a:pt x="4" y="3"/>
                      <a:pt x="4" y="4"/>
                    </a:cubicBezTo>
                    <a:cubicBezTo>
                      <a:pt x="4" y="5"/>
                      <a:pt x="4" y="3"/>
                      <a:pt x="4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6" name="Freeform 615"/>
              <p:cNvSpPr>
                <a:spLocks/>
              </p:cNvSpPr>
              <p:nvPr/>
            </p:nvSpPr>
            <p:spPr bwMode="auto">
              <a:xfrm>
                <a:off x="7821211" y="6733109"/>
                <a:ext cx="66879" cy="28672"/>
              </a:xfrm>
              <a:custGeom>
                <a:avLst/>
                <a:gdLst>
                  <a:gd name="T0" fmla="*/ 7 w 7"/>
                  <a:gd name="T1" fmla="*/ 1 h 3"/>
                  <a:gd name="T2" fmla="*/ 1 w 7"/>
                  <a:gd name="T3" fmla="*/ 0 h 3"/>
                  <a:gd name="T4" fmla="*/ 7 w 7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3">
                    <a:moveTo>
                      <a:pt x="7" y="1"/>
                    </a:moveTo>
                    <a:cubicBezTo>
                      <a:pt x="7" y="0"/>
                      <a:pt x="0" y="0"/>
                      <a:pt x="1" y="0"/>
                    </a:cubicBezTo>
                    <a:cubicBezTo>
                      <a:pt x="2" y="0"/>
                      <a:pt x="6" y="3"/>
                      <a:pt x="7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7" name="Freeform 616"/>
              <p:cNvSpPr>
                <a:spLocks/>
              </p:cNvSpPr>
              <p:nvPr/>
            </p:nvSpPr>
            <p:spPr bwMode="auto">
              <a:xfrm>
                <a:off x="8483629" y="11766268"/>
                <a:ext cx="168791" cy="149721"/>
              </a:xfrm>
              <a:custGeom>
                <a:avLst/>
                <a:gdLst>
                  <a:gd name="T0" fmla="*/ 17 w 18"/>
                  <a:gd name="T1" fmla="*/ 14 h 16"/>
                  <a:gd name="T2" fmla="*/ 8 w 18"/>
                  <a:gd name="T3" fmla="*/ 9 h 16"/>
                  <a:gd name="T4" fmla="*/ 4 w 18"/>
                  <a:gd name="T5" fmla="*/ 5 h 16"/>
                  <a:gd name="T6" fmla="*/ 1 w 18"/>
                  <a:gd name="T7" fmla="*/ 3 h 16"/>
                  <a:gd name="T8" fmla="*/ 2 w 18"/>
                  <a:gd name="T9" fmla="*/ 2 h 16"/>
                  <a:gd name="T10" fmla="*/ 0 w 18"/>
                  <a:gd name="T11" fmla="*/ 0 h 16"/>
                  <a:gd name="T12" fmla="*/ 0 w 18"/>
                  <a:gd name="T13" fmla="*/ 14 h 16"/>
                  <a:gd name="T14" fmla="*/ 7 w 18"/>
                  <a:gd name="T15" fmla="*/ 15 h 16"/>
                  <a:gd name="T16" fmla="*/ 10 w 18"/>
                  <a:gd name="T17" fmla="*/ 16 h 16"/>
                  <a:gd name="T18" fmla="*/ 13 w 18"/>
                  <a:gd name="T19" fmla="*/ 15 h 16"/>
                  <a:gd name="T20" fmla="*/ 18 w 18"/>
                  <a:gd name="T21" fmla="*/ 14 h 16"/>
                  <a:gd name="T22" fmla="*/ 17 w 18"/>
                  <a:gd name="T23" fmla="*/ 1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" h="16">
                    <a:moveTo>
                      <a:pt x="17" y="14"/>
                    </a:moveTo>
                    <a:cubicBezTo>
                      <a:pt x="13" y="14"/>
                      <a:pt x="11" y="11"/>
                      <a:pt x="8" y="9"/>
                    </a:cubicBezTo>
                    <a:cubicBezTo>
                      <a:pt x="7" y="7"/>
                      <a:pt x="5" y="6"/>
                      <a:pt x="4" y="5"/>
                    </a:cubicBezTo>
                    <a:cubicBezTo>
                      <a:pt x="3" y="5"/>
                      <a:pt x="1" y="4"/>
                      <a:pt x="1" y="3"/>
                    </a:cubicBezTo>
                    <a:cubicBezTo>
                      <a:pt x="1" y="3"/>
                      <a:pt x="2" y="3"/>
                      <a:pt x="2" y="2"/>
                    </a:cubicBezTo>
                    <a:cubicBezTo>
                      <a:pt x="3" y="2"/>
                      <a:pt x="1" y="0"/>
                      <a:pt x="0" y="0"/>
                    </a:cubicBezTo>
                    <a:cubicBezTo>
                      <a:pt x="0" y="5"/>
                      <a:pt x="0" y="10"/>
                      <a:pt x="0" y="14"/>
                    </a:cubicBezTo>
                    <a:cubicBezTo>
                      <a:pt x="0" y="15"/>
                      <a:pt x="6" y="15"/>
                      <a:pt x="7" y="15"/>
                    </a:cubicBezTo>
                    <a:cubicBezTo>
                      <a:pt x="8" y="15"/>
                      <a:pt x="9" y="15"/>
                      <a:pt x="10" y="16"/>
                    </a:cubicBezTo>
                    <a:cubicBezTo>
                      <a:pt x="12" y="16"/>
                      <a:pt x="12" y="16"/>
                      <a:pt x="13" y="15"/>
                    </a:cubicBezTo>
                    <a:cubicBezTo>
                      <a:pt x="14" y="15"/>
                      <a:pt x="18" y="15"/>
                      <a:pt x="18" y="14"/>
                    </a:cubicBezTo>
                    <a:cubicBezTo>
                      <a:pt x="18" y="14"/>
                      <a:pt x="18" y="13"/>
                      <a:pt x="17" y="1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8" name="Freeform 617"/>
              <p:cNvSpPr>
                <a:spLocks/>
              </p:cNvSpPr>
              <p:nvPr/>
            </p:nvSpPr>
            <p:spPr bwMode="auto">
              <a:xfrm>
                <a:off x="8305288" y="11747159"/>
                <a:ext cx="280256" cy="216615"/>
              </a:xfrm>
              <a:custGeom>
                <a:avLst/>
                <a:gdLst>
                  <a:gd name="T0" fmla="*/ 19 w 30"/>
                  <a:gd name="T1" fmla="*/ 17 h 23"/>
                  <a:gd name="T2" fmla="*/ 19 w 30"/>
                  <a:gd name="T3" fmla="*/ 7 h 23"/>
                  <a:gd name="T4" fmla="*/ 19 w 30"/>
                  <a:gd name="T5" fmla="*/ 3 h 23"/>
                  <a:gd name="T6" fmla="*/ 15 w 30"/>
                  <a:gd name="T7" fmla="*/ 1 h 23"/>
                  <a:gd name="T8" fmla="*/ 12 w 30"/>
                  <a:gd name="T9" fmla="*/ 3 h 23"/>
                  <a:gd name="T10" fmla="*/ 13 w 30"/>
                  <a:gd name="T11" fmla="*/ 6 h 23"/>
                  <a:gd name="T12" fmla="*/ 15 w 30"/>
                  <a:gd name="T13" fmla="*/ 6 h 23"/>
                  <a:gd name="T14" fmla="*/ 14 w 30"/>
                  <a:gd name="T15" fmla="*/ 8 h 23"/>
                  <a:gd name="T16" fmla="*/ 13 w 30"/>
                  <a:gd name="T17" fmla="*/ 11 h 23"/>
                  <a:gd name="T18" fmla="*/ 16 w 30"/>
                  <a:gd name="T19" fmla="*/ 13 h 23"/>
                  <a:gd name="T20" fmla="*/ 12 w 30"/>
                  <a:gd name="T21" fmla="*/ 13 h 23"/>
                  <a:gd name="T22" fmla="*/ 9 w 30"/>
                  <a:gd name="T23" fmla="*/ 12 h 23"/>
                  <a:gd name="T24" fmla="*/ 10 w 30"/>
                  <a:gd name="T25" fmla="*/ 12 h 23"/>
                  <a:gd name="T26" fmla="*/ 10 w 30"/>
                  <a:gd name="T27" fmla="*/ 9 h 23"/>
                  <a:gd name="T28" fmla="*/ 8 w 30"/>
                  <a:gd name="T29" fmla="*/ 11 h 23"/>
                  <a:gd name="T30" fmla="*/ 5 w 30"/>
                  <a:gd name="T31" fmla="*/ 11 h 23"/>
                  <a:gd name="T32" fmla="*/ 0 w 30"/>
                  <a:gd name="T33" fmla="*/ 12 h 23"/>
                  <a:gd name="T34" fmla="*/ 2 w 30"/>
                  <a:gd name="T35" fmla="*/ 12 h 23"/>
                  <a:gd name="T36" fmla="*/ 3 w 30"/>
                  <a:gd name="T37" fmla="*/ 12 h 23"/>
                  <a:gd name="T38" fmla="*/ 5 w 30"/>
                  <a:gd name="T39" fmla="*/ 12 h 23"/>
                  <a:gd name="T40" fmla="*/ 6 w 30"/>
                  <a:gd name="T41" fmla="*/ 13 h 23"/>
                  <a:gd name="T42" fmla="*/ 4 w 30"/>
                  <a:gd name="T43" fmla="*/ 15 h 23"/>
                  <a:gd name="T44" fmla="*/ 6 w 30"/>
                  <a:gd name="T45" fmla="*/ 15 h 23"/>
                  <a:gd name="T46" fmla="*/ 8 w 30"/>
                  <a:gd name="T47" fmla="*/ 16 h 23"/>
                  <a:gd name="T48" fmla="*/ 7 w 30"/>
                  <a:gd name="T49" fmla="*/ 16 h 23"/>
                  <a:gd name="T50" fmla="*/ 10 w 30"/>
                  <a:gd name="T51" fmla="*/ 17 h 23"/>
                  <a:gd name="T52" fmla="*/ 12 w 30"/>
                  <a:gd name="T53" fmla="*/ 17 h 23"/>
                  <a:gd name="T54" fmla="*/ 17 w 30"/>
                  <a:gd name="T55" fmla="*/ 21 h 23"/>
                  <a:gd name="T56" fmla="*/ 16 w 30"/>
                  <a:gd name="T57" fmla="*/ 20 h 23"/>
                  <a:gd name="T58" fmla="*/ 23 w 30"/>
                  <a:gd name="T59" fmla="*/ 23 h 23"/>
                  <a:gd name="T60" fmla="*/ 19 w 30"/>
                  <a:gd name="T61" fmla="*/ 18 h 23"/>
                  <a:gd name="T62" fmla="*/ 24 w 30"/>
                  <a:gd name="T63" fmla="*/ 19 h 23"/>
                  <a:gd name="T64" fmla="*/ 30 w 30"/>
                  <a:gd name="T65" fmla="*/ 18 h 23"/>
                  <a:gd name="T66" fmla="*/ 19 w 30"/>
                  <a:gd name="T6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0" h="23">
                    <a:moveTo>
                      <a:pt x="19" y="17"/>
                    </a:moveTo>
                    <a:cubicBezTo>
                      <a:pt x="19" y="13"/>
                      <a:pt x="19" y="10"/>
                      <a:pt x="19" y="7"/>
                    </a:cubicBezTo>
                    <a:cubicBezTo>
                      <a:pt x="19" y="6"/>
                      <a:pt x="19" y="4"/>
                      <a:pt x="19" y="3"/>
                    </a:cubicBezTo>
                    <a:cubicBezTo>
                      <a:pt x="19" y="2"/>
                      <a:pt x="16" y="0"/>
                      <a:pt x="15" y="1"/>
                    </a:cubicBezTo>
                    <a:cubicBezTo>
                      <a:pt x="14" y="2"/>
                      <a:pt x="12" y="1"/>
                      <a:pt x="12" y="3"/>
                    </a:cubicBezTo>
                    <a:cubicBezTo>
                      <a:pt x="11" y="5"/>
                      <a:pt x="9" y="7"/>
                      <a:pt x="13" y="6"/>
                    </a:cubicBezTo>
                    <a:cubicBezTo>
                      <a:pt x="13" y="6"/>
                      <a:pt x="15" y="6"/>
                      <a:pt x="15" y="6"/>
                    </a:cubicBezTo>
                    <a:cubicBezTo>
                      <a:pt x="16" y="6"/>
                      <a:pt x="14" y="8"/>
                      <a:pt x="14" y="8"/>
                    </a:cubicBezTo>
                    <a:cubicBezTo>
                      <a:pt x="13" y="8"/>
                      <a:pt x="11" y="10"/>
                      <a:pt x="13" y="11"/>
                    </a:cubicBezTo>
                    <a:cubicBezTo>
                      <a:pt x="13" y="12"/>
                      <a:pt x="16" y="12"/>
                      <a:pt x="16" y="13"/>
                    </a:cubicBezTo>
                    <a:cubicBezTo>
                      <a:pt x="16" y="13"/>
                      <a:pt x="12" y="13"/>
                      <a:pt x="12" y="13"/>
                    </a:cubicBezTo>
                    <a:cubicBezTo>
                      <a:pt x="11" y="13"/>
                      <a:pt x="9" y="12"/>
                      <a:pt x="9" y="12"/>
                    </a:cubicBezTo>
                    <a:cubicBezTo>
                      <a:pt x="9" y="12"/>
                      <a:pt x="10" y="13"/>
                      <a:pt x="10" y="12"/>
                    </a:cubicBezTo>
                    <a:cubicBezTo>
                      <a:pt x="10" y="11"/>
                      <a:pt x="11" y="10"/>
                      <a:pt x="10" y="9"/>
                    </a:cubicBezTo>
                    <a:cubicBezTo>
                      <a:pt x="10" y="9"/>
                      <a:pt x="8" y="11"/>
                      <a:pt x="8" y="11"/>
                    </a:cubicBezTo>
                    <a:cubicBezTo>
                      <a:pt x="7" y="12"/>
                      <a:pt x="6" y="11"/>
                      <a:pt x="5" y="11"/>
                    </a:cubicBezTo>
                    <a:cubicBezTo>
                      <a:pt x="4" y="11"/>
                      <a:pt x="0" y="10"/>
                      <a:pt x="0" y="12"/>
                    </a:cubicBezTo>
                    <a:cubicBezTo>
                      <a:pt x="0" y="13"/>
                      <a:pt x="2" y="12"/>
                      <a:pt x="2" y="12"/>
                    </a:cubicBezTo>
                    <a:cubicBezTo>
                      <a:pt x="3" y="11"/>
                      <a:pt x="2" y="12"/>
                      <a:pt x="3" y="12"/>
                    </a:cubicBezTo>
                    <a:cubicBezTo>
                      <a:pt x="4" y="13"/>
                      <a:pt x="4" y="11"/>
                      <a:pt x="5" y="12"/>
                    </a:cubicBezTo>
                    <a:cubicBezTo>
                      <a:pt x="5" y="12"/>
                      <a:pt x="6" y="13"/>
                      <a:pt x="6" y="13"/>
                    </a:cubicBezTo>
                    <a:cubicBezTo>
                      <a:pt x="6" y="13"/>
                      <a:pt x="2" y="14"/>
                      <a:pt x="4" y="15"/>
                    </a:cubicBezTo>
                    <a:cubicBezTo>
                      <a:pt x="5" y="16"/>
                      <a:pt x="6" y="14"/>
                      <a:pt x="6" y="15"/>
                    </a:cubicBezTo>
                    <a:cubicBezTo>
                      <a:pt x="7" y="15"/>
                      <a:pt x="8" y="16"/>
                      <a:pt x="8" y="16"/>
                    </a:cubicBezTo>
                    <a:cubicBezTo>
                      <a:pt x="8" y="16"/>
                      <a:pt x="8" y="16"/>
                      <a:pt x="7" y="16"/>
                    </a:cubicBezTo>
                    <a:cubicBezTo>
                      <a:pt x="7" y="17"/>
                      <a:pt x="9" y="17"/>
                      <a:pt x="10" y="17"/>
                    </a:cubicBezTo>
                    <a:cubicBezTo>
                      <a:pt x="11" y="17"/>
                      <a:pt x="11" y="15"/>
                      <a:pt x="12" y="17"/>
                    </a:cubicBezTo>
                    <a:cubicBezTo>
                      <a:pt x="12" y="17"/>
                      <a:pt x="16" y="22"/>
                      <a:pt x="17" y="21"/>
                    </a:cubicBezTo>
                    <a:cubicBezTo>
                      <a:pt x="17" y="21"/>
                      <a:pt x="16" y="20"/>
                      <a:pt x="16" y="20"/>
                    </a:cubicBezTo>
                    <a:cubicBezTo>
                      <a:pt x="16" y="19"/>
                      <a:pt x="22" y="23"/>
                      <a:pt x="23" y="23"/>
                    </a:cubicBezTo>
                    <a:cubicBezTo>
                      <a:pt x="23" y="22"/>
                      <a:pt x="19" y="19"/>
                      <a:pt x="19" y="18"/>
                    </a:cubicBezTo>
                    <a:cubicBezTo>
                      <a:pt x="20" y="18"/>
                      <a:pt x="24" y="19"/>
                      <a:pt x="24" y="19"/>
                    </a:cubicBezTo>
                    <a:cubicBezTo>
                      <a:pt x="26" y="19"/>
                      <a:pt x="28" y="19"/>
                      <a:pt x="30" y="18"/>
                    </a:cubicBezTo>
                    <a:cubicBezTo>
                      <a:pt x="27" y="16"/>
                      <a:pt x="23" y="17"/>
                      <a:pt x="19" y="1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19" name="Freeform 618"/>
              <p:cNvSpPr>
                <a:spLocks/>
              </p:cNvSpPr>
              <p:nvPr/>
            </p:nvSpPr>
            <p:spPr bwMode="auto">
              <a:xfrm>
                <a:off x="8260699" y="8501084"/>
                <a:ext cx="710194" cy="516057"/>
              </a:xfrm>
              <a:custGeom>
                <a:avLst/>
                <a:gdLst>
                  <a:gd name="T0" fmla="*/ 63 w 76"/>
                  <a:gd name="T1" fmla="*/ 28 h 55"/>
                  <a:gd name="T2" fmla="*/ 66 w 76"/>
                  <a:gd name="T3" fmla="*/ 24 h 55"/>
                  <a:gd name="T4" fmla="*/ 67 w 76"/>
                  <a:gd name="T5" fmla="*/ 22 h 55"/>
                  <a:gd name="T6" fmla="*/ 67 w 76"/>
                  <a:gd name="T7" fmla="*/ 18 h 55"/>
                  <a:gd name="T8" fmla="*/ 61 w 76"/>
                  <a:gd name="T9" fmla="*/ 15 h 55"/>
                  <a:gd name="T10" fmla="*/ 63 w 76"/>
                  <a:gd name="T11" fmla="*/ 14 h 55"/>
                  <a:gd name="T12" fmla="*/ 64 w 76"/>
                  <a:gd name="T13" fmla="*/ 11 h 55"/>
                  <a:gd name="T14" fmla="*/ 60 w 76"/>
                  <a:gd name="T15" fmla="*/ 9 h 55"/>
                  <a:gd name="T16" fmla="*/ 59 w 76"/>
                  <a:gd name="T17" fmla="*/ 8 h 55"/>
                  <a:gd name="T18" fmla="*/ 57 w 76"/>
                  <a:gd name="T19" fmla="*/ 9 h 55"/>
                  <a:gd name="T20" fmla="*/ 57 w 76"/>
                  <a:gd name="T21" fmla="*/ 7 h 55"/>
                  <a:gd name="T22" fmla="*/ 54 w 76"/>
                  <a:gd name="T23" fmla="*/ 8 h 55"/>
                  <a:gd name="T24" fmla="*/ 54 w 76"/>
                  <a:gd name="T25" fmla="*/ 6 h 55"/>
                  <a:gd name="T26" fmla="*/ 58 w 76"/>
                  <a:gd name="T27" fmla="*/ 5 h 55"/>
                  <a:gd name="T28" fmla="*/ 55 w 76"/>
                  <a:gd name="T29" fmla="*/ 4 h 55"/>
                  <a:gd name="T30" fmla="*/ 49 w 76"/>
                  <a:gd name="T31" fmla="*/ 4 h 55"/>
                  <a:gd name="T32" fmla="*/ 44 w 76"/>
                  <a:gd name="T33" fmla="*/ 7 h 55"/>
                  <a:gd name="T34" fmla="*/ 38 w 76"/>
                  <a:gd name="T35" fmla="*/ 5 h 55"/>
                  <a:gd name="T36" fmla="*/ 29 w 76"/>
                  <a:gd name="T37" fmla="*/ 5 h 55"/>
                  <a:gd name="T38" fmla="*/ 26 w 76"/>
                  <a:gd name="T39" fmla="*/ 2 h 55"/>
                  <a:gd name="T40" fmla="*/ 20 w 76"/>
                  <a:gd name="T41" fmla="*/ 0 h 55"/>
                  <a:gd name="T42" fmla="*/ 11 w 76"/>
                  <a:gd name="T43" fmla="*/ 4 h 55"/>
                  <a:gd name="T44" fmla="*/ 13 w 76"/>
                  <a:gd name="T45" fmla="*/ 12 h 55"/>
                  <a:gd name="T46" fmla="*/ 8 w 76"/>
                  <a:gd name="T47" fmla="*/ 8 h 55"/>
                  <a:gd name="T48" fmla="*/ 10 w 76"/>
                  <a:gd name="T49" fmla="*/ 5 h 55"/>
                  <a:gd name="T50" fmla="*/ 8 w 76"/>
                  <a:gd name="T51" fmla="*/ 1 h 55"/>
                  <a:gd name="T52" fmla="*/ 4 w 76"/>
                  <a:gd name="T53" fmla="*/ 7 h 55"/>
                  <a:gd name="T54" fmla="*/ 3 w 76"/>
                  <a:gd name="T55" fmla="*/ 12 h 55"/>
                  <a:gd name="T56" fmla="*/ 5 w 76"/>
                  <a:gd name="T57" fmla="*/ 13 h 55"/>
                  <a:gd name="T58" fmla="*/ 7 w 76"/>
                  <a:gd name="T59" fmla="*/ 16 h 55"/>
                  <a:gd name="T60" fmla="*/ 10 w 76"/>
                  <a:gd name="T61" fmla="*/ 23 h 55"/>
                  <a:gd name="T62" fmla="*/ 13 w 76"/>
                  <a:gd name="T63" fmla="*/ 23 h 55"/>
                  <a:gd name="T64" fmla="*/ 15 w 76"/>
                  <a:gd name="T65" fmla="*/ 22 h 55"/>
                  <a:gd name="T66" fmla="*/ 21 w 76"/>
                  <a:gd name="T67" fmla="*/ 27 h 55"/>
                  <a:gd name="T68" fmla="*/ 23 w 76"/>
                  <a:gd name="T69" fmla="*/ 27 h 55"/>
                  <a:gd name="T70" fmla="*/ 26 w 76"/>
                  <a:gd name="T71" fmla="*/ 27 h 55"/>
                  <a:gd name="T72" fmla="*/ 31 w 76"/>
                  <a:gd name="T73" fmla="*/ 29 h 55"/>
                  <a:gd name="T74" fmla="*/ 31 w 76"/>
                  <a:gd name="T75" fmla="*/ 38 h 55"/>
                  <a:gd name="T76" fmla="*/ 32 w 76"/>
                  <a:gd name="T77" fmla="*/ 41 h 55"/>
                  <a:gd name="T78" fmla="*/ 30 w 76"/>
                  <a:gd name="T79" fmla="*/ 44 h 55"/>
                  <a:gd name="T80" fmla="*/ 40 w 76"/>
                  <a:gd name="T81" fmla="*/ 53 h 55"/>
                  <a:gd name="T82" fmla="*/ 42 w 76"/>
                  <a:gd name="T83" fmla="*/ 54 h 55"/>
                  <a:gd name="T84" fmla="*/ 45 w 76"/>
                  <a:gd name="T85" fmla="*/ 52 h 55"/>
                  <a:gd name="T86" fmla="*/ 51 w 76"/>
                  <a:gd name="T87" fmla="*/ 47 h 55"/>
                  <a:gd name="T88" fmla="*/ 49 w 76"/>
                  <a:gd name="T89" fmla="*/ 44 h 55"/>
                  <a:gd name="T90" fmla="*/ 48 w 76"/>
                  <a:gd name="T91" fmla="*/ 41 h 55"/>
                  <a:gd name="T92" fmla="*/ 45 w 76"/>
                  <a:gd name="T93" fmla="*/ 38 h 55"/>
                  <a:gd name="T94" fmla="*/ 52 w 76"/>
                  <a:gd name="T95" fmla="*/ 38 h 55"/>
                  <a:gd name="T96" fmla="*/ 54 w 76"/>
                  <a:gd name="T97" fmla="*/ 40 h 55"/>
                  <a:gd name="T98" fmla="*/ 56 w 76"/>
                  <a:gd name="T99" fmla="*/ 38 h 55"/>
                  <a:gd name="T100" fmla="*/ 62 w 76"/>
                  <a:gd name="T101" fmla="*/ 36 h 55"/>
                  <a:gd name="T102" fmla="*/ 67 w 76"/>
                  <a:gd name="T103" fmla="*/ 33 h 55"/>
                  <a:gd name="T104" fmla="*/ 63 w 76"/>
                  <a:gd name="T105" fmla="*/ 28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76" h="55">
                    <a:moveTo>
                      <a:pt x="63" y="28"/>
                    </a:moveTo>
                    <a:cubicBezTo>
                      <a:pt x="63" y="26"/>
                      <a:pt x="63" y="25"/>
                      <a:pt x="66" y="24"/>
                    </a:cubicBezTo>
                    <a:cubicBezTo>
                      <a:pt x="66" y="23"/>
                      <a:pt x="68" y="23"/>
                      <a:pt x="67" y="22"/>
                    </a:cubicBezTo>
                    <a:cubicBezTo>
                      <a:pt x="66" y="21"/>
                      <a:pt x="65" y="19"/>
                      <a:pt x="67" y="18"/>
                    </a:cubicBezTo>
                    <a:cubicBezTo>
                      <a:pt x="76" y="14"/>
                      <a:pt x="61" y="15"/>
                      <a:pt x="61" y="15"/>
                    </a:cubicBezTo>
                    <a:cubicBezTo>
                      <a:pt x="61" y="14"/>
                      <a:pt x="62" y="14"/>
                      <a:pt x="63" y="14"/>
                    </a:cubicBezTo>
                    <a:cubicBezTo>
                      <a:pt x="64" y="14"/>
                      <a:pt x="64" y="12"/>
                      <a:pt x="64" y="11"/>
                    </a:cubicBezTo>
                    <a:cubicBezTo>
                      <a:pt x="64" y="10"/>
                      <a:pt x="60" y="8"/>
                      <a:pt x="60" y="9"/>
                    </a:cubicBezTo>
                    <a:cubicBezTo>
                      <a:pt x="60" y="10"/>
                      <a:pt x="59" y="8"/>
                      <a:pt x="59" y="8"/>
                    </a:cubicBezTo>
                    <a:cubicBezTo>
                      <a:pt x="58" y="8"/>
                      <a:pt x="58" y="10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6" y="6"/>
                      <a:pt x="55" y="8"/>
                      <a:pt x="54" y="8"/>
                    </a:cubicBezTo>
                    <a:cubicBezTo>
                      <a:pt x="54" y="8"/>
                      <a:pt x="54" y="6"/>
                      <a:pt x="54" y="6"/>
                    </a:cubicBezTo>
                    <a:cubicBezTo>
                      <a:pt x="54" y="4"/>
                      <a:pt x="57" y="5"/>
                      <a:pt x="58" y="5"/>
                    </a:cubicBezTo>
                    <a:cubicBezTo>
                      <a:pt x="59" y="4"/>
                      <a:pt x="55" y="4"/>
                      <a:pt x="55" y="4"/>
                    </a:cubicBezTo>
                    <a:cubicBezTo>
                      <a:pt x="53" y="4"/>
                      <a:pt x="51" y="3"/>
                      <a:pt x="49" y="4"/>
                    </a:cubicBezTo>
                    <a:cubicBezTo>
                      <a:pt x="47" y="5"/>
                      <a:pt x="46" y="8"/>
                      <a:pt x="44" y="7"/>
                    </a:cubicBezTo>
                    <a:cubicBezTo>
                      <a:pt x="41" y="7"/>
                      <a:pt x="40" y="7"/>
                      <a:pt x="38" y="5"/>
                    </a:cubicBezTo>
                    <a:cubicBezTo>
                      <a:pt x="36" y="3"/>
                      <a:pt x="32" y="5"/>
                      <a:pt x="29" y="5"/>
                    </a:cubicBezTo>
                    <a:cubicBezTo>
                      <a:pt x="27" y="5"/>
                      <a:pt x="27" y="4"/>
                      <a:pt x="26" y="2"/>
                    </a:cubicBezTo>
                    <a:cubicBezTo>
                      <a:pt x="25" y="0"/>
                      <a:pt x="23" y="0"/>
                      <a:pt x="20" y="0"/>
                    </a:cubicBezTo>
                    <a:cubicBezTo>
                      <a:pt x="19" y="0"/>
                      <a:pt x="11" y="1"/>
                      <a:pt x="11" y="4"/>
                    </a:cubicBezTo>
                    <a:cubicBezTo>
                      <a:pt x="11" y="7"/>
                      <a:pt x="15" y="8"/>
                      <a:pt x="13" y="12"/>
                    </a:cubicBezTo>
                    <a:cubicBezTo>
                      <a:pt x="11" y="14"/>
                      <a:pt x="7" y="10"/>
                      <a:pt x="8" y="8"/>
                    </a:cubicBezTo>
                    <a:cubicBezTo>
                      <a:pt x="8" y="7"/>
                      <a:pt x="10" y="6"/>
                      <a:pt x="10" y="5"/>
                    </a:cubicBezTo>
                    <a:cubicBezTo>
                      <a:pt x="11" y="3"/>
                      <a:pt x="8" y="2"/>
                      <a:pt x="8" y="1"/>
                    </a:cubicBezTo>
                    <a:cubicBezTo>
                      <a:pt x="5" y="3"/>
                      <a:pt x="4" y="4"/>
                      <a:pt x="4" y="7"/>
                    </a:cubicBezTo>
                    <a:cubicBezTo>
                      <a:pt x="3" y="8"/>
                      <a:pt x="0" y="12"/>
                      <a:pt x="3" y="12"/>
                    </a:cubicBezTo>
                    <a:cubicBezTo>
                      <a:pt x="3" y="12"/>
                      <a:pt x="4" y="12"/>
                      <a:pt x="5" y="13"/>
                    </a:cubicBezTo>
                    <a:cubicBezTo>
                      <a:pt x="5" y="14"/>
                      <a:pt x="6" y="15"/>
                      <a:pt x="7" y="16"/>
                    </a:cubicBezTo>
                    <a:cubicBezTo>
                      <a:pt x="9" y="18"/>
                      <a:pt x="5" y="22"/>
                      <a:pt x="10" y="23"/>
                    </a:cubicBezTo>
                    <a:cubicBezTo>
                      <a:pt x="10" y="23"/>
                      <a:pt x="12" y="23"/>
                      <a:pt x="13" y="23"/>
                    </a:cubicBezTo>
                    <a:cubicBezTo>
                      <a:pt x="14" y="23"/>
                      <a:pt x="14" y="22"/>
                      <a:pt x="15" y="22"/>
                    </a:cubicBezTo>
                    <a:cubicBezTo>
                      <a:pt x="18" y="22"/>
                      <a:pt x="19" y="25"/>
                      <a:pt x="21" y="27"/>
                    </a:cubicBezTo>
                    <a:cubicBezTo>
                      <a:pt x="21" y="27"/>
                      <a:pt x="22" y="28"/>
                      <a:pt x="23" y="27"/>
                    </a:cubicBezTo>
                    <a:cubicBezTo>
                      <a:pt x="23" y="26"/>
                      <a:pt x="24" y="27"/>
                      <a:pt x="26" y="27"/>
                    </a:cubicBezTo>
                    <a:cubicBezTo>
                      <a:pt x="28" y="28"/>
                      <a:pt x="33" y="25"/>
                      <a:pt x="31" y="29"/>
                    </a:cubicBezTo>
                    <a:cubicBezTo>
                      <a:pt x="29" y="32"/>
                      <a:pt x="29" y="35"/>
                      <a:pt x="31" y="38"/>
                    </a:cubicBezTo>
                    <a:cubicBezTo>
                      <a:pt x="31" y="39"/>
                      <a:pt x="32" y="40"/>
                      <a:pt x="32" y="41"/>
                    </a:cubicBezTo>
                    <a:cubicBezTo>
                      <a:pt x="32" y="42"/>
                      <a:pt x="29" y="43"/>
                      <a:pt x="30" y="44"/>
                    </a:cubicBezTo>
                    <a:cubicBezTo>
                      <a:pt x="33" y="47"/>
                      <a:pt x="34" y="55"/>
                      <a:pt x="40" y="53"/>
                    </a:cubicBezTo>
                    <a:cubicBezTo>
                      <a:pt x="41" y="53"/>
                      <a:pt x="41" y="54"/>
                      <a:pt x="42" y="54"/>
                    </a:cubicBezTo>
                    <a:cubicBezTo>
                      <a:pt x="43" y="54"/>
                      <a:pt x="44" y="53"/>
                      <a:pt x="45" y="52"/>
                    </a:cubicBezTo>
                    <a:cubicBezTo>
                      <a:pt x="47" y="51"/>
                      <a:pt x="48" y="49"/>
                      <a:pt x="51" y="47"/>
                    </a:cubicBezTo>
                    <a:cubicBezTo>
                      <a:pt x="53" y="46"/>
                      <a:pt x="49" y="46"/>
                      <a:pt x="49" y="44"/>
                    </a:cubicBezTo>
                    <a:cubicBezTo>
                      <a:pt x="49" y="43"/>
                      <a:pt x="48" y="42"/>
                      <a:pt x="48" y="41"/>
                    </a:cubicBezTo>
                    <a:cubicBezTo>
                      <a:pt x="48" y="40"/>
                      <a:pt x="45" y="39"/>
                      <a:pt x="45" y="38"/>
                    </a:cubicBezTo>
                    <a:cubicBezTo>
                      <a:pt x="45" y="37"/>
                      <a:pt x="51" y="38"/>
                      <a:pt x="52" y="38"/>
                    </a:cubicBezTo>
                    <a:cubicBezTo>
                      <a:pt x="54" y="38"/>
                      <a:pt x="53" y="39"/>
                      <a:pt x="54" y="40"/>
                    </a:cubicBezTo>
                    <a:cubicBezTo>
                      <a:pt x="55" y="40"/>
                      <a:pt x="55" y="38"/>
                      <a:pt x="56" y="38"/>
                    </a:cubicBezTo>
                    <a:cubicBezTo>
                      <a:pt x="57" y="37"/>
                      <a:pt x="60" y="37"/>
                      <a:pt x="62" y="36"/>
                    </a:cubicBezTo>
                    <a:cubicBezTo>
                      <a:pt x="63" y="35"/>
                      <a:pt x="65" y="34"/>
                      <a:pt x="67" y="33"/>
                    </a:cubicBezTo>
                    <a:cubicBezTo>
                      <a:pt x="66" y="31"/>
                      <a:pt x="63" y="30"/>
                      <a:pt x="63" y="2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0" name="Freeform 619"/>
              <p:cNvSpPr>
                <a:spLocks/>
              </p:cNvSpPr>
              <p:nvPr/>
            </p:nvSpPr>
            <p:spPr bwMode="auto">
              <a:xfrm>
                <a:off x="8830764" y="8641249"/>
                <a:ext cx="242036" cy="356781"/>
              </a:xfrm>
              <a:custGeom>
                <a:avLst/>
                <a:gdLst>
                  <a:gd name="T0" fmla="*/ 22 w 26"/>
                  <a:gd name="T1" fmla="*/ 29 h 38"/>
                  <a:gd name="T2" fmla="*/ 18 w 26"/>
                  <a:gd name="T3" fmla="*/ 21 h 38"/>
                  <a:gd name="T4" fmla="*/ 20 w 26"/>
                  <a:gd name="T5" fmla="*/ 18 h 38"/>
                  <a:gd name="T6" fmla="*/ 22 w 26"/>
                  <a:gd name="T7" fmla="*/ 15 h 38"/>
                  <a:gd name="T8" fmla="*/ 22 w 26"/>
                  <a:gd name="T9" fmla="*/ 13 h 38"/>
                  <a:gd name="T10" fmla="*/ 20 w 26"/>
                  <a:gd name="T11" fmla="*/ 11 h 38"/>
                  <a:gd name="T12" fmla="*/ 16 w 26"/>
                  <a:gd name="T13" fmla="*/ 7 h 38"/>
                  <a:gd name="T14" fmla="*/ 9 w 26"/>
                  <a:gd name="T15" fmla="*/ 0 h 38"/>
                  <a:gd name="T16" fmla="*/ 5 w 26"/>
                  <a:gd name="T17" fmla="*/ 5 h 38"/>
                  <a:gd name="T18" fmla="*/ 6 w 26"/>
                  <a:gd name="T19" fmla="*/ 8 h 38"/>
                  <a:gd name="T20" fmla="*/ 3 w 26"/>
                  <a:gd name="T21" fmla="*/ 10 h 38"/>
                  <a:gd name="T22" fmla="*/ 4 w 26"/>
                  <a:gd name="T23" fmla="*/ 16 h 38"/>
                  <a:gd name="T24" fmla="*/ 7 w 26"/>
                  <a:gd name="T25" fmla="*/ 18 h 38"/>
                  <a:gd name="T26" fmla="*/ 8 w 26"/>
                  <a:gd name="T27" fmla="*/ 20 h 38"/>
                  <a:gd name="T28" fmla="*/ 8 w 26"/>
                  <a:gd name="T29" fmla="*/ 27 h 38"/>
                  <a:gd name="T30" fmla="*/ 11 w 26"/>
                  <a:gd name="T31" fmla="*/ 35 h 38"/>
                  <a:gd name="T32" fmla="*/ 17 w 26"/>
                  <a:gd name="T33" fmla="*/ 35 h 38"/>
                  <a:gd name="T34" fmla="*/ 21 w 26"/>
                  <a:gd name="T35" fmla="*/ 34 h 38"/>
                  <a:gd name="T36" fmla="*/ 26 w 26"/>
                  <a:gd name="T37" fmla="*/ 34 h 38"/>
                  <a:gd name="T38" fmla="*/ 22 w 26"/>
                  <a:gd name="T39" fmla="*/ 29 h 38"/>
                  <a:gd name="T40" fmla="*/ 22 w 26"/>
                  <a:gd name="T41" fmla="*/ 2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8">
                    <a:moveTo>
                      <a:pt x="22" y="29"/>
                    </a:moveTo>
                    <a:cubicBezTo>
                      <a:pt x="22" y="28"/>
                      <a:pt x="17" y="22"/>
                      <a:pt x="18" y="21"/>
                    </a:cubicBezTo>
                    <a:cubicBezTo>
                      <a:pt x="19" y="20"/>
                      <a:pt x="18" y="19"/>
                      <a:pt x="20" y="18"/>
                    </a:cubicBezTo>
                    <a:cubicBezTo>
                      <a:pt x="23" y="18"/>
                      <a:pt x="22" y="16"/>
                      <a:pt x="22" y="15"/>
                    </a:cubicBezTo>
                    <a:cubicBezTo>
                      <a:pt x="22" y="14"/>
                      <a:pt x="22" y="13"/>
                      <a:pt x="22" y="13"/>
                    </a:cubicBezTo>
                    <a:cubicBezTo>
                      <a:pt x="22" y="12"/>
                      <a:pt x="21" y="12"/>
                      <a:pt x="20" y="11"/>
                    </a:cubicBezTo>
                    <a:cubicBezTo>
                      <a:pt x="19" y="9"/>
                      <a:pt x="16" y="9"/>
                      <a:pt x="16" y="7"/>
                    </a:cubicBezTo>
                    <a:cubicBezTo>
                      <a:pt x="15" y="4"/>
                      <a:pt x="11" y="1"/>
                      <a:pt x="9" y="0"/>
                    </a:cubicBezTo>
                    <a:cubicBezTo>
                      <a:pt x="9" y="3"/>
                      <a:pt x="4" y="3"/>
                      <a:pt x="5" y="5"/>
                    </a:cubicBezTo>
                    <a:cubicBezTo>
                      <a:pt x="5" y="6"/>
                      <a:pt x="7" y="7"/>
                      <a:pt x="6" y="8"/>
                    </a:cubicBezTo>
                    <a:cubicBezTo>
                      <a:pt x="5" y="8"/>
                      <a:pt x="3" y="9"/>
                      <a:pt x="3" y="10"/>
                    </a:cubicBezTo>
                    <a:cubicBezTo>
                      <a:pt x="0" y="11"/>
                      <a:pt x="2" y="14"/>
                      <a:pt x="4" y="16"/>
                    </a:cubicBezTo>
                    <a:cubicBezTo>
                      <a:pt x="5" y="17"/>
                      <a:pt x="5" y="18"/>
                      <a:pt x="7" y="18"/>
                    </a:cubicBezTo>
                    <a:cubicBezTo>
                      <a:pt x="8" y="18"/>
                      <a:pt x="7" y="19"/>
                      <a:pt x="8" y="20"/>
                    </a:cubicBezTo>
                    <a:cubicBezTo>
                      <a:pt x="10" y="23"/>
                      <a:pt x="9" y="24"/>
                      <a:pt x="8" y="27"/>
                    </a:cubicBezTo>
                    <a:cubicBezTo>
                      <a:pt x="8" y="30"/>
                      <a:pt x="10" y="33"/>
                      <a:pt x="11" y="35"/>
                    </a:cubicBezTo>
                    <a:cubicBezTo>
                      <a:pt x="14" y="38"/>
                      <a:pt x="15" y="35"/>
                      <a:pt x="17" y="35"/>
                    </a:cubicBezTo>
                    <a:cubicBezTo>
                      <a:pt x="19" y="35"/>
                      <a:pt x="20" y="34"/>
                      <a:pt x="21" y="34"/>
                    </a:cubicBezTo>
                    <a:cubicBezTo>
                      <a:pt x="23" y="33"/>
                      <a:pt x="24" y="33"/>
                      <a:pt x="26" y="34"/>
                    </a:cubicBezTo>
                    <a:cubicBezTo>
                      <a:pt x="25" y="32"/>
                      <a:pt x="24" y="30"/>
                      <a:pt x="22" y="29"/>
                    </a:cubicBezTo>
                    <a:cubicBezTo>
                      <a:pt x="21" y="27"/>
                      <a:pt x="23" y="29"/>
                      <a:pt x="22" y="2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1" name="Freeform 620"/>
              <p:cNvSpPr>
                <a:spLocks/>
              </p:cNvSpPr>
              <p:nvPr/>
            </p:nvSpPr>
            <p:spPr bwMode="auto">
              <a:xfrm>
                <a:off x="8986815" y="8752743"/>
                <a:ext cx="207006" cy="216615"/>
              </a:xfrm>
              <a:custGeom>
                <a:avLst/>
                <a:gdLst>
                  <a:gd name="T0" fmla="*/ 19 w 22"/>
                  <a:gd name="T1" fmla="*/ 7 h 23"/>
                  <a:gd name="T2" fmla="*/ 22 w 22"/>
                  <a:gd name="T3" fmla="*/ 2 h 23"/>
                  <a:gd name="T4" fmla="*/ 12 w 22"/>
                  <a:gd name="T5" fmla="*/ 2 h 23"/>
                  <a:gd name="T6" fmla="*/ 9 w 22"/>
                  <a:gd name="T7" fmla="*/ 0 h 23"/>
                  <a:gd name="T8" fmla="*/ 5 w 22"/>
                  <a:gd name="T9" fmla="*/ 1 h 23"/>
                  <a:gd name="T10" fmla="*/ 4 w 22"/>
                  <a:gd name="T11" fmla="*/ 6 h 23"/>
                  <a:gd name="T12" fmla="*/ 1 w 22"/>
                  <a:gd name="T13" fmla="*/ 10 h 23"/>
                  <a:gd name="T14" fmla="*/ 4 w 22"/>
                  <a:gd name="T15" fmla="*/ 15 h 23"/>
                  <a:gd name="T16" fmla="*/ 9 w 22"/>
                  <a:gd name="T17" fmla="*/ 22 h 23"/>
                  <a:gd name="T18" fmla="*/ 12 w 22"/>
                  <a:gd name="T19" fmla="*/ 19 h 23"/>
                  <a:gd name="T20" fmla="*/ 16 w 22"/>
                  <a:gd name="T21" fmla="*/ 18 h 23"/>
                  <a:gd name="T22" fmla="*/ 19 w 22"/>
                  <a:gd name="T23" fmla="*/ 19 h 23"/>
                  <a:gd name="T24" fmla="*/ 20 w 22"/>
                  <a:gd name="T25" fmla="*/ 14 h 23"/>
                  <a:gd name="T26" fmla="*/ 19 w 22"/>
                  <a:gd name="T27" fmla="*/ 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3">
                    <a:moveTo>
                      <a:pt x="19" y="7"/>
                    </a:moveTo>
                    <a:cubicBezTo>
                      <a:pt x="19" y="5"/>
                      <a:pt x="21" y="3"/>
                      <a:pt x="22" y="2"/>
                    </a:cubicBezTo>
                    <a:cubicBezTo>
                      <a:pt x="19" y="1"/>
                      <a:pt x="14" y="0"/>
                      <a:pt x="12" y="2"/>
                    </a:cubicBezTo>
                    <a:cubicBezTo>
                      <a:pt x="10" y="3"/>
                      <a:pt x="9" y="1"/>
                      <a:pt x="9" y="0"/>
                    </a:cubicBezTo>
                    <a:cubicBezTo>
                      <a:pt x="8" y="0"/>
                      <a:pt x="7" y="2"/>
                      <a:pt x="5" y="1"/>
                    </a:cubicBezTo>
                    <a:cubicBezTo>
                      <a:pt x="5" y="2"/>
                      <a:pt x="7" y="6"/>
                      <a:pt x="4" y="6"/>
                    </a:cubicBezTo>
                    <a:cubicBezTo>
                      <a:pt x="2" y="7"/>
                      <a:pt x="0" y="8"/>
                      <a:pt x="1" y="10"/>
                    </a:cubicBezTo>
                    <a:cubicBezTo>
                      <a:pt x="2" y="12"/>
                      <a:pt x="3" y="13"/>
                      <a:pt x="4" y="15"/>
                    </a:cubicBezTo>
                    <a:cubicBezTo>
                      <a:pt x="5" y="17"/>
                      <a:pt x="7" y="19"/>
                      <a:pt x="9" y="22"/>
                    </a:cubicBezTo>
                    <a:cubicBezTo>
                      <a:pt x="12" y="23"/>
                      <a:pt x="10" y="19"/>
                      <a:pt x="12" y="19"/>
                    </a:cubicBezTo>
                    <a:cubicBezTo>
                      <a:pt x="14" y="19"/>
                      <a:pt x="15" y="19"/>
                      <a:pt x="16" y="18"/>
                    </a:cubicBezTo>
                    <a:cubicBezTo>
                      <a:pt x="17" y="18"/>
                      <a:pt x="17" y="20"/>
                      <a:pt x="19" y="19"/>
                    </a:cubicBezTo>
                    <a:cubicBezTo>
                      <a:pt x="20" y="17"/>
                      <a:pt x="21" y="16"/>
                      <a:pt x="20" y="14"/>
                    </a:cubicBezTo>
                    <a:cubicBezTo>
                      <a:pt x="20" y="12"/>
                      <a:pt x="19" y="9"/>
                      <a:pt x="19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2" name="Freeform 621"/>
              <p:cNvSpPr>
                <a:spLocks/>
              </p:cNvSpPr>
              <p:nvPr/>
            </p:nvSpPr>
            <p:spPr bwMode="auto">
              <a:xfrm>
                <a:off x="9155606" y="8771859"/>
                <a:ext cx="149682" cy="168837"/>
              </a:xfrm>
              <a:custGeom>
                <a:avLst/>
                <a:gdLst>
                  <a:gd name="T0" fmla="*/ 12 w 16"/>
                  <a:gd name="T1" fmla="*/ 5 h 18"/>
                  <a:gd name="T2" fmla="*/ 5 w 16"/>
                  <a:gd name="T3" fmla="*/ 1 h 18"/>
                  <a:gd name="T4" fmla="*/ 1 w 16"/>
                  <a:gd name="T5" fmla="*/ 6 h 18"/>
                  <a:gd name="T6" fmla="*/ 2 w 16"/>
                  <a:gd name="T7" fmla="*/ 12 h 18"/>
                  <a:gd name="T8" fmla="*/ 0 w 16"/>
                  <a:gd name="T9" fmla="*/ 17 h 18"/>
                  <a:gd name="T10" fmla="*/ 4 w 16"/>
                  <a:gd name="T11" fmla="*/ 17 h 18"/>
                  <a:gd name="T12" fmla="*/ 9 w 16"/>
                  <a:gd name="T13" fmla="*/ 17 h 18"/>
                  <a:gd name="T14" fmla="*/ 16 w 16"/>
                  <a:gd name="T15" fmla="*/ 8 h 18"/>
                  <a:gd name="T16" fmla="*/ 12 w 16"/>
                  <a:gd name="T17" fmla="*/ 5 h 18"/>
                  <a:gd name="T18" fmla="*/ 12 w 16"/>
                  <a:gd name="T19" fmla="*/ 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18">
                    <a:moveTo>
                      <a:pt x="12" y="5"/>
                    </a:moveTo>
                    <a:cubicBezTo>
                      <a:pt x="10" y="3"/>
                      <a:pt x="8" y="1"/>
                      <a:pt x="5" y="1"/>
                    </a:cubicBezTo>
                    <a:cubicBezTo>
                      <a:pt x="3" y="0"/>
                      <a:pt x="0" y="4"/>
                      <a:pt x="1" y="6"/>
                    </a:cubicBezTo>
                    <a:cubicBezTo>
                      <a:pt x="1" y="8"/>
                      <a:pt x="2" y="10"/>
                      <a:pt x="2" y="12"/>
                    </a:cubicBezTo>
                    <a:cubicBezTo>
                      <a:pt x="3" y="14"/>
                      <a:pt x="1" y="16"/>
                      <a:pt x="0" y="17"/>
                    </a:cubicBezTo>
                    <a:cubicBezTo>
                      <a:pt x="1" y="18"/>
                      <a:pt x="3" y="17"/>
                      <a:pt x="4" y="17"/>
                    </a:cubicBezTo>
                    <a:cubicBezTo>
                      <a:pt x="6" y="17"/>
                      <a:pt x="7" y="18"/>
                      <a:pt x="9" y="17"/>
                    </a:cubicBezTo>
                    <a:cubicBezTo>
                      <a:pt x="12" y="16"/>
                      <a:pt x="13" y="10"/>
                      <a:pt x="16" y="8"/>
                    </a:cubicBezTo>
                    <a:cubicBezTo>
                      <a:pt x="14" y="7"/>
                      <a:pt x="13" y="6"/>
                      <a:pt x="12" y="5"/>
                    </a:cubicBezTo>
                    <a:cubicBezTo>
                      <a:pt x="10" y="4"/>
                      <a:pt x="13" y="6"/>
                      <a:pt x="12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3" name="Freeform 622"/>
              <p:cNvSpPr>
                <a:spLocks/>
              </p:cNvSpPr>
              <p:nvPr/>
            </p:nvSpPr>
            <p:spPr bwMode="auto">
              <a:xfrm>
                <a:off x="7821211" y="8453303"/>
                <a:ext cx="754780" cy="786831"/>
              </a:xfrm>
              <a:custGeom>
                <a:avLst/>
                <a:gdLst>
                  <a:gd name="T0" fmla="*/ 76 w 81"/>
                  <a:gd name="T1" fmla="*/ 39 h 84"/>
                  <a:gd name="T2" fmla="*/ 74 w 81"/>
                  <a:gd name="T3" fmla="*/ 32 h 84"/>
                  <a:gd name="T4" fmla="*/ 69 w 81"/>
                  <a:gd name="T5" fmla="*/ 33 h 84"/>
                  <a:gd name="T6" fmla="*/ 58 w 81"/>
                  <a:gd name="T7" fmla="*/ 28 h 84"/>
                  <a:gd name="T8" fmla="*/ 53 w 81"/>
                  <a:gd name="T9" fmla="*/ 20 h 84"/>
                  <a:gd name="T10" fmla="*/ 50 w 81"/>
                  <a:gd name="T11" fmla="*/ 15 h 84"/>
                  <a:gd name="T12" fmla="*/ 56 w 81"/>
                  <a:gd name="T13" fmla="*/ 5 h 84"/>
                  <a:gd name="T14" fmla="*/ 56 w 81"/>
                  <a:gd name="T15" fmla="*/ 1 h 84"/>
                  <a:gd name="T16" fmla="*/ 44 w 81"/>
                  <a:gd name="T17" fmla="*/ 8 h 84"/>
                  <a:gd name="T18" fmla="*/ 36 w 81"/>
                  <a:gd name="T19" fmla="*/ 16 h 84"/>
                  <a:gd name="T20" fmla="*/ 31 w 81"/>
                  <a:gd name="T21" fmla="*/ 23 h 84"/>
                  <a:gd name="T22" fmla="*/ 25 w 81"/>
                  <a:gd name="T23" fmla="*/ 17 h 84"/>
                  <a:gd name="T24" fmla="*/ 7 w 81"/>
                  <a:gd name="T25" fmla="*/ 18 h 84"/>
                  <a:gd name="T26" fmla="*/ 1 w 81"/>
                  <a:gd name="T27" fmla="*/ 16 h 84"/>
                  <a:gd name="T28" fmla="*/ 1 w 81"/>
                  <a:gd name="T29" fmla="*/ 21 h 84"/>
                  <a:gd name="T30" fmla="*/ 8 w 81"/>
                  <a:gd name="T31" fmla="*/ 24 h 84"/>
                  <a:gd name="T32" fmla="*/ 11 w 81"/>
                  <a:gd name="T33" fmla="*/ 26 h 84"/>
                  <a:gd name="T34" fmla="*/ 13 w 81"/>
                  <a:gd name="T35" fmla="*/ 23 h 84"/>
                  <a:gd name="T36" fmla="*/ 20 w 81"/>
                  <a:gd name="T37" fmla="*/ 18 h 84"/>
                  <a:gd name="T38" fmla="*/ 24 w 81"/>
                  <a:gd name="T39" fmla="*/ 20 h 84"/>
                  <a:gd name="T40" fmla="*/ 25 w 81"/>
                  <a:gd name="T41" fmla="*/ 26 h 84"/>
                  <a:gd name="T42" fmla="*/ 28 w 81"/>
                  <a:gd name="T43" fmla="*/ 42 h 84"/>
                  <a:gd name="T44" fmla="*/ 28 w 81"/>
                  <a:gd name="T45" fmla="*/ 47 h 84"/>
                  <a:gd name="T46" fmla="*/ 22 w 81"/>
                  <a:gd name="T47" fmla="*/ 53 h 84"/>
                  <a:gd name="T48" fmla="*/ 26 w 81"/>
                  <a:gd name="T49" fmla="*/ 58 h 84"/>
                  <a:gd name="T50" fmla="*/ 34 w 81"/>
                  <a:gd name="T51" fmla="*/ 61 h 84"/>
                  <a:gd name="T52" fmla="*/ 41 w 81"/>
                  <a:gd name="T53" fmla="*/ 64 h 84"/>
                  <a:gd name="T54" fmla="*/ 54 w 81"/>
                  <a:gd name="T55" fmla="*/ 76 h 84"/>
                  <a:gd name="T56" fmla="*/ 60 w 81"/>
                  <a:gd name="T57" fmla="*/ 75 h 84"/>
                  <a:gd name="T58" fmla="*/ 64 w 81"/>
                  <a:gd name="T59" fmla="*/ 80 h 84"/>
                  <a:gd name="T60" fmla="*/ 65 w 81"/>
                  <a:gd name="T61" fmla="*/ 84 h 84"/>
                  <a:gd name="T62" fmla="*/ 65 w 81"/>
                  <a:gd name="T63" fmla="*/ 63 h 84"/>
                  <a:gd name="T64" fmla="*/ 70 w 81"/>
                  <a:gd name="T65" fmla="*/ 58 h 84"/>
                  <a:gd name="T66" fmla="*/ 66 w 81"/>
                  <a:gd name="T67" fmla="*/ 55 h 84"/>
                  <a:gd name="T68" fmla="*/ 79 w 81"/>
                  <a:gd name="T69" fmla="*/ 53 h 84"/>
                  <a:gd name="T70" fmla="*/ 77 w 81"/>
                  <a:gd name="T71" fmla="*/ 48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1" h="84">
                    <a:moveTo>
                      <a:pt x="77" y="48"/>
                    </a:moveTo>
                    <a:cubicBezTo>
                      <a:pt x="81" y="45"/>
                      <a:pt x="76" y="42"/>
                      <a:pt x="76" y="39"/>
                    </a:cubicBezTo>
                    <a:cubicBezTo>
                      <a:pt x="76" y="37"/>
                      <a:pt x="78" y="35"/>
                      <a:pt x="78" y="33"/>
                    </a:cubicBezTo>
                    <a:cubicBezTo>
                      <a:pt x="79" y="30"/>
                      <a:pt x="75" y="32"/>
                      <a:pt x="74" y="32"/>
                    </a:cubicBezTo>
                    <a:cubicBezTo>
                      <a:pt x="73" y="32"/>
                      <a:pt x="72" y="32"/>
                      <a:pt x="71" y="32"/>
                    </a:cubicBezTo>
                    <a:cubicBezTo>
                      <a:pt x="70" y="32"/>
                      <a:pt x="70" y="33"/>
                      <a:pt x="69" y="33"/>
                    </a:cubicBezTo>
                    <a:cubicBezTo>
                      <a:pt x="68" y="33"/>
                      <a:pt x="67" y="30"/>
                      <a:pt x="66" y="30"/>
                    </a:cubicBezTo>
                    <a:cubicBezTo>
                      <a:pt x="64" y="26"/>
                      <a:pt x="62" y="28"/>
                      <a:pt x="58" y="28"/>
                    </a:cubicBezTo>
                    <a:cubicBezTo>
                      <a:pt x="56" y="28"/>
                      <a:pt x="55" y="28"/>
                      <a:pt x="54" y="26"/>
                    </a:cubicBezTo>
                    <a:cubicBezTo>
                      <a:pt x="53" y="24"/>
                      <a:pt x="56" y="22"/>
                      <a:pt x="53" y="20"/>
                    </a:cubicBezTo>
                    <a:cubicBezTo>
                      <a:pt x="52" y="19"/>
                      <a:pt x="52" y="17"/>
                      <a:pt x="50" y="17"/>
                    </a:cubicBezTo>
                    <a:cubicBezTo>
                      <a:pt x="48" y="17"/>
                      <a:pt x="49" y="17"/>
                      <a:pt x="50" y="15"/>
                    </a:cubicBezTo>
                    <a:cubicBezTo>
                      <a:pt x="51" y="13"/>
                      <a:pt x="50" y="11"/>
                      <a:pt x="51" y="9"/>
                    </a:cubicBezTo>
                    <a:cubicBezTo>
                      <a:pt x="52" y="7"/>
                      <a:pt x="54" y="6"/>
                      <a:pt x="56" y="5"/>
                    </a:cubicBezTo>
                    <a:cubicBezTo>
                      <a:pt x="57" y="4"/>
                      <a:pt x="59" y="4"/>
                      <a:pt x="60" y="2"/>
                    </a:cubicBezTo>
                    <a:cubicBezTo>
                      <a:pt x="60" y="0"/>
                      <a:pt x="56" y="0"/>
                      <a:pt x="56" y="1"/>
                    </a:cubicBezTo>
                    <a:cubicBezTo>
                      <a:pt x="54" y="3"/>
                      <a:pt x="51" y="6"/>
                      <a:pt x="48" y="6"/>
                    </a:cubicBezTo>
                    <a:cubicBezTo>
                      <a:pt x="45" y="6"/>
                      <a:pt x="45" y="6"/>
                      <a:pt x="44" y="8"/>
                    </a:cubicBezTo>
                    <a:cubicBezTo>
                      <a:pt x="43" y="10"/>
                      <a:pt x="43" y="7"/>
                      <a:pt x="41" y="7"/>
                    </a:cubicBezTo>
                    <a:cubicBezTo>
                      <a:pt x="37" y="8"/>
                      <a:pt x="39" y="14"/>
                      <a:pt x="36" y="16"/>
                    </a:cubicBezTo>
                    <a:cubicBezTo>
                      <a:pt x="35" y="17"/>
                      <a:pt x="33" y="18"/>
                      <a:pt x="32" y="20"/>
                    </a:cubicBezTo>
                    <a:cubicBezTo>
                      <a:pt x="32" y="20"/>
                      <a:pt x="32" y="23"/>
                      <a:pt x="31" y="23"/>
                    </a:cubicBezTo>
                    <a:cubicBezTo>
                      <a:pt x="30" y="21"/>
                      <a:pt x="29" y="20"/>
                      <a:pt x="28" y="19"/>
                    </a:cubicBezTo>
                    <a:cubicBezTo>
                      <a:pt x="27" y="17"/>
                      <a:pt x="26" y="17"/>
                      <a:pt x="25" y="17"/>
                    </a:cubicBezTo>
                    <a:cubicBezTo>
                      <a:pt x="21" y="16"/>
                      <a:pt x="19" y="13"/>
                      <a:pt x="15" y="16"/>
                    </a:cubicBezTo>
                    <a:cubicBezTo>
                      <a:pt x="13" y="17"/>
                      <a:pt x="9" y="20"/>
                      <a:pt x="7" y="18"/>
                    </a:cubicBezTo>
                    <a:cubicBezTo>
                      <a:pt x="6" y="17"/>
                      <a:pt x="5" y="17"/>
                      <a:pt x="4" y="16"/>
                    </a:cubicBezTo>
                    <a:cubicBezTo>
                      <a:pt x="2" y="16"/>
                      <a:pt x="3" y="14"/>
                      <a:pt x="1" y="16"/>
                    </a:cubicBezTo>
                    <a:cubicBezTo>
                      <a:pt x="0" y="17"/>
                      <a:pt x="1" y="17"/>
                      <a:pt x="2" y="18"/>
                    </a:cubicBezTo>
                    <a:cubicBezTo>
                      <a:pt x="2" y="19"/>
                      <a:pt x="1" y="20"/>
                      <a:pt x="1" y="21"/>
                    </a:cubicBezTo>
                    <a:cubicBezTo>
                      <a:pt x="3" y="21"/>
                      <a:pt x="5" y="22"/>
                      <a:pt x="6" y="22"/>
                    </a:cubicBezTo>
                    <a:cubicBezTo>
                      <a:pt x="7" y="23"/>
                      <a:pt x="8" y="23"/>
                      <a:pt x="8" y="24"/>
                    </a:cubicBezTo>
                    <a:cubicBezTo>
                      <a:pt x="9" y="25"/>
                      <a:pt x="9" y="24"/>
                      <a:pt x="10" y="24"/>
                    </a:cubicBezTo>
                    <a:cubicBezTo>
                      <a:pt x="10" y="23"/>
                      <a:pt x="10" y="26"/>
                      <a:pt x="11" y="26"/>
                    </a:cubicBezTo>
                    <a:cubicBezTo>
                      <a:pt x="12" y="27"/>
                      <a:pt x="13" y="26"/>
                      <a:pt x="15" y="25"/>
                    </a:cubicBezTo>
                    <a:cubicBezTo>
                      <a:pt x="16" y="25"/>
                      <a:pt x="13" y="23"/>
                      <a:pt x="13" y="23"/>
                    </a:cubicBezTo>
                    <a:cubicBezTo>
                      <a:pt x="13" y="22"/>
                      <a:pt x="16" y="20"/>
                      <a:pt x="16" y="19"/>
                    </a:cubicBezTo>
                    <a:cubicBezTo>
                      <a:pt x="17" y="18"/>
                      <a:pt x="19" y="17"/>
                      <a:pt x="20" y="18"/>
                    </a:cubicBezTo>
                    <a:cubicBezTo>
                      <a:pt x="21" y="18"/>
                      <a:pt x="23" y="19"/>
                      <a:pt x="23" y="19"/>
                    </a:cubicBezTo>
                    <a:cubicBezTo>
                      <a:pt x="23" y="20"/>
                      <a:pt x="23" y="20"/>
                      <a:pt x="24" y="20"/>
                    </a:cubicBezTo>
                    <a:cubicBezTo>
                      <a:pt x="24" y="21"/>
                      <a:pt x="23" y="22"/>
                      <a:pt x="23" y="22"/>
                    </a:cubicBezTo>
                    <a:cubicBezTo>
                      <a:pt x="23" y="23"/>
                      <a:pt x="25" y="25"/>
                      <a:pt x="25" y="26"/>
                    </a:cubicBezTo>
                    <a:cubicBezTo>
                      <a:pt x="27" y="29"/>
                      <a:pt x="29" y="29"/>
                      <a:pt x="29" y="33"/>
                    </a:cubicBezTo>
                    <a:cubicBezTo>
                      <a:pt x="29" y="36"/>
                      <a:pt x="29" y="39"/>
                      <a:pt x="28" y="42"/>
                    </a:cubicBezTo>
                    <a:cubicBezTo>
                      <a:pt x="28" y="43"/>
                      <a:pt x="30" y="43"/>
                      <a:pt x="30" y="44"/>
                    </a:cubicBezTo>
                    <a:cubicBezTo>
                      <a:pt x="29" y="45"/>
                      <a:pt x="28" y="46"/>
                      <a:pt x="28" y="47"/>
                    </a:cubicBezTo>
                    <a:cubicBezTo>
                      <a:pt x="27" y="48"/>
                      <a:pt x="27" y="50"/>
                      <a:pt x="26" y="50"/>
                    </a:cubicBezTo>
                    <a:cubicBezTo>
                      <a:pt x="24" y="51"/>
                      <a:pt x="22" y="50"/>
                      <a:pt x="22" y="53"/>
                    </a:cubicBezTo>
                    <a:cubicBezTo>
                      <a:pt x="22" y="55"/>
                      <a:pt x="19" y="55"/>
                      <a:pt x="22" y="56"/>
                    </a:cubicBezTo>
                    <a:cubicBezTo>
                      <a:pt x="23" y="57"/>
                      <a:pt x="24" y="57"/>
                      <a:pt x="26" y="58"/>
                    </a:cubicBezTo>
                    <a:cubicBezTo>
                      <a:pt x="27" y="59"/>
                      <a:pt x="28" y="60"/>
                      <a:pt x="29" y="61"/>
                    </a:cubicBezTo>
                    <a:cubicBezTo>
                      <a:pt x="31" y="62"/>
                      <a:pt x="32" y="61"/>
                      <a:pt x="34" y="61"/>
                    </a:cubicBezTo>
                    <a:cubicBezTo>
                      <a:pt x="35" y="61"/>
                      <a:pt x="36" y="62"/>
                      <a:pt x="38" y="63"/>
                    </a:cubicBezTo>
                    <a:cubicBezTo>
                      <a:pt x="39" y="63"/>
                      <a:pt x="40" y="63"/>
                      <a:pt x="41" y="64"/>
                    </a:cubicBezTo>
                    <a:cubicBezTo>
                      <a:pt x="44" y="66"/>
                      <a:pt x="46" y="68"/>
                      <a:pt x="48" y="71"/>
                    </a:cubicBezTo>
                    <a:cubicBezTo>
                      <a:pt x="49" y="74"/>
                      <a:pt x="50" y="75"/>
                      <a:pt x="54" y="76"/>
                    </a:cubicBezTo>
                    <a:cubicBezTo>
                      <a:pt x="55" y="76"/>
                      <a:pt x="56" y="75"/>
                      <a:pt x="57" y="74"/>
                    </a:cubicBezTo>
                    <a:cubicBezTo>
                      <a:pt x="58" y="74"/>
                      <a:pt x="59" y="76"/>
                      <a:pt x="60" y="75"/>
                    </a:cubicBezTo>
                    <a:cubicBezTo>
                      <a:pt x="62" y="74"/>
                      <a:pt x="64" y="75"/>
                      <a:pt x="65" y="76"/>
                    </a:cubicBezTo>
                    <a:cubicBezTo>
                      <a:pt x="65" y="77"/>
                      <a:pt x="64" y="79"/>
                      <a:pt x="64" y="80"/>
                    </a:cubicBezTo>
                    <a:cubicBezTo>
                      <a:pt x="63" y="81"/>
                      <a:pt x="62" y="81"/>
                      <a:pt x="64" y="82"/>
                    </a:cubicBezTo>
                    <a:cubicBezTo>
                      <a:pt x="64" y="82"/>
                      <a:pt x="66" y="84"/>
                      <a:pt x="65" y="84"/>
                    </a:cubicBezTo>
                    <a:cubicBezTo>
                      <a:pt x="67" y="84"/>
                      <a:pt x="68" y="73"/>
                      <a:pt x="69" y="71"/>
                    </a:cubicBezTo>
                    <a:cubicBezTo>
                      <a:pt x="69" y="67"/>
                      <a:pt x="66" y="66"/>
                      <a:pt x="65" y="63"/>
                    </a:cubicBezTo>
                    <a:cubicBezTo>
                      <a:pt x="65" y="61"/>
                      <a:pt x="65" y="60"/>
                      <a:pt x="66" y="60"/>
                    </a:cubicBezTo>
                    <a:cubicBezTo>
                      <a:pt x="67" y="60"/>
                      <a:pt x="70" y="59"/>
                      <a:pt x="70" y="58"/>
                    </a:cubicBezTo>
                    <a:cubicBezTo>
                      <a:pt x="69" y="58"/>
                      <a:pt x="67" y="58"/>
                      <a:pt x="67" y="57"/>
                    </a:cubicBezTo>
                    <a:cubicBezTo>
                      <a:pt x="66" y="57"/>
                      <a:pt x="66" y="55"/>
                      <a:pt x="66" y="55"/>
                    </a:cubicBezTo>
                    <a:cubicBezTo>
                      <a:pt x="68" y="55"/>
                      <a:pt x="70" y="55"/>
                      <a:pt x="72" y="55"/>
                    </a:cubicBezTo>
                    <a:cubicBezTo>
                      <a:pt x="73" y="55"/>
                      <a:pt x="79" y="52"/>
                      <a:pt x="79" y="53"/>
                    </a:cubicBezTo>
                    <a:cubicBezTo>
                      <a:pt x="79" y="51"/>
                      <a:pt x="76" y="48"/>
                      <a:pt x="77" y="48"/>
                    </a:cubicBezTo>
                    <a:cubicBezTo>
                      <a:pt x="78" y="47"/>
                      <a:pt x="76" y="48"/>
                      <a:pt x="77" y="4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4" name="Freeform 623"/>
              <p:cNvSpPr>
                <a:spLocks/>
              </p:cNvSpPr>
              <p:nvPr/>
            </p:nvSpPr>
            <p:spPr bwMode="auto">
              <a:xfrm>
                <a:off x="7923120" y="8978916"/>
                <a:ext cx="261145" cy="309000"/>
              </a:xfrm>
              <a:custGeom>
                <a:avLst/>
                <a:gdLst>
                  <a:gd name="T0" fmla="*/ 20 w 28"/>
                  <a:gd name="T1" fmla="*/ 6 h 33"/>
                  <a:gd name="T2" fmla="*/ 15 w 28"/>
                  <a:gd name="T3" fmla="*/ 3 h 33"/>
                  <a:gd name="T4" fmla="*/ 10 w 28"/>
                  <a:gd name="T5" fmla="*/ 0 h 33"/>
                  <a:gd name="T6" fmla="*/ 4 w 28"/>
                  <a:gd name="T7" fmla="*/ 4 h 33"/>
                  <a:gd name="T8" fmla="*/ 3 w 28"/>
                  <a:gd name="T9" fmla="*/ 7 h 33"/>
                  <a:gd name="T10" fmla="*/ 2 w 28"/>
                  <a:gd name="T11" fmla="*/ 10 h 33"/>
                  <a:gd name="T12" fmla="*/ 0 w 28"/>
                  <a:gd name="T13" fmla="*/ 13 h 33"/>
                  <a:gd name="T14" fmla="*/ 0 w 28"/>
                  <a:gd name="T15" fmla="*/ 15 h 33"/>
                  <a:gd name="T16" fmla="*/ 0 w 28"/>
                  <a:gd name="T17" fmla="*/ 18 h 33"/>
                  <a:gd name="T18" fmla="*/ 2 w 28"/>
                  <a:gd name="T19" fmla="*/ 20 h 33"/>
                  <a:gd name="T20" fmla="*/ 5 w 28"/>
                  <a:gd name="T21" fmla="*/ 18 h 33"/>
                  <a:gd name="T22" fmla="*/ 5 w 28"/>
                  <a:gd name="T23" fmla="*/ 20 h 33"/>
                  <a:gd name="T24" fmla="*/ 3 w 28"/>
                  <a:gd name="T25" fmla="*/ 24 h 33"/>
                  <a:gd name="T26" fmla="*/ 3 w 28"/>
                  <a:gd name="T27" fmla="*/ 26 h 33"/>
                  <a:gd name="T28" fmla="*/ 3 w 28"/>
                  <a:gd name="T29" fmla="*/ 28 h 33"/>
                  <a:gd name="T30" fmla="*/ 8 w 28"/>
                  <a:gd name="T31" fmla="*/ 32 h 33"/>
                  <a:gd name="T32" fmla="*/ 11 w 28"/>
                  <a:gd name="T33" fmla="*/ 29 h 33"/>
                  <a:gd name="T34" fmla="*/ 16 w 28"/>
                  <a:gd name="T35" fmla="*/ 22 h 33"/>
                  <a:gd name="T36" fmla="*/ 22 w 28"/>
                  <a:gd name="T37" fmla="*/ 19 h 33"/>
                  <a:gd name="T38" fmla="*/ 27 w 28"/>
                  <a:gd name="T39" fmla="*/ 13 h 33"/>
                  <a:gd name="T40" fmla="*/ 27 w 28"/>
                  <a:gd name="T41" fmla="*/ 8 h 33"/>
                  <a:gd name="T42" fmla="*/ 24 w 28"/>
                  <a:gd name="T43" fmla="*/ 5 h 33"/>
                  <a:gd name="T44" fmla="*/ 20 w 28"/>
                  <a:gd name="T45" fmla="*/ 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33">
                    <a:moveTo>
                      <a:pt x="20" y="6"/>
                    </a:moveTo>
                    <a:cubicBezTo>
                      <a:pt x="18" y="6"/>
                      <a:pt x="17" y="4"/>
                      <a:pt x="15" y="3"/>
                    </a:cubicBezTo>
                    <a:cubicBezTo>
                      <a:pt x="14" y="2"/>
                      <a:pt x="12" y="0"/>
                      <a:pt x="10" y="0"/>
                    </a:cubicBezTo>
                    <a:cubicBezTo>
                      <a:pt x="10" y="3"/>
                      <a:pt x="4" y="1"/>
                      <a:pt x="4" y="4"/>
                    </a:cubicBezTo>
                    <a:cubicBezTo>
                      <a:pt x="4" y="6"/>
                      <a:pt x="4" y="6"/>
                      <a:pt x="3" y="7"/>
                    </a:cubicBezTo>
                    <a:cubicBezTo>
                      <a:pt x="1" y="8"/>
                      <a:pt x="2" y="9"/>
                      <a:pt x="2" y="10"/>
                    </a:cubicBezTo>
                    <a:cubicBezTo>
                      <a:pt x="2" y="11"/>
                      <a:pt x="1" y="12"/>
                      <a:pt x="0" y="13"/>
                    </a:cubicBezTo>
                    <a:cubicBezTo>
                      <a:pt x="0" y="13"/>
                      <a:pt x="0" y="14"/>
                      <a:pt x="0" y="15"/>
                    </a:cubicBezTo>
                    <a:cubicBezTo>
                      <a:pt x="1" y="16"/>
                      <a:pt x="0" y="17"/>
                      <a:pt x="0" y="18"/>
                    </a:cubicBezTo>
                    <a:cubicBezTo>
                      <a:pt x="0" y="18"/>
                      <a:pt x="1" y="21"/>
                      <a:pt x="2" y="20"/>
                    </a:cubicBezTo>
                    <a:cubicBezTo>
                      <a:pt x="4" y="20"/>
                      <a:pt x="4" y="18"/>
                      <a:pt x="5" y="18"/>
                    </a:cubicBezTo>
                    <a:cubicBezTo>
                      <a:pt x="4" y="18"/>
                      <a:pt x="6" y="20"/>
                      <a:pt x="5" y="20"/>
                    </a:cubicBezTo>
                    <a:cubicBezTo>
                      <a:pt x="5" y="22"/>
                      <a:pt x="5" y="23"/>
                      <a:pt x="3" y="24"/>
                    </a:cubicBezTo>
                    <a:cubicBezTo>
                      <a:pt x="3" y="24"/>
                      <a:pt x="4" y="26"/>
                      <a:pt x="3" y="26"/>
                    </a:cubicBezTo>
                    <a:cubicBezTo>
                      <a:pt x="3" y="27"/>
                      <a:pt x="2" y="27"/>
                      <a:pt x="3" y="28"/>
                    </a:cubicBezTo>
                    <a:cubicBezTo>
                      <a:pt x="5" y="29"/>
                      <a:pt x="6" y="29"/>
                      <a:pt x="8" y="32"/>
                    </a:cubicBezTo>
                    <a:cubicBezTo>
                      <a:pt x="9" y="33"/>
                      <a:pt x="10" y="29"/>
                      <a:pt x="11" y="29"/>
                    </a:cubicBezTo>
                    <a:cubicBezTo>
                      <a:pt x="12" y="26"/>
                      <a:pt x="13" y="23"/>
                      <a:pt x="16" y="22"/>
                    </a:cubicBezTo>
                    <a:cubicBezTo>
                      <a:pt x="18" y="21"/>
                      <a:pt x="20" y="21"/>
                      <a:pt x="22" y="19"/>
                    </a:cubicBezTo>
                    <a:cubicBezTo>
                      <a:pt x="24" y="18"/>
                      <a:pt x="26" y="16"/>
                      <a:pt x="27" y="13"/>
                    </a:cubicBezTo>
                    <a:cubicBezTo>
                      <a:pt x="27" y="11"/>
                      <a:pt x="28" y="10"/>
                      <a:pt x="27" y="8"/>
                    </a:cubicBezTo>
                    <a:cubicBezTo>
                      <a:pt x="26" y="7"/>
                      <a:pt x="25" y="6"/>
                      <a:pt x="24" y="5"/>
                    </a:cubicBezTo>
                    <a:cubicBezTo>
                      <a:pt x="23" y="5"/>
                      <a:pt x="21" y="6"/>
                      <a:pt x="20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5" name="Freeform 624"/>
              <p:cNvSpPr>
                <a:spLocks/>
              </p:cNvSpPr>
              <p:nvPr/>
            </p:nvSpPr>
            <p:spPr bwMode="auto">
              <a:xfrm>
                <a:off x="7894458" y="9036257"/>
                <a:ext cx="598727" cy="888769"/>
              </a:xfrm>
              <a:custGeom>
                <a:avLst/>
                <a:gdLst>
                  <a:gd name="T0" fmla="*/ 57 w 64"/>
                  <a:gd name="T1" fmla="*/ 21 h 95"/>
                  <a:gd name="T2" fmla="*/ 56 w 64"/>
                  <a:gd name="T3" fmla="*/ 14 h 95"/>
                  <a:gd name="T4" fmla="*/ 50 w 64"/>
                  <a:gd name="T5" fmla="*/ 13 h 95"/>
                  <a:gd name="T6" fmla="*/ 46 w 64"/>
                  <a:gd name="T7" fmla="*/ 14 h 95"/>
                  <a:gd name="T8" fmla="*/ 41 w 64"/>
                  <a:gd name="T9" fmla="*/ 11 h 95"/>
                  <a:gd name="T10" fmla="*/ 38 w 64"/>
                  <a:gd name="T11" fmla="*/ 6 h 95"/>
                  <a:gd name="T12" fmla="*/ 33 w 64"/>
                  <a:gd name="T13" fmla="*/ 2 h 95"/>
                  <a:gd name="T14" fmla="*/ 28 w 64"/>
                  <a:gd name="T15" fmla="*/ 0 h 95"/>
                  <a:gd name="T16" fmla="*/ 31 w 64"/>
                  <a:gd name="T17" fmla="*/ 5 h 95"/>
                  <a:gd name="T18" fmla="*/ 28 w 64"/>
                  <a:gd name="T19" fmla="*/ 10 h 95"/>
                  <a:gd name="T20" fmla="*/ 23 w 64"/>
                  <a:gd name="T21" fmla="*/ 14 h 95"/>
                  <a:gd name="T22" fmla="*/ 17 w 64"/>
                  <a:gd name="T23" fmla="*/ 17 h 95"/>
                  <a:gd name="T24" fmla="*/ 11 w 64"/>
                  <a:gd name="T25" fmla="*/ 26 h 95"/>
                  <a:gd name="T26" fmla="*/ 6 w 64"/>
                  <a:gd name="T27" fmla="*/ 22 h 95"/>
                  <a:gd name="T28" fmla="*/ 6 w 64"/>
                  <a:gd name="T29" fmla="*/ 21 h 95"/>
                  <a:gd name="T30" fmla="*/ 6 w 64"/>
                  <a:gd name="T31" fmla="*/ 18 h 95"/>
                  <a:gd name="T32" fmla="*/ 2 w 64"/>
                  <a:gd name="T33" fmla="*/ 26 h 95"/>
                  <a:gd name="T34" fmla="*/ 3 w 64"/>
                  <a:gd name="T35" fmla="*/ 30 h 95"/>
                  <a:gd name="T36" fmla="*/ 3 w 64"/>
                  <a:gd name="T37" fmla="*/ 32 h 95"/>
                  <a:gd name="T38" fmla="*/ 14 w 64"/>
                  <a:gd name="T39" fmla="*/ 47 h 95"/>
                  <a:gd name="T40" fmla="*/ 23 w 64"/>
                  <a:gd name="T41" fmla="*/ 63 h 95"/>
                  <a:gd name="T42" fmla="*/ 26 w 64"/>
                  <a:gd name="T43" fmla="*/ 70 h 95"/>
                  <a:gd name="T44" fmla="*/ 25 w 64"/>
                  <a:gd name="T45" fmla="*/ 71 h 95"/>
                  <a:gd name="T46" fmla="*/ 28 w 64"/>
                  <a:gd name="T47" fmla="*/ 74 h 95"/>
                  <a:gd name="T48" fmla="*/ 32 w 64"/>
                  <a:gd name="T49" fmla="*/ 79 h 95"/>
                  <a:gd name="T50" fmla="*/ 41 w 64"/>
                  <a:gd name="T51" fmla="*/ 83 h 95"/>
                  <a:gd name="T52" fmla="*/ 48 w 64"/>
                  <a:gd name="T53" fmla="*/ 87 h 95"/>
                  <a:gd name="T54" fmla="*/ 54 w 64"/>
                  <a:gd name="T55" fmla="*/ 93 h 95"/>
                  <a:gd name="T56" fmla="*/ 59 w 64"/>
                  <a:gd name="T57" fmla="*/ 90 h 95"/>
                  <a:gd name="T58" fmla="*/ 61 w 64"/>
                  <a:gd name="T59" fmla="*/ 86 h 95"/>
                  <a:gd name="T60" fmla="*/ 63 w 64"/>
                  <a:gd name="T61" fmla="*/ 82 h 95"/>
                  <a:gd name="T62" fmla="*/ 61 w 64"/>
                  <a:gd name="T63" fmla="*/ 78 h 95"/>
                  <a:gd name="T64" fmla="*/ 61 w 64"/>
                  <a:gd name="T65" fmla="*/ 76 h 95"/>
                  <a:gd name="T66" fmla="*/ 63 w 64"/>
                  <a:gd name="T67" fmla="*/ 74 h 95"/>
                  <a:gd name="T68" fmla="*/ 64 w 64"/>
                  <a:gd name="T69" fmla="*/ 64 h 95"/>
                  <a:gd name="T70" fmla="*/ 62 w 64"/>
                  <a:gd name="T71" fmla="*/ 59 h 95"/>
                  <a:gd name="T72" fmla="*/ 57 w 64"/>
                  <a:gd name="T73" fmla="*/ 57 h 95"/>
                  <a:gd name="T74" fmla="*/ 55 w 64"/>
                  <a:gd name="T75" fmla="*/ 48 h 95"/>
                  <a:gd name="T76" fmla="*/ 50 w 64"/>
                  <a:gd name="T77" fmla="*/ 51 h 95"/>
                  <a:gd name="T78" fmla="*/ 46 w 64"/>
                  <a:gd name="T79" fmla="*/ 51 h 95"/>
                  <a:gd name="T80" fmla="*/ 44 w 64"/>
                  <a:gd name="T81" fmla="*/ 48 h 95"/>
                  <a:gd name="T82" fmla="*/ 40 w 64"/>
                  <a:gd name="T83" fmla="*/ 42 h 95"/>
                  <a:gd name="T84" fmla="*/ 39 w 64"/>
                  <a:gd name="T85" fmla="*/ 35 h 95"/>
                  <a:gd name="T86" fmla="*/ 42 w 64"/>
                  <a:gd name="T87" fmla="*/ 33 h 95"/>
                  <a:gd name="T88" fmla="*/ 42 w 64"/>
                  <a:gd name="T89" fmla="*/ 30 h 95"/>
                  <a:gd name="T90" fmla="*/ 45 w 64"/>
                  <a:gd name="T91" fmla="*/ 25 h 95"/>
                  <a:gd name="T92" fmla="*/ 50 w 64"/>
                  <a:gd name="T93" fmla="*/ 24 h 95"/>
                  <a:gd name="T94" fmla="*/ 53 w 64"/>
                  <a:gd name="T95" fmla="*/ 22 h 95"/>
                  <a:gd name="T96" fmla="*/ 57 w 64"/>
                  <a:gd name="T97" fmla="*/ 2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4" h="95">
                    <a:moveTo>
                      <a:pt x="57" y="21"/>
                    </a:moveTo>
                    <a:cubicBezTo>
                      <a:pt x="53" y="19"/>
                      <a:pt x="59" y="15"/>
                      <a:pt x="56" y="14"/>
                    </a:cubicBezTo>
                    <a:cubicBezTo>
                      <a:pt x="54" y="12"/>
                      <a:pt x="52" y="13"/>
                      <a:pt x="50" y="13"/>
                    </a:cubicBezTo>
                    <a:cubicBezTo>
                      <a:pt x="48" y="12"/>
                      <a:pt x="48" y="14"/>
                      <a:pt x="46" y="14"/>
                    </a:cubicBezTo>
                    <a:cubicBezTo>
                      <a:pt x="44" y="13"/>
                      <a:pt x="42" y="13"/>
                      <a:pt x="41" y="11"/>
                    </a:cubicBezTo>
                    <a:cubicBezTo>
                      <a:pt x="40" y="10"/>
                      <a:pt x="39" y="7"/>
                      <a:pt x="38" y="6"/>
                    </a:cubicBezTo>
                    <a:cubicBezTo>
                      <a:pt x="36" y="5"/>
                      <a:pt x="35" y="3"/>
                      <a:pt x="33" y="2"/>
                    </a:cubicBezTo>
                    <a:cubicBezTo>
                      <a:pt x="32" y="0"/>
                      <a:pt x="30" y="1"/>
                      <a:pt x="28" y="0"/>
                    </a:cubicBezTo>
                    <a:cubicBezTo>
                      <a:pt x="30" y="2"/>
                      <a:pt x="31" y="3"/>
                      <a:pt x="31" y="5"/>
                    </a:cubicBezTo>
                    <a:cubicBezTo>
                      <a:pt x="30" y="7"/>
                      <a:pt x="30" y="9"/>
                      <a:pt x="28" y="10"/>
                    </a:cubicBezTo>
                    <a:cubicBezTo>
                      <a:pt x="26" y="12"/>
                      <a:pt x="25" y="14"/>
                      <a:pt x="23" y="14"/>
                    </a:cubicBezTo>
                    <a:cubicBezTo>
                      <a:pt x="21" y="15"/>
                      <a:pt x="19" y="15"/>
                      <a:pt x="17" y="17"/>
                    </a:cubicBezTo>
                    <a:cubicBezTo>
                      <a:pt x="16" y="18"/>
                      <a:pt x="12" y="27"/>
                      <a:pt x="11" y="26"/>
                    </a:cubicBezTo>
                    <a:cubicBezTo>
                      <a:pt x="9" y="23"/>
                      <a:pt x="8" y="23"/>
                      <a:pt x="6" y="22"/>
                    </a:cubicBezTo>
                    <a:cubicBezTo>
                      <a:pt x="5" y="22"/>
                      <a:pt x="5" y="22"/>
                      <a:pt x="6" y="21"/>
                    </a:cubicBezTo>
                    <a:cubicBezTo>
                      <a:pt x="7" y="20"/>
                      <a:pt x="7" y="19"/>
                      <a:pt x="6" y="18"/>
                    </a:cubicBezTo>
                    <a:cubicBezTo>
                      <a:pt x="4" y="19"/>
                      <a:pt x="0" y="23"/>
                      <a:pt x="2" y="26"/>
                    </a:cubicBezTo>
                    <a:cubicBezTo>
                      <a:pt x="2" y="26"/>
                      <a:pt x="4" y="29"/>
                      <a:pt x="3" y="30"/>
                    </a:cubicBezTo>
                    <a:cubicBezTo>
                      <a:pt x="2" y="30"/>
                      <a:pt x="1" y="31"/>
                      <a:pt x="3" y="32"/>
                    </a:cubicBezTo>
                    <a:cubicBezTo>
                      <a:pt x="8" y="35"/>
                      <a:pt x="12" y="41"/>
                      <a:pt x="14" y="47"/>
                    </a:cubicBezTo>
                    <a:cubicBezTo>
                      <a:pt x="17" y="52"/>
                      <a:pt x="19" y="58"/>
                      <a:pt x="23" y="63"/>
                    </a:cubicBezTo>
                    <a:cubicBezTo>
                      <a:pt x="24" y="65"/>
                      <a:pt x="26" y="67"/>
                      <a:pt x="26" y="70"/>
                    </a:cubicBezTo>
                    <a:cubicBezTo>
                      <a:pt x="26" y="71"/>
                      <a:pt x="25" y="70"/>
                      <a:pt x="25" y="71"/>
                    </a:cubicBezTo>
                    <a:cubicBezTo>
                      <a:pt x="26" y="72"/>
                      <a:pt x="27" y="73"/>
                      <a:pt x="28" y="74"/>
                    </a:cubicBezTo>
                    <a:cubicBezTo>
                      <a:pt x="29" y="76"/>
                      <a:pt x="30" y="78"/>
                      <a:pt x="32" y="79"/>
                    </a:cubicBezTo>
                    <a:cubicBezTo>
                      <a:pt x="35" y="80"/>
                      <a:pt x="38" y="82"/>
                      <a:pt x="41" y="83"/>
                    </a:cubicBezTo>
                    <a:cubicBezTo>
                      <a:pt x="43" y="84"/>
                      <a:pt x="45" y="86"/>
                      <a:pt x="48" y="87"/>
                    </a:cubicBezTo>
                    <a:cubicBezTo>
                      <a:pt x="50" y="89"/>
                      <a:pt x="52" y="91"/>
                      <a:pt x="54" y="93"/>
                    </a:cubicBezTo>
                    <a:cubicBezTo>
                      <a:pt x="58" y="95"/>
                      <a:pt x="57" y="91"/>
                      <a:pt x="59" y="90"/>
                    </a:cubicBezTo>
                    <a:cubicBezTo>
                      <a:pt x="60" y="89"/>
                      <a:pt x="60" y="87"/>
                      <a:pt x="61" y="86"/>
                    </a:cubicBezTo>
                    <a:cubicBezTo>
                      <a:pt x="61" y="85"/>
                      <a:pt x="64" y="83"/>
                      <a:pt x="63" y="82"/>
                    </a:cubicBezTo>
                    <a:cubicBezTo>
                      <a:pt x="61" y="81"/>
                      <a:pt x="60" y="81"/>
                      <a:pt x="61" y="78"/>
                    </a:cubicBezTo>
                    <a:cubicBezTo>
                      <a:pt x="61" y="77"/>
                      <a:pt x="61" y="76"/>
                      <a:pt x="61" y="76"/>
                    </a:cubicBezTo>
                    <a:cubicBezTo>
                      <a:pt x="62" y="75"/>
                      <a:pt x="63" y="74"/>
                      <a:pt x="63" y="74"/>
                    </a:cubicBezTo>
                    <a:cubicBezTo>
                      <a:pt x="64" y="71"/>
                      <a:pt x="62" y="66"/>
                      <a:pt x="64" y="64"/>
                    </a:cubicBezTo>
                    <a:cubicBezTo>
                      <a:pt x="64" y="63"/>
                      <a:pt x="63" y="61"/>
                      <a:pt x="62" y="59"/>
                    </a:cubicBezTo>
                    <a:cubicBezTo>
                      <a:pt x="61" y="56"/>
                      <a:pt x="60" y="56"/>
                      <a:pt x="57" y="57"/>
                    </a:cubicBezTo>
                    <a:cubicBezTo>
                      <a:pt x="53" y="57"/>
                      <a:pt x="55" y="50"/>
                      <a:pt x="55" y="48"/>
                    </a:cubicBezTo>
                    <a:cubicBezTo>
                      <a:pt x="53" y="49"/>
                      <a:pt x="52" y="51"/>
                      <a:pt x="50" y="51"/>
                    </a:cubicBezTo>
                    <a:cubicBezTo>
                      <a:pt x="49" y="51"/>
                      <a:pt x="47" y="51"/>
                      <a:pt x="46" y="51"/>
                    </a:cubicBezTo>
                    <a:cubicBezTo>
                      <a:pt x="45" y="50"/>
                      <a:pt x="45" y="48"/>
                      <a:pt x="44" y="48"/>
                    </a:cubicBezTo>
                    <a:cubicBezTo>
                      <a:pt x="41" y="48"/>
                      <a:pt x="41" y="44"/>
                      <a:pt x="40" y="42"/>
                    </a:cubicBezTo>
                    <a:cubicBezTo>
                      <a:pt x="38" y="40"/>
                      <a:pt x="37" y="37"/>
                      <a:pt x="39" y="35"/>
                    </a:cubicBezTo>
                    <a:cubicBezTo>
                      <a:pt x="40" y="34"/>
                      <a:pt x="42" y="34"/>
                      <a:pt x="42" y="33"/>
                    </a:cubicBezTo>
                    <a:cubicBezTo>
                      <a:pt x="42" y="32"/>
                      <a:pt x="42" y="31"/>
                      <a:pt x="42" y="30"/>
                    </a:cubicBezTo>
                    <a:cubicBezTo>
                      <a:pt x="42" y="27"/>
                      <a:pt x="42" y="26"/>
                      <a:pt x="45" y="25"/>
                    </a:cubicBezTo>
                    <a:cubicBezTo>
                      <a:pt x="47" y="24"/>
                      <a:pt x="48" y="24"/>
                      <a:pt x="50" y="24"/>
                    </a:cubicBezTo>
                    <a:cubicBezTo>
                      <a:pt x="51" y="24"/>
                      <a:pt x="52" y="23"/>
                      <a:pt x="53" y="22"/>
                    </a:cubicBezTo>
                    <a:cubicBezTo>
                      <a:pt x="54" y="22"/>
                      <a:pt x="59" y="23"/>
                      <a:pt x="57" y="2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6" name="Freeform 625"/>
              <p:cNvSpPr>
                <a:spLocks/>
              </p:cNvSpPr>
              <p:nvPr/>
            </p:nvSpPr>
            <p:spPr bwMode="auto">
              <a:xfrm>
                <a:off x="8158790" y="9867685"/>
                <a:ext cx="407643" cy="1984597"/>
              </a:xfrm>
              <a:custGeom>
                <a:avLst/>
                <a:gdLst>
                  <a:gd name="T0" fmla="*/ 38 w 44"/>
                  <a:gd name="T1" fmla="*/ 20 h 212"/>
                  <a:gd name="T2" fmla="*/ 36 w 44"/>
                  <a:gd name="T3" fmla="*/ 12 h 212"/>
                  <a:gd name="T4" fmla="*/ 34 w 44"/>
                  <a:gd name="T5" fmla="*/ 5 h 212"/>
                  <a:gd name="T6" fmla="*/ 30 w 44"/>
                  <a:gd name="T7" fmla="*/ 3 h 212"/>
                  <a:gd name="T8" fmla="*/ 28 w 44"/>
                  <a:gd name="T9" fmla="*/ 15 h 212"/>
                  <a:gd name="T10" fmla="*/ 26 w 44"/>
                  <a:gd name="T11" fmla="*/ 31 h 212"/>
                  <a:gd name="T12" fmla="*/ 23 w 44"/>
                  <a:gd name="T13" fmla="*/ 56 h 212"/>
                  <a:gd name="T14" fmla="*/ 21 w 44"/>
                  <a:gd name="T15" fmla="*/ 68 h 212"/>
                  <a:gd name="T16" fmla="*/ 21 w 44"/>
                  <a:gd name="T17" fmla="*/ 80 h 212"/>
                  <a:gd name="T18" fmla="*/ 20 w 44"/>
                  <a:gd name="T19" fmla="*/ 88 h 212"/>
                  <a:gd name="T20" fmla="*/ 11 w 44"/>
                  <a:gd name="T21" fmla="*/ 110 h 212"/>
                  <a:gd name="T22" fmla="*/ 10 w 44"/>
                  <a:gd name="T23" fmla="*/ 132 h 212"/>
                  <a:gd name="T24" fmla="*/ 17 w 44"/>
                  <a:gd name="T25" fmla="*/ 133 h 212"/>
                  <a:gd name="T26" fmla="*/ 16 w 44"/>
                  <a:gd name="T27" fmla="*/ 136 h 212"/>
                  <a:gd name="T28" fmla="*/ 14 w 44"/>
                  <a:gd name="T29" fmla="*/ 145 h 212"/>
                  <a:gd name="T30" fmla="*/ 15 w 44"/>
                  <a:gd name="T31" fmla="*/ 150 h 212"/>
                  <a:gd name="T32" fmla="*/ 13 w 44"/>
                  <a:gd name="T33" fmla="*/ 152 h 212"/>
                  <a:gd name="T34" fmla="*/ 11 w 44"/>
                  <a:gd name="T35" fmla="*/ 158 h 212"/>
                  <a:gd name="T36" fmla="*/ 8 w 44"/>
                  <a:gd name="T37" fmla="*/ 159 h 212"/>
                  <a:gd name="T38" fmla="*/ 4 w 44"/>
                  <a:gd name="T39" fmla="*/ 159 h 212"/>
                  <a:gd name="T40" fmla="*/ 0 w 44"/>
                  <a:gd name="T41" fmla="*/ 164 h 212"/>
                  <a:gd name="T42" fmla="*/ 2 w 44"/>
                  <a:gd name="T43" fmla="*/ 163 h 212"/>
                  <a:gd name="T44" fmla="*/ 7 w 44"/>
                  <a:gd name="T45" fmla="*/ 171 h 212"/>
                  <a:gd name="T46" fmla="*/ 11 w 44"/>
                  <a:gd name="T47" fmla="*/ 173 h 212"/>
                  <a:gd name="T48" fmla="*/ 7 w 44"/>
                  <a:gd name="T49" fmla="*/ 174 h 212"/>
                  <a:gd name="T50" fmla="*/ 7 w 44"/>
                  <a:gd name="T51" fmla="*/ 179 h 212"/>
                  <a:gd name="T52" fmla="*/ 9 w 44"/>
                  <a:gd name="T53" fmla="*/ 182 h 212"/>
                  <a:gd name="T54" fmla="*/ 9 w 44"/>
                  <a:gd name="T55" fmla="*/ 185 h 212"/>
                  <a:gd name="T56" fmla="*/ 7 w 44"/>
                  <a:gd name="T57" fmla="*/ 187 h 212"/>
                  <a:gd name="T58" fmla="*/ 10 w 44"/>
                  <a:gd name="T59" fmla="*/ 190 h 212"/>
                  <a:gd name="T60" fmla="*/ 8 w 44"/>
                  <a:gd name="T61" fmla="*/ 193 h 212"/>
                  <a:gd name="T62" fmla="*/ 11 w 44"/>
                  <a:gd name="T63" fmla="*/ 194 h 212"/>
                  <a:gd name="T64" fmla="*/ 11 w 44"/>
                  <a:gd name="T65" fmla="*/ 198 h 212"/>
                  <a:gd name="T66" fmla="*/ 15 w 44"/>
                  <a:gd name="T67" fmla="*/ 197 h 212"/>
                  <a:gd name="T68" fmla="*/ 15 w 44"/>
                  <a:gd name="T69" fmla="*/ 197 h 212"/>
                  <a:gd name="T70" fmla="*/ 16 w 44"/>
                  <a:gd name="T71" fmla="*/ 198 h 212"/>
                  <a:gd name="T72" fmla="*/ 18 w 44"/>
                  <a:gd name="T73" fmla="*/ 202 h 212"/>
                  <a:gd name="T74" fmla="*/ 16 w 44"/>
                  <a:gd name="T75" fmla="*/ 207 h 212"/>
                  <a:gd name="T76" fmla="*/ 18 w 44"/>
                  <a:gd name="T77" fmla="*/ 209 h 212"/>
                  <a:gd name="T78" fmla="*/ 25 w 44"/>
                  <a:gd name="T79" fmla="*/ 204 h 212"/>
                  <a:gd name="T80" fmla="*/ 26 w 44"/>
                  <a:gd name="T81" fmla="*/ 199 h 212"/>
                  <a:gd name="T82" fmla="*/ 17 w 44"/>
                  <a:gd name="T83" fmla="*/ 192 h 212"/>
                  <a:gd name="T84" fmla="*/ 12 w 44"/>
                  <a:gd name="T85" fmla="*/ 185 h 212"/>
                  <a:gd name="T86" fmla="*/ 15 w 44"/>
                  <a:gd name="T87" fmla="*/ 177 h 212"/>
                  <a:gd name="T88" fmla="*/ 17 w 44"/>
                  <a:gd name="T89" fmla="*/ 169 h 212"/>
                  <a:gd name="T90" fmla="*/ 21 w 44"/>
                  <a:gd name="T91" fmla="*/ 158 h 212"/>
                  <a:gd name="T92" fmla="*/ 21 w 44"/>
                  <a:gd name="T93" fmla="*/ 152 h 212"/>
                  <a:gd name="T94" fmla="*/ 19 w 44"/>
                  <a:gd name="T95" fmla="*/ 140 h 212"/>
                  <a:gd name="T96" fmla="*/ 23 w 44"/>
                  <a:gd name="T97" fmla="*/ 117 h 212"/>
                  <a:gd name="T98" fmla="*/ 26 w 44"/>
                  <a:gd name="T99" fmla="*/ 102 h 212"/>
                  <a:gd name="T100" fmla="*/ 29 w 44"/>
                  <a:gd name="T101" fmla="*/ 85 h 212"/>
                  <a:gd name="T102" fmla="*/ 27 w 44"/>
                  <a:gd name="T103" fmla="*/ 73 h 212"/>
                  <a:gd name="T104" fmla="*/ 30 w 44"/>
                  <a:gd name="T105" fmla="*/ 62 h 212"/>
                  <a:gd name="T106" fmla="*/ 34 w 44"/>
                  <a:gd name="T107" fmla="*/ 54 h 212"/>
                  <a:gd name="T108" fmla="*/ 36 w 44"/>
                  <a:gd name="T109" fmla="*/ 44 h 212"/>
                  <a:gd name="T110" fmla="*/ 40 w 44"/>
                  <a:gd name="T111" fmla="*/ 35 h 212"/>
                  <a:gd name="T112" fmla="*/ 40 w 44"/>
                  <a:gd name="T113" fmla="*/ 28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4" h="212">
                    <a:moveTo>
                      <a:pt x="40" y="28"/>
                    </a:moveTo>
                    <a:cubicBezTo>
                      <a:pt x="38" y="27"/>
                      <a:pt x="40" y="22"/>
                      <a:pt x="38" y="20"/>
                    </a:cubicBezTo>
                    <a:cubicBezTo>
                      <a:pt x="37" y="19"/>
                      <a:pt x="35" y="16"/>
                      <a:pt x="36" y="14"/>
                    </a:cubicBezTo>
                    <a:cubicBezTo>
                      <a:pt x="38" y="13"/>
                      <a:pt x="35" y="13"/>
                      <a:pt x="36" y="12"/>
                    </a:cubicBezTo>
                    <a:cubicBezTo>
                      <a:pt x="37" y="11"/>
                      <a:pt x="36" y="10"/>
                      <a:pt x="35" y="9"/>
                    </a:cubicBezTo>
                    <a:cubicBezTo>
                      <a:pt x="34" y="8"/>
                      <a:pt x="34" y="7"/>
                      <a:pt x="34" y="5"/>
                    </a:cubicBezTo>
                    <a:cubicBezTo>
                      <a:pt x="34" y="3"/>
                      <a:pt x="33" y="2"/>
                      <a:pt x="32" y="0"/>
                    </a:cubicBezTo>
                    <a:cubicBezTo>
                      <a:pt x="31" y="1"/>
                      <a:pt x="30" y="2"/>
                      <a:pt x="30" y="3"/>
                    </a:cubicBezTo>
                    <a:cubicBezTo>
                      <a:pt x="29" y="5"/>
                      <a:pt x="27" y="4"/>
                      <a:pt x="28" y="6"/>
                    </a:cubicBezTo>
                    <a:cubicBezTo>
                      <a:pt x="28" y="9"/>
                      <a:pt x="28" y="12"/>
                      <a:pt x="28" y="15"/>
                    </a:cubicBezTo>
                    <a:cubicBezTo>
                      <a:pt x="28" y="19"/>
                      <a:pt x="29" y="24"/>
                      <a:pt x="28" y="28"/>
                    </a:cubicBezTo>
                    <a:cubicBezTo>
                      <a:pt x="27" y="29"/>
                      <a:pt x="26" y="30"/>
                      <a:pt x="26" y="31"/>
                    </a:cubicBezTo>
                    <a:cubicBezTo>
                      <a:pt x="26" y="33"/>
                      <a:pt x="27" y="35"/>
                      <a:pt x="27" y="37"/>
                    </a:cubicBezTo>
                    <a:cubicBezTo>
                      <a:pt x="27" y="43"/>
                      <a:pt x="25" y="50"/>
                      <a:pt x="23" y="56"/>
                    </a:cubicBezTo>
                    <a:cubicBezTo>
                      <a:pt x="22" y="59"/>
                      <a:pt x="22" y="61"/>
                      <a:pt x="23" y="64"/>
                    </a:cubicBezTo>
                    <a:cubicBezTo>
                      <a:pt x="23" y="66"/>
                      <a:pt x="23" y="67"/>
                      <a:pt x="21" y="68"/>
                    </a:cubicBezTo>
                    <a:cubicBezTo>
                      <a:pt x="20" y="69"/>
                      <a:pt x="21" y="70"/>
                      <a:pt x="21" y="71"/>
                    </a:cubicBezTo>
                    <a:cubicBezTo>
                      <a:pt x="21" y="74"/>
                      <a:pt x="21" y="77"/>
                      <a:pt x="21" y="80"/>
                    </a:cubicBezTo>
                    <a:cubicBezTo>
                      <a:pt x="21" y="81"/>
                      <a:pt x="21" y="83"/>
                      <a:pt x="21" y="84"/>
                    </a:cubicBezTo>
                    <a:cubicBezTo>
                      <a:pt x="20" y="85"/>
                      <a:pt x="21" y="87"/>
                      <a:pt x="20" y="88"/>
                    </a:cubicBezTo>
                    <a:cubicBezTo>
                      <a:pt x="18" y="93"/>
                      <a:pt x="16" y="98"/>
                      <a:pt x="14" y="103"/>
                    </a:cubicBezTo>
                    <a:cubicBezTo>
                      <a:pt x="13" y="106"/>
                      <a:pt x="10" y="107"/>
                      <a:pt x="11" y="110"/>
                    </a:cubicBezTo>
                    <a:cubicBezTo>
                      <a:pt x="12" y="113"/>
                      <a:pt x="14" y="118"/>
                      <a:pt x="12" y="122"/>
                    </a:cubicBezTo>
                    <a:cubicBezTo>
                      <a:pt x="10" y="124"/>
                      <a:pt x="8" y="129"/>
                      <a:pt x="10" y="132"/>
                    </a:cubicBezTo>
                    <a:cubicBezTo>
                      <a:pt x="11" y="134"/>
                      <a:pt x="12" y="134"/>
                      <a:pt x="13" y="133"/>
                    </a:cubicBezTo>
                    <a:cubicBezTo>
                      <a:pt x="14" y="132"/>
                      <a:pt x="18" y="132"/>
                      <a:pt x="17" y="133"/>
                    </a:cubicBezTo>
                    <a:cubicBezTo>
                      <a:pt x="17" y="133"/>
                      <a:pt x="16" y="133"/>
                      <a:pt x="15" y="134"/>
                    </a:cubicBezTo>
                    <a:cubicBezTo>
                      <a:pt x="15" y="135"/>
                      <a:pt x="15" y="135"/>
                      <a:pt x="16" y="136"/>
                    </a:cubicBezTo>
                    <a:cubicBezTo>
                      <a:pt x="16" y="136"/>
                      <a:pt x="15" y="137"/>
                      <a:pt x="15" y="137"/>
                    </a:cubicBezTo>
                    <a:cubicBezTo>
                      <a:pt x="14" y="139"/>
                      <a:pt x="13" y="143"/>
                      <a:pt x="14" y="145"/>
                    </a:cubicBezTo>
                    <a:cubicBezTo>
                      <a:pt x="14" y="146"/>
                      <a:pt x="14" y="146"/>
                      <a:pt x="13" y="148"/>
                    </a:cubicBezTo>
                    <a:cubicBezTo>
                      <a:pt x="12" y="149"/>
                      <a:pt x="14" y="149"/>
                      <a:pt x="15" y="150"/>
                    </a:cubicBezTo>
                    <a:cubicBezTo>
                      <a:pt x="15" y="150"/>
                      <a:pt x="15" y="150"/>
                      <a:pt x="14" y="151"/>
                    </a:cubicBezTo>
                    <a:cubicBezTo>
                      <a:pt x="13" y="151"/>
                      <a:pt x="11" y="152"/>
                      <a:pt x="13" y="152"/>
                    </a:cubicBezTo>
                    <a:cubicBezTo>
                      <a:pt x="12" y="153"/>
                      <a:pt x="13" y="156"/>
                      <a:pt x="14" y="156"/>
                    </a:cubicBezTo>
                    <a:cubicBezTo>
                      <a:pt x="13" y="156"/>
                      <a:pt x="10" y="155"/>
                      <a:pt x="11" y="158"/>
                    </a:cubicBezTo>
                    <a:cubicBezTo>
                      <a:pt x="11" y="158"/>
                      <a:pt x="12" y="163"/>
                      <a:pt x="10" y="162"/>
                    </a:cubicBezTo>
                    <a:cubicBezTo>
                      <a:pt x="10" y="162"/>
                      <a:pt x="8" y="160"/>
                      <a:pt x="8" y="159"/>
                    </a:cubicBezTo>
                    <a:cubicBezTo>
                      <a:pt x="6" y="158"/>
                      <a:pt x="7" y="157"/>
                      <a:pt x="5" y="158"/>
                    </a:cubicBezTo>
                    <a:cubicBezTo>
                      <a:pt x="5" y="158"/>
                      <a:pt x="4" y="159"/>
                      <a:pt x="4" y="159"/>
                    </a:cubicBezTo>
                    <a:cubicBezTo>
                      <a:pt x="4" y="160"/>
                      <a:pt x="5" y="160"/>
                      <a:pt x="4" y="161"/>
                    </a:cubicBezTo>
                    <a:cubicBezTo>
                      <a:pt x="4" y="162"/>
                      <a:pt x="0" y="162"/>
                      <a:pt x="0" y="164"/>
                    </a:cubicBezTo>
                    <a:cubicBezTo>
                      <a:pt x="0" y="164"/>
                      <a:pt x="1" y="165"/>
                      <a:pt x="2" y="165"/>
                    </a:cubicBezTo>
                    <a:cubicBezTo>
                      <a:pt x="2" y="165"/>
                      <a:pt x="1" y="164"/>
                      <a:pt x="2" y="163"/>
                    </a:cubicBezTo>
                    <a:cubicBezTo>
                      <a:pt x="2" y="163"/>
                      <a:pt x="5" y="165"/>
                      <a:pt x="7" y="164"/>
                    </a:cubicBezTo>
                    <a:cubicBezTo>
                      <a:pt x="11" y="163"/>
                      <a:pt x="5" y="170"/>
                      <a:pt x="7" y="171"/>
                    </a:cubicBezTo>
                    <a:cubicBezTo>
                      <a:pt x="8" y="171"/>
                      <a:pt x="10" y="170"/>
                      <a:pt x="11" y="171"/>
                    </a:cubicBezTo>
                    <a:cubicBezTo>
                      <a:pt x="12" y="171"/>
                      <a:pt x="12" y="174"/>
                      <a:pt x="11" y="173"/>
                    </a:cubicBezTo>
                    <a:cubicBezTo>
                      <a:pt x="11" y="173"/>
                      <a:pt x="8" y="171"/>
                      <a:pt x="8" y="172"/>
                    </a:cubicBezTo>
                    <a:cubicBezTo>
                      <a:pt x="7" y="173"/>
                      <a:pt x="6" y="173"/>
                      <a:pt x="7" y="174"/>
                    </a:cubicBezTo>
                    <a:cubicBezTo>
                      <a:pt x="7" y="174"/>
                      <a:pt x="9" y="176"/>
                      <a:pt x="8" y="176"/>
                    </a:cubicBezTo>
                    <a:cubicBezTo>
                      <a:pt x="7" y="176"/>
                      <a:pt x="7" y="179"/>
                      <a:pt x="7" y="179"/>
                    </a:cubicBezTo>
                    <a:cubicBezTo>
                      <a:pt x="6" y="182"/>
                      <a:pt x="9" y="178"/>
                      <a:pt x="9" y="178"/>
                    </a:cubicBezTo>
                    <a:cubicBezTo>
                      <a:pt x="9" y="178"/>
                      <a:pt x="8" y="183"/>
                      <a:pt x="9" y="182"/>
                    </a:cubicBezTo>
                    <a:cubicBezTo>
                      <a:pt x="9" y="182"/>
                      <a:pt x="8" y="182"/>
                      <a:pt x="8" y="183"/>
                    </a:cubicBezTo>
                    <a:cubicBezTo>
                      <a:pt x="7" y="184"/>
                      <a:pt x="8" y="184"/>
                      <a:pt x="9" y="185"/>
                    </a:cubicBezTo>
                    <a:cubicBezTo>
                      <a:pt x="9" y="185"/>
                      <a:pt x="7" y="186"/>
                      <a:pt x="7" y="186"/>
                    </a:cubicBezTo>
                    <a:cubicBezTo>
                      <a:pt x="6" y="186"/>
                      <a:pt x="7" y="186"/>
                      <a:pt x="7" y="187"/>
                    </a:cubicBezTo>
                    <a:cubicBezTo>
                      <a:pt x="6" y="189"/>
                      <a:pt x="10" y="189"/>
                      <a:pt x="10" y="188"/>
                    </a:cubicBezTo>
                    <a:cubicBezTo>
                      <a:pt x="10" y="189"/>
                      <a:pt x="9" y="189"/>
                      <a:pt x="10" y="190"/>
                    </a:cubicBezTo>
                    <a:cubicBezTo>
                      <a:pt x="10" y="190"/>
                      <a:pt x="10" y="190"/>
                      <a:pt x="10" y="190"/>
                    </a:cubicBezTo>
                    <a:cubicBezTo>
                      <a:pt x="10" y="191"/>
                      <a:pt x="8" y="192"/>
                      <a:pt x="8" y="193"/>
                    </a:cubicBezTo>
                    <a:cubicBezTo>
                      <a:pt x="7" y="195"/>
                      <a:pt x="10" y="192"/>
                      <a:pt x="11" y="192"/>
                    </a:cubicBezTo>
                    <a:cubicBezTo>
                      <a:pt x="10" y="193"/>
                      <a:pt x="11" y="194"/>
                      <a:pt x="11" y="194"/>
                    </a:cubicBezTo>
                    <a:cubicBezTo>
                      <a:pt x="11" y="195"/>
                      <a:pt x="8" y="196"/>
                      <a:pt x="8" y="196"/>
                    </a:cubicBezTo>
                    <a:cubicBezTo>
                      <a:pt x="10" y="197"/>
                      <a:pt x="10" y="196"/>
                      <a:pt x="11" y="198"/>
                    </a:cubicBezTo>
                    <a:cubicBezTo>
                      <a:pt x="12" y="200"/>
                      <a:pt x="14" y="195"/>
                      <a:pt x="13" y="195"/>
                    </a:cubicBezTo>
                    <a:cubicBezTo>
                      <a:pt x="14" y="195"/>
                      <a:pt x="14" y="196"/>
                      <a:pt x="15" y="197"/>
                    </a:cubicBezTo>
                    <a:cubicBezTo>
                      <a:pt x="15" y="197"/>
                      <a:pt x="15" y="195"/>
                      <a:pt x="15" y="195"/>
                    </a:cubicBezTo>
                    <a:cubicBezTo>
                      <a:pt x="15" y="195"/>
                      <a:pt x="15" y="197"/>
                      <a:pt x="15" y="197"/>
                    </a:cubicBezTo>
                    <a:cubicBezTo>
                      <a:pt x="16" y="196"/>
                      <a:pt x="16" y="195"/>
                      <a:pt x="16" y="196"/>
                    </a:cubicBezTo>
                    <a:cubicBezTo>
                      <a:pt x="17" y="196"/>
                      <a:pt x="16" y="198"/>
                      <a:pt x="16" y="198"/>
                    </a:cubicBezTo>
                    <a:cubicBezTo>
                      <a:pt x="15" y="199"/>
                      <a:pt x="17" y="199"/>
                      <a:pt x="16" y="200"/>
                    </a:cubicBezTo>
                    <a:cubicBezTo>
                      <a:pt x="15" y="202"/>
                      <a:pt x="17" y="201"/>
                      <a:pt x="18" y="202"/>
                    </a:cubicBezTo>
                    <a:cubicBezTo>
                      <a:pt x="21" y="202"/>
                      <a:pt x="24" y="204"/>
                      <a:pt x="21" y="206"/>
                    </a:cubicBezTo>
                    <a:cubicBezTo>
                      <a:pt x="20" y="207"/>
                      <a:pt x="17" y="206"/>
                      <a:pt x="16" y="207"/>
                    </a:cubicBezTo>
                    <a:cubicBezTo>
                      <a:pt x="15" y="209"/>
                      <a:pt x="18" y="208"/>
                      <a:pt x="19" y="209"/>
                    </a:cubicBezTo>
                    <a:cubicBezTo>
                      <a:pt x="18" y="209"/>
                      <a:pt x="18" y="209"/>
                      <a:pt x="18" y="209"/>
                    </a:cubicBezTo>
                    <a:cubicBezTo>
                      <a:pt x="18" y="209"/>
                      <a:pt x="22" y="212"/>
                      <a:pt x="24" y="210"/>
                    </a:cubicBezTo>
                    <a:cubicBezTo>
                      <a:pt x="25" y="208"/>
                      <a:pt x="23" y="206"/>
                      <a:pt x="25" y="204"/>
                    </a:cubicBezTo>
                    <a:cubicBezTo>
                      <a:pt x="26" y="202"/>
                      <a:pt x="29" y="202"/>
                      <a:pt x="30" y="202"/>
                    </a:cubicBezTo>
                    <a:cubicBezTo>
                      <a:pt x="35" y="199"/>
                      <a:pt x="28" y="199"/>
                      <a:pt x="26" y="199"/>
                    </a:cubicBezTo>
                    <a:cubicBezTo>
                      <a:pt x="24" y="199"/>
                      <a:pt x="21" y="199"/>
                      <a:pt x="19" y="198"/>
                    </a:cubicBezTo>
                    <a:cubicBezTo>
                      <a:pt x="17" y="196"/>
                      <a:pt x="17" y="196"/>
                      <a:pt x="17" y="192"/>
                    </a:cubicBezTo>
                    <a:cubicBezTo>
                      <a:pt x="17" y="188"/>
                      <a:pt x="16" y="191"/>
                      <a:pt x="13" y="189"/>
                    </a:cubicBezTo>
                    <a:cubicBezTo>
                      <a:pt x="12" y="189"/>
                      <a:pt x="12" y="186"/>
                      <a:pt x="12" y="185"/>
                    </a:cubicBezTo>
                    <a:cubicBezTo>
                      <a:pt x="11" y="183"/>
                      <a:pt x="11" y="180"/>
                      <a:pt x="13" y="179"/>
                    </a:cubicBezTo>
                    <a:cubicBezTo>
                      <a:pt x="14" y="178"/>
                      <a:pt x="14" y="178"/>
                      <a:pt x="15" y="177"/>
                    </a:cubicBezTo>
                    <a:cubicBezTo>
                      <a:pt x="15" y="176"/>
                      <a:pt x="16" y="175"/>
                      <a:pt x="17" y="175"/>
                    </a:cubicBezTo>
                    <a:cubicBezTo>
                      <a:pt x="18" y="174"/>
                      <a:pt x="16" y="171"/>
                      <a:pt x="17" y="169"/>
                    </a:cubicBezTo>
                    <a:cubicBezTo>
                      <a:pt x="17" y="168"/>
                      <a:pt x="19" y="167"/>
                      <a:pt x="20" y="165"/>
                    </a:cubicBezTo>
                    <a:cubicBezTo>
                      <a:pt x="20" y="163"/>
                      <a:pt x="20" y="160"/>
                      <a:pt x="21" y="158"/>
                    </a:cubicBezTo>
                    <a:cubicBezTo>
                      <a:pt x="21" y="156"/>
                      <a:pt x="23" y="156"/>
                      <a:pt x="21" y="154"/>
                    </a:cubicBezTo>
                    <a:cubicBezTo>
                      <a:pt x="20" y="153"/>
                      <a:pt x="17" y="153"/>
                      <a:pt x="21" y="152"/>
                    </a:cubicBezTo>
                    <a:cubicBezTo>
                      <a:pt x="26" y="151"/>
                      <a:pt x="20" y="151"/>
                      <a:pt x="19" y="149"/>
                    </a:cubicBezTo>
                    <a:cubicBezTo>
                      <a:pt x="19" y="146"/>
                      <a:pt x="19" y="142"/>
                      <a:pt x="19" y="140"/>
                    </a:cubicBezTo>
                    <a:cubicBezTo>
                      <a:pt x="19" y="136"/>
                      <a:pt x="19" y="131"/>
                      <a:pt x="19" y="127"/>
                    </a:cubicBezTo>
                    <a:cubicBezTo>
                      <a:pt x="20" y="124"/>
                      <a:pt x="21" y="119"/>
                      <a:pt x="23" y="117"/>
                    </a:cubicBezTo>
                    <a:cubicBezTo>
                      <a:pt x="26" y="114"/>
                      <a:pt x="23" y="109"/>
                      <a:pt x="23" y="106"/>
                    </a:cubicBezTo>
                    <a:cubicBezTo>
                      <a:pt x="23" y="104"/>
                      <a:pt x="24" y="103"/>
                      <a:pt x="26" y="102"/>
                    </a:cubicBezTo>
                    <a:cubicBezTo>
                      <a:pt x="28" y="100"/>
                      <a:pt x="27" y="99"/>
                      <a:pt x="27" y="96"/>
                    </a:cubicBezTo>
                    <a:cubicBezTo>
                      <a:pt x="27" y="92"/>
                      <a:pt x="30" y="89"/>
                      <a:pt x="29" y="85"/>
                    </a:cubicBezTo>
                    <a:cubicBezTo>
                      <a:pt x="29" y="82"/>
                      <a:pt x="28" y="79"/>
                      <a:pt x="27" y="76"/>
                    </a:cubicBezTo>
                    <a:cubicBezTo>
                      <a:pt x="27" y="75"/>
                      <a:pt x="26" y="74"/>
                      <a:pt x="27" y="73"/>
                    </a:cubicBezTo>
                    <a:cubicBezTo>
                      <a:pt x="28" y="72"/>
                      <a:pt x="29" y="68"/>
                      <a:pt x="29" y="67"/>
                    </a:cubicBezTo>
                    <a:cubicBezTo>
                      <a:pt x="29" y="66"/>
                      <a:pt x="28" y="64"/>
                      <a:pt x="30" y="62"/>
                    </a:cubicBezTo>
                    <a:cubicBezTo>
                      <a:pt x="31" y="61"/>
                      <a:pt x="30" y="59"/>
                      <a:pt x="31" y="58"/>
                    </a:cubicBezTo>
                    <a:cubicBezTo>
                      <a:pt x="31" y="56"/>
                      <a:pt x="33" y="55"/>
                      <a:pt x="34" y="54"/>
                    </a:cubicBezTo>
                    <a:cubicBezTo>
                      <a:pt x="34" y="53"/>
                      <a:pt x="37" y="50"/>
                      <a:pt x="37" y="49"/>
                    </a:cubicBezTo>
                    <a:cubicBezTo>
                      <a:pt x="37" y="48"/>
                      <a:pt x="36" y="46"/>
                      <a:pt x="36" y="44"/>
                    </a:cubicBezTo>
                    <a:cubicBezTo>
                      <a:pt x="36" y="42"/>
                      <a:pt x="36" y="41"/>
                      <a:pt x="36" y="39"/>
                    </a:cubicBezTo>
                    <a:cubicBezTo>
                      <a:pt x="36" y="36"/>
                      <a:pt x="37" y="36"/>
                      <a:pt x="40" y="35"/>
                    </a:cubicBezTo>
                    <a:cubicBezTo>
                      <a:pt x="44" y="34"/>
                      <a:pt x="44" y="32"/>
                      <a:pt x="44" y="28"/>
                    </a:cubicBezTo>
                    <a:cubicBezTo>
                      <a:pt x="43" y="29"/>
                      <a:pt x="41" y="29"/>
                      <a:pt x="40" y="28"/>
                    </a:cubicBezTo>
                    <a:cubicBezTo>
                      <a:pt x="40" y="28"/>
                      <a:pt x="40" y="29"/>
                      <a:pt x="40" y="2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7" name="Freeform 626"/>
              <p:cNvSpPr>
                <a:spLocks/>
              </p:cNvSpPr>
              <p:nvPr/>
            </p:nvSpPr>
            <p:spPr bwMode="auto">
              <a:xfrm>
                <a:off x="8435859" y="9485418"/>
                <a:ext cx="598727" cy="653038"/>
              </a:xfrm>
              <a:custGeom>
                <a:avLst/>
                <a:gdLst>
                  <a:gd name="T0" fmla="*/ 61 w 64"/>
                  <a:gd name="T1" fmla="*/ 42 h 70"/>
                  <a:gd name="T2" fmla="*/ 58 w 64"/>
                  <a:gd name="T3" fmla="*/ 35 h 70"/>
                  <a:gd name="T4" fmla="*/ 50 w 64"/>
                  <a:gd name="T5" fmla="*/ 35 h 70"/>
                  <a:gd name="T6" fmla="*/ 49 w 64"/>
                  <a:gd name="T7" fmla="*/ 33 h 70"/>
                  <a:gd name="T8" fmla="*/ 47 w 64"/>
                  <a:gd name="T9" fmla="*/ 30 h 70"/>
                  <a:gd name="T10" fmla="*/ 48 w 64"/>
                  <a:gd name="T11" fmla="*/ 28 h 70"/>
                  <a:gd name="T12" fmla="*/ 47 w 64"/>
                  <a:gd name="T13" fmla="*/ 26 h 70"/>
                  <a:gd name="T14" fmla="*/ 47 w 64"/>
                  <a:gd name="T15" fmla="*/ 23 h 70"/>
                  <a:gd name="T16" fmla="*/ 41 w 64"/>
                  <a:gd name="T17" fmla="*/ 21 h 70"/>
                  <a:gd name="T18" fmla="*/ 37 w 64"/>
                  <a:gd name="T19" fmla="*/ 18 h 70"/>
                  <a:gd name="T20" fmla="*/ 33 w 64"/>
                  <a:gd name="T21" fmla="*/ 16 h 70"/>
                  <a:gd name="T22" fmla="*/ 29 w 64"/>
                  <a:gd name="T23" fmla="*/ 16 h 70"/>
                  <a:gd name="T24" fmla="*/ 23 w 64"/>
                  <a:gd name="T25" fmla="*/ 9 h 70"/>
                  <a:gd name="T26" fmla="*/ 23 w 64"/>
                  <a:gd name="T27" fmla="*/ 6 h 70"/>
                  <a:gd name="T28" fmla="*/ 23 w 64"/>
                  <a:gd name="T29" fmla="*/ 4 h 70"/>
                  <a:gd name="T30" fmla="*/ 18 w 64"/>
                  <a:gd name="T31" fmla="*/ 3 h 70"/>
                  <a:gd name="T32" fmla="*/ 10 w 64"/>
                  <a:gd name="T33" fmla="*/ 6 h 70"/>
                  <a:gd name="T34" fmla="*/ 7 w 64"/>
                  <a:gd name="T35" fmla="*/ 9 h 70"/>
                  <a:gd name="T36" fmla="*/ 2 w 64"/>
                  <a:gd name="T37" fmla="*/ 8 h 70"/>
                  <a:gd name="T38" fmla="*/ 6 w 64"/>
                  <a:gd name="T39" fmla="*/ 16 h 70"/>
                  <a:gd name="T40" fmla="*/ 5 w 64"/>
                  <a:gd name="T41" fmla="*/ 23 h 70"/>
                  <a:gd name="T42" fmla="*/ 4 w 64"/>
                  <a:gd name="T43" fmla="*/ 27 h 70"/>
                  <a:gd name="T44" fmla="*/ 3 w 64"/>
                  <a:gd name="T45" fmla="*/ 31 h 70"/>
                  <a:gd name="T46" fmla="*/ 5 w 64"/>
                  <a:gd name="T47" fmla="*/ 35 h 70"/>
                  <a:gd name="T48" fmla="*/ 3 w 64"/>
                  <a:gd name="T49" fmla="*/ 38 h 70"/>
                  <a:gd name="T50" fmla="*/ 4 w 64"/>
                  <a:gd name="T51" fmla="*/ 46 h 70"/>
                  <a:gd name="T52" fmla="*/ 4 w 64"/>
                  <a:gd name="T53" fmla="*/ 49 h 70"/>
                  <a:gd name="T54" fmla="*/ 7 w 64"/>
                  <a:gd name="T55" fmla="*/ 52 h 70"/>
                  <a:gd name="T56" fmla="*/ 7 w 64"/>
                  <a:gd name="T57" fmla="*/ 54 h 70"/>
                  <a:gd name="T58" fmla="*/ 6 w 64"/>
                  <a:gd name="T59" fmla="*/ 56 h 70"/>
                  <a:gd name="T60" fmla="*/ 9 w 64"/>
                  <a:gd name="T61" fmla="*/ 63 h 70"/>
                  <a:gd name="T62" fmla="*/ 13 w 64"/>
                  <a:gd name="T63" fmla="*/ 69 h 70"/>
                  <a:gd name="T64" fmla="*/ 14 w 64"/>
                  <a:gd name="T65" fmla="*/ 67 h 70"/>
                  <a:gd name="T66" fmla="*/ 17 w 64"/>
                  <a:gd name="T67" fmla="*/ 65 h 70"/>
                  <a:gd name="T68" fmla="*/ 20 w 64"/>
                  <a:gd name="T69" fmla="*/ 65 h 70"/>
                  <a:gd name="T70" fmla="*/ 25 w 64"/>
                  <a:gd name="T71" fmla="*/ 65 h 70"/>
                  <a:gd name="T72" fmla="*/ 28 w 64"/>
                  <a:gd name="T73" fmla="*/ 68 h 70"/>
                  <a:gd name="T74" fmla="*/ 31 w 64"/>
                  <a:gd name="T75" fmla="*/ 65 h 70"/>
                  <a:gd name="T76" fmla="*/ 37 w 64"/>
                  <a:gd name="T77" fmla="*/ 64 h 70"/>
                  <a:gd name="T78" fmla="*/ 44 w 64"/>
                  <a:gd name="T79" fmla="*/ 52 h 70"/>
                  <a:gd name="T80" fmla="*/ 52 w 64"/>
                  <a:gd name="T81" fmla="*/ 51 h 70"/>
                  <a:gd name="T82" fmla="*/ 59 w 64"/>
                  <a:gd name="T83" fmla="*/ 54 h 70"/>
                  <a:gd name="T84" fmla="*/ 61 w 64"/>
                  <a:gd name="T85" fmla="*/ 42 h 70"/>
                  <a:gd name="T86" fmla="*/ 61 w 64"/>
                  <a:gd name="T87" fmla="*/ 4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4" h="70">
                    <a:moveTo>
                      <a:pt x="61" y="42"/>
                    </a:moveTo>
                    <a:cubicBezTo>
                      <a:pt x="57" y="40"/>
                      <a:pt x="58" y="39"/>
                      <a:pt x="58" y="35"/>
                    </a:cubicBezTo>
                    <a:cubicBezTo>
                      <a:pt x="55" y="35"/>
                      <a:pt x="52" y="35"/>
                      <a:pt x="50" y="35"/>
                    </a:cubicBezTo>
                    <a:cubicBezTo>
                      <a:pt x="48" y="35"/>
                      <a:pt x="49" y="34"/>
                      <a:pt x="49" y="33"/>
                    </a:cubicBezTo>
                    <a:cubicBezTo>
                      <a:pt x="49" y="32"/>
                      <a:pt x="48" y="30"/>
                      <a:pt x="47" y="30"/>
                    </a:cubicBezTo>
                    <a:cubicBezTo>
                      <a:pt x="47" y="29"/>
                      <a:pt x="48" y="29"/>
                      <a:pt x="48" y="28"/>
                    </a:cubicBezTo>
                    <a:cubicBezTo>
                      <a:pt x="49" y="27"/>
                      <a:pt x="48" y="26"/>
                      <a:pt x="47" y="26"/>
                    </a:cubicBezTo>
                    <a:cubicBezTo>
                      <a:pt x="47" y="25"/>
                      <a:pt x="48" y="24"/>
                      <a:pt x="47" y="23"/>
                    </a:cubicBezTo>
                    <a:cubicBezTo>
                      <a:pt x="45" y="21"/>
                      <a:pt x="43" y="21"/>
                      <a:pt x="41" y="21"/>
                    </a:cubicBezTo>
                    <a:cubicBezTo>
                      <a:pt x="40" y="21"/>
                      <a:pt x="38" y="19"/>
                      <a:pt x="37" y="18"/>
                    </a:cubicBezTo>
                    <a:cubicBezTo>
                      <a:pt x="35" y="18"/>
                      <a:pt x="34" y="16"/>
                      <a:pt x="33" y="16"/>
                    </a:cubicBezTo>
                    <a:cubicBezTo>
                      <a:pt x="31" y="16"/>
                      <a:pt x="30" y="16"/>
                      <a:pt x="29" y="16"/>
                    </a:cubicBezTo>
                    <a:cubicBezTo>
                      <a:pt x="27" y="16"/>
                      <a:pt x="23" y="11"/>
                      <a:pt x="23" y="9"/>
                    </a:cubicBezTo>
                    <a:cubicBezTo>
                      <a:pt x="23" y="8"/>
                      <a:pt x="23" y="7"/>
                      <a:pt x="23" y="6"/>
                    </a:cubicBezTo>
                    <a:cubicBezTo>
                      <a:pt x="23" y="5"/>
                      <a:pt x="23" y="5"/>
                      <a:pt x="23" y="4"/>
                    </a:cubicBezTo>
                    <a:cubicBezTo>
                      <a:pt x="23" y="0"/>
                      <a:pt x="21" y="2"/>
                      <a:pt x="18" y="3"/>
                    </a:cubicBezTo>
                    <a:cubicBezTo>
                      <a:pt x="15" y="3"/>
                      <a:pt x="13" y="6"/>
                      <a:pt x="10" y="6"/>
                    </a:cubicBezTo>
                    <a:cubicBezTo>
                      <a:pt x="8" y="6"/>
                      <a:pt x="8" y="8"/>
                      <a:pt x="7" y="9"/>
                    </a:cubicBezTo>
                    <a:cubicBezTo>
                      <a:pt x="6" y="9"/>
                      <a:pt x="3" y="8"/>
                      <a:pt x="2" y="8"/>
                    </a:cubicBezTo>
                    <a:cubicBezTo>
                      <a:pt x="4" y="9"/>
                      <a:pt x="5" y="14"/>
                      <a:pt x="6" y="16"/>
                    </a:cubicBezTo>
                    <a:cubicBezTo>
                      <a:pt x="4" y="17"/>
                      <a:pt x="5" y="21"/>
                      <a:pt x="5" y="23"/>
                    </a:cubicBezTo>
                    <a:cubicBezTo>
                      <a:pt x="5" y="25"/>
                      <a:pt x="5" y="26"/>
                      <a:pt x="4" y="27"/>
                    </a:cubicBezTo>
                    <a:cubicBezTo>
                      <a:pt x="3" y="28"/>
                      <a:pt x="3" y="30"/>
                      <a:pt x="3" y="31"/>
                    </a:cubicBezTo>
                    <a:cubicBezTo>
                      <a:pt x="2" y="33"/>
                      <a:pt x="5" y="33"/>
                      <a:pt x="5" y="35"/>
                    </a:cubicBezTo>
                    <a:cubicBezTo>
                      <a:pt x="5" y="36"/>
                      <a:pt x="3" y="37"/>
                      <a:pt x="3" y="38"/>
                    </a:cubicBezTo>
                    <a:cubicBezTo>
                      <a:pt x="0" y="41"/>
                      <a:pt x="4" y="42"/>
                      <a:pt x="4" y="46"/>
                    </a:cubicBezTo>
                    <a:cubicBezTo>
                      <a:pt x="4" y="47"/>
                      <a:pt x="4" y="48"/>
                      <a:pt x="4" y="49"/>
                    </a:cubicBezTo>
                    <a:cubicBezTo>
                      <a:pt x="5" y="50"/>
                      <a:pt x="6" y="51"/>
                      <a:pt x="7" y="52"/>
                    </a:cubicBezTo>
                    <a:cubicBezTo>
                      <a:pt x="7" y="53"/>
                      <a:pt x="5" y="53"/>
                      <a:pt x="7" y="54"/>
                    </a:cubicBezTo>
                    <a:cubicBezTo>
                      <a:pt x="7" y="54"/>
                      <a:pt x="6" y="56"/>
                      <a:pt x="6" y="56"/>
                    </a:cubicBezTo>
                    <a:cubicBezTo>
                      <a:pt x="6" y="59"/>
                      <a:pt x="9" y="61"/>
                      <a:pt x="9" y="63"/>
                    </a:cubicBezTo>
                    <a:cubicBezTo>
                      <a:pt x="10" y="66"/>
                      <a:pt x="8" y="69"/>
                      <a:pt x="13" y="69"/>
                    </a:cubicBezTo>
                    <a:cubicBezTo>
                      <a:pt x="14" y="70"/>
                      <a:pt x="14" y="68"/>
                      <a:pt x="14" y="67"/>
                    </a:cubicBezTo>
                    <a:cubicBezTo>
                      <a:pt x="14" y="66"/>
                      <a:pt x="16" y="65"/>
                      <a:pt x="17" y="65"/>
                    </a:cubicBezTo>
                    <a:cubicBezTo>
                      <a:pt x="18" y="64"/>
                      <a:pt x="19" y="63"/>
                      <a:pt x="20" y="65"/>
                    </a:cubicBezTo>
                    <a:cubicBezTo>
                      <a:pt x="22" y="66"/>
                      <a:pt x="24" y="65"/>
                      <a:pt x="25" y="65"/>
                    </a:cubicBezTo>
                    <a:cubicBezTo>
                      <a:pt x="27" y="65"/>
                      <a:pt x="27" y="68"/>
                      <a:pt x="28" y="68"/>
                    </a:cubicBezTo>
                    <a:cubicBezTo>
                      <a:pt x="29" y="68"/>
                      <a:pt x="30" y="66"/>
                      <a:pt x="31" y="65"/>
                    </a:cubicBezTo>
                    <a:cubicBezTo>
                      <a:pt x="32" y="63"/>
                      <a:pt x="36" y="66"/>
                      <a:pt x="37" y="64"/>
                    </a:cubicBezTo>
                    <a:cubicBezTo>
                      <a:pt x="39" y="59"/>
                      <a:pt x="38" y="54"/>
                      <a:pt x="44" y="52"/>
                    </a:cubicBezTo>
                    <a:cubicBezTo>
                      <a:pt x="46" y="51"/>
                      <a:pt x="49" y="51"/>
                      <a:pt x="52" y="51"/>
                    </a:cubicBezTo>
                    <a:cubicBezTo>
                      <a:pt x="55" y="51"/>
                      <a:pt x="57" y="52"/>
                      <a:pt x="59" y="54"/>
                    </a:cubicBezTo>
                    <a:cubicBezTo>
                      <a:pt x="60" y="51"/>
                      <a:pt x="64" y="43"/>
                      <a:pt x="61" y="42"/>
                    </a:cubicBezTo>
                    <a:cubicBezTo>
                      <a:pt x="60" y="41"/>
                      <a:pt x="62" y="42"/>
                      <a:pt x="61" y="4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8" name="Freeform 627"/>
              <p:cNvSpPr>
                <a:spLocks/>
              </p:cNvSpPr>
              <p:nvPr/>
            </p:nvSpPr>
            <p:spPr bwMode="auto">
              <a:xfrm>
                <a:off x="8773441" y="9950508"/>
                <a:ext cx="420383" cy="414121"/>
              </a:xfrm>
              <a:custGeom>
                <a:avLst/>
                <a:gdLst>
                  <a:gd name="T0" fmla="*/ 40 w 45"/>
                  <a:gd name="T1" fmla="*/ 24 h 44"/>
                  <a:gd name="T2" fmla="*/ 36 w 45"/>
                  <a:gd name="T3" fmla="*/ 24 h 44"/>
                  <a:gd name="T4" fmla="*/ 36 w 45"/>
                  <a:gd name="T5" fmla="*/ 20 h 44"/>
                  <a:gd name="T6" fmla="*/ 34 w 45"/>
                  <a:gd name="T7" fmla="*/ 17 h 44"/>
                  <a:gd name="T8" fmla="*/ 29 w 45"/>
                  <a:gd name="T9" fmla="*/ 16 h 44"/>
                  <a:gd name="T10" fmla="*/ 25 w 45"/>
                  <a:gd name="T11" fmla="*/ 15 h 44"/>
                  <a:gd name="T12" fmla="*/ 25 w 45"/>
                  <a:gd name="T13" fmla="*/ 12 h 44"/>
                  <a:gd name="T14" fmla="*/ 24 w 45"/>
                  <a:gd name="T15" fmla="*/ 7 h 44"/>
                  <a:gd name="T16" fmla="*/ 21 w 45"/>
                  <a:gd name="T17" fmla="*/ 3 h 44"/>
                  <a:gd name="T18" fmla="*/ 14 w 45"/>
                  <a:gd name="T19" fmla="*/ 1 h 44"/>
                  <a:gd name="T20" fmla="*/ 5 w 45"/>
                  <a:gd name="T21" fmla="*/ 3 h 44"/>
                  <a:gd name="T22" fmla="*/ 2 w 45"/>
                  <a:gd name="T23" fmla="*/ 11 h 44"/>
                  <a:gd name="T24" fmla="*/ 1 w 45"/>
                  <a:gd name="T25" fmla="*/ 14 h 44"/>
                  <a:gd name="T26" fmla="*/ 2 w 45"/>
                  <a:gd name="T27" fmla="*/ 17 h 44"/>
                  <a:gd name="T28" fmla="*/ 9 w 45"/>
                  <a:gd name="T29" fmla="*/ 24 h 44"/>
                  <a:gd name="T30" fmla="*/ 13 w 45"/>
                  <a:gd name="T31" fmla="*/ 25 h 44"/>
                  <a:gd name="T32" fmla="*/ 17 w 45"/>
                  <a:gd name="T33" fmla="*/ 27 h 44"/>
                  <a:gd name="T34" fmla="*/ 25 w 45"/>
                  <a:gd name="T35" fmla="*/ 35 h 44"/>
                  <a:gd name="T36" fmla="*/ 22 w 45"/>
                  <a:gd name="T37" fmla="*/ 39 h 44"/>
                  <a:gd name="T38" fmla="*/ 20 w 45"/>
                  <a:gd name="T39" fmla="*/ 42 h 44"/>
                  <a:gd name="T40" fmla="*/ 28 w 45"/>
                  <a:gd name="T41" fmla="*/ 44 h 44"/>
                  <a:gd name="T42" fmla="*/ 32 w 45"/>
                  <a:gd name="T43" fmla="*/ 43 h 44"/>
                  <a:gd name="T44" fmla="*/ 37 w 45"/>
                  <a:gd name="T45" fmla="*/ 42 h 44"/>
                  <a:gd name="T46" fmla="*/ 40 w 45"/>
                  <a:gd name="T47" fmla="*/ 39 h 44"/>
                  <a:gd name="T48" fmla="*/ 41 w 45"/>
                  <a:gd name="T49" fmla="*/ 34 h 44"/>
                  <a:gd name="T50" fmla="*/ 40 w 45"/>
                  <a:gd name="T51" fmla="*/ 24 h 44"/>
                  <a:gd name="T52" fmla="*/ 40 w 45"/>
                  <a:gd name="T53" fmla="*/ 2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5" h="44">
                    <a:moveTo>
                      <a:pt x="40" y="24"/>
                    </a:moveTo>
                    <a:cubicBezTo>
                      <a:pt x="39" y="25"/>
                      <a:pt x="37" y="26"/>
                      <a:pt x="36" y="24"/>
                    </a:cubicBezTo>
                    <a:cubicBezTo>
                      <a:pt x="35" y="23"/>
                      <a:pt x="37" y="22"/>
                      <a:pt x="36" y="20"/>
                    </a:cubicBezTo>
                    <a:cubicBezTo>
                      <a:pt x="35" y="19"/>
                      <a:pt x="35" y="18"/>
                      <a:pt x="34" y="17"/>
                    </a:cubicBezTo>
                    <a:cubicBezTo>
                      <a:pt x="31" y="15"/>
                      <a:pt x="31" y="17"/>
                      <a:pt x="29" y="16"/>
                    </a:cubicBezTo>
                    <a:cubicBezTo>
                      <a:pt x="28" y="16"/>
                      <a:pt x="27" y="16"/>
                      <a:pt x="25" y="15"/>
                    </a:cubicBezTo>
                    <a:cubicBezTo>
                      <a:pt x="23" y="15"/>
                      <a:pt x="24" y="13"/>
                      <a:pt x="25" y="12"/>
                    </a:cubicBezTo>
                    <a:cubicBezTo>
                      <a:pt x="25" y="10"/>
                      <a:pt x="24" y="8"/>
                      <a:pt x="24" y="7"/>
                    </a:cubicBezTo>
                    <a:cubicBezTo>
                      <a:pt x="23" y="4"/>
                      <a:pt x="24" y="4"/>
                      <a:pt x="21" y="3"/>
                    </a:cubicBezTo>
                    <a:cubicBezTo>
                      <a:pt x="19" y="1"/>
                      <a:pt x="18" y="0"/>
                      <a:pt x="14" y="1"/>
                    </a:cubicBezTo>
                    <a:cubicBezTo>
                      <a:pt x="11" y="1"/>
                      <a:pt x="7" y="2"/>
                      <a:pt x="5" y="3"/>
                    </a:cubicBezTo>
                    <a:cubicBezTo>
                      <a:pt x="2" y="6"/>
                      <a:pt x="3" y="8"/>
                      <a:pt x="2" y="11"/>
                    </a:cubicBezTo>
                    <a:cubicBezTo>
                      <a:pt x="2" y="12"/>
                      <a:pt x="1" y="13"/>
                      <a:pt x="1" y="14"/>
                    </a:cubicBezTo>
                    <a:cubicBezTo>
                      <a:pt x="0" y="15"/>
                      <a:pt x="1" y="15"/>
                      <a:pt x="2" y="17"/>
                    </a:cubicBezTo>
                    <a:cubicBezTo>
                      <a:pt x="4" y="20"/>
                      <a:pt x="6" y="21"/>
                      <a:pt x="9" y="24"/>
                    </a:cubicBezTo>
                    <a:cubicBezTo>
                      <a:pt x="10" y="25"/>
                      <a:pt x="12" y="25"/>
                      <a:pt x="13" y="25"/>
                    </a:cubicBezTo>
                    <a:cubicBezTo>
                      <a:pt x="15" y="25"/>
                      <a:pt x="16" y="26"/>
                      <a:pt x="17" y="27"/>
                    </a:cubicBezTo>
                    <a:cubicBezTo>
                      <a:pt x="19" y="28"/>
                      <a:pt x="27" y="31"/>
                      <a:pt x="25" y="35"/>
                    </a:cubicBezTo>
                    <a:cubicBezTo>
                      <a:pt x="24" y="36"/>
                      <a:pt x="22" y="37"/>
                      <a:pt x="22" y="39"/>
                    </a:cubicBezTo>
                    <a:cubicBezTo>
                      <a:pt x="22" y="41"/>
                      <a:pt x="22" y="41"/>
                      <a:pt x="20" y="42"/>
                    </a:cubicBezTo>
                    <a:cubicBezTo>
                      <a:pt x="19" y="44"/>
                      <a:pt x="27" y="43"/>
                      <a:pt x="28" y="44"/>
                    </a:cubicBezTo>
                    <a:cubicBezTo>
                      <a:pt x="30" y="44"/>
                      <a:pt x="30" y="44"/>
                      <a:pt x="32" y="43"/>
                    </a:cubicBezTo>
                    <a:cubicBezTo>
                      <a:pt x="33" y="41"/>
                      <a:pt x="36" y="43"/>
                      <a:pt x="37" y="42"/>
                    </a:cubicBezTo>
                    <a:cubicBezTo>
                      <a:pt x="38" y="41"/>
                      <a:pt x="39" y="40"/>
                      <a:pt x="40" y="39"/>
                    </a:cubicBezTo>
                    <a:cubicBezTo>
                      <a:pt x="41" y="37"/>
                      <a:pt x="40" y="35"/>
                      <a:pt x="41" y="34"/>
                    </a:cubicBezTo>
                    <a:cubicBezTo>
                      <a:pt x="41" y="32"/>
                      <a:pt x="45" y="24"/>
                      <a:pt x="40" y="24"/>
                    </a:cubicBezTo>
                    <a:cubicBezTo>
                      <a:pt x="40" y="25"/>
                      <a:pt x="41" y="24"/>
                      <a:pt x="40" y="2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29" name="Freeform 628"/>
              <p:cNvSpPr>
                <a:spLocks noEditPoints="1"/>
              </p:cNvSpPr>
              <p:nvPr/>
            </p:nvSpPr>
            <p:spPr bwMode="auto">
              <a:xfrm>
                <a:off x="8241593" y="8800526"/>
                <a:ext cx="1856688" cy="1882659"/>
              </a:xfrm>
              <a:custGeom>
                <a:avLst/>
                <a:gdLst>
                  <a:gd name="T0" fmla="*/ 188 w 199"/>
                  <a:gd name="T1" fmla="*/ 51 h 201"/>
                  <a:gd name="T2" fmla="*/ 165 w 199"/>
                  <a:gd name="T3" fmla="*/ 41 h 201"/>
                  <a:gd name="T4" fmla="*/ 135 w 199"/>
                  <a:gd name="T5" fmla="*/ 30 h 201"/>
                  <a:gd name="T6" fmla="*/ 122 w 199"/>
                  <a:gd name="T7" fmla="*/ 36 h 201"/>
                  <a:gd name="T8" fmla="*/ 116 w 199"/>
                  <a:gd name="T9" fmla="*/ 29 h 201"/>
                  <a:gd name="T10" fmla="*/ 111 w 199"/>
                  <a:gd name="T11" fmla="*/ 33 h 201"/>
                  <a:gd name="T12" fmla="*/ 120 w 199"/>
                  <a:gd name="T13" fmla="*/ 23 h 201"/>
                  <a:gd name="T14" fmla="*/ 116 w 199"/>
                  <a:gd name="T15" fmla="*/ 8 h 201"/>
                  <a:gd name="T16" fmla="*/ 105 w 199"/>
                  <a:gd name="T17" fmla="*/ 15 h 201"/>
                  <a:gd name="T18" fmla="*/ 93 w 199"/>
                  <a:gd name="T19" fmla="*/ 14 h 201"/>
                  <a:gd name="T20" fmla="*/ 77 w 199"/>
                  <a:gd name="T21" fmla="*/ 19 h 201"/>
                  <a:gd name="T22" fmla="*/ 69 w 199"/>
                  <a:gd name="T23" fmla="*/ 1 h 201"/>
                  <a:gd name="T24" fmla="*/ 56 w 199"/>
                  <a:gd name="T25" fmla="*/ 7 h 201"/>
                  <a:gd name="T26" fmla="*/ 50 w 199"/>
                  <a:gd name="T27" fmla="*/ 11 h 201"/>
                  <a:gd name="T28" fmla="*/ 51 w 199"/>
                  <a:gd name="T29" fmla="*/ 16 h 201"/>
                  <a:gd name="T30" fmla="*/ 41 w 199"/>
                  <a:gd name="T31" fmla="*/ 22 h 201"/>
                  <a:gd name="T32" fmla="*/ 27 w 199"/>
                  <a:gd name="T33" fmla="*/ 18 h 201"/>
                  <a:gd name="T34" fmla="*/ 25 w 199"/>
                  <a:gd name="T35" fmla="*/ 21 h 201"/>
                  <a:gd name="T36" fmla="*/ 22 w 199"/>
                  <a:gd name="T37" fmla="*/ 39 h 201"/>
                  <a:gd name="T38" fmla="*/ 10 w 199"/>
                  <a:gd name="T39" fmla="*/ 49 h 201"/>
                  <a:gd name="T40" fmla="*/ 2 w 199"/>
                  <a:gd name="T41" fmla="*/ 66 h 201"/>
                  <a:gd name="T42" fmla="*/ 9 w 199"/>
                  <a:gd name="T43" fmla="*/ 75 h 201"/>
                  <a:gd name="T44" fmla="*/ 24 w 199"/>
                  <a:gd name="T45" fmla="*/ 81 h 201"/>
                  <a:gd name="T46" fmla="*/ 39 w 199"/>
                  <a:gd name="T47" fmla="*/ 76 h 201"/>
                  <a:gd name="T48" fmla="*/ 49 w 199"/>
                  <a:gd name="T49" fmla="*/ 88 h 201"/>
                  <a:gd name="T50" fmla="*/ 61 w 199"/>
                  <a:gd name="T51" fmla="*/ 94 h 201"/>
                  <a:gd name="T52" fmla="*/ 68 w 199"/>
                  <a:gd name="T53" fmla="*/ 102 h 201"/>
                  <a:gd name="T54" fmla="*/ 80 w 199"/>
                  <a:gd name="T55" fmla="*/ 114 h 201"/>
                  <a:gd name="T56" fmla="*/ 82 w 199"/>
                  <a:gd name="T57" fmla="*/ 135 h 201"/>
                  <a:gd name="T58" fmla="*/ 93 w 199"/>
                  <a:gd name="T59" fmla="*/ 145 h 201"/>
                  <a:gd name="T60" fmla="*/ 98 w 199"/>
                  <a:gd name="T61" fmla="*/ 157 h 201"/>
                  <a:gd name="T62" fmla="*/ 90 w 199"/>
                  <a:gd name="T63" fmla="*/ 173 h 201"/>
                  <a:gd name="T64" fmla="*/ 86 w 199"/>
                  <a:gd name="T65" fmla="*/ 181 h 201"/>
                  <a:gd name="T66" fmla="*/ 94 w 199"/>
                  <a:gd name="T67" fmla="*/ 187 h 201"/>
                  <a:gd name="T68" fmla="*/ 107 w 199"/>
                  <a:gd name="T69" fmla="*/ 197 h 201"/>
                  <a:gd name="T70" fmla="*/ 119 w 199"/>
                  <a:gd name="T71" fmla="*/ 180 h 201"/>
                  <a:gd name="T72" fmla="*/ 128 w 199"/>
                  <a:gd name="T73" fmla="*/ 157 h 201"/>
                  <a:gd name="T74" fmla="*/ 137 w 199"/>
                  <a:gd name="T75" fmla="*/ 149 h 201"/>
                  <a:gd name="T76" fmla="*/ 144 w 199"/>
                  <a:gd name="T77" fmla="*/ 147 h 201"/>
                  <a:gd name="T78" fmla="*/ 155 w 199"/>
                  <a:gd name="T79" fmla="*/ 142 h 201"/>
                  <a:gd name="T80" fmla="*/ 163 w 199"/>
                  <a:gd name="T81" fmla="*/ 139 h 201"/>
                  <a:gd name="T82" fmla="*/ 169 w 199"/>
                  <a:gd name="T83" fmla="*/ 130 h 201"/>
                  <a:gd name="T84" fmla="*/ 175 w 199"/>
                  <a:gd name="T85" fmla="*/ 116 h 201"/>
                  <a:gd name="T86" fmla="*/ 176 w 199"/>
                  <a:gd name="T87" fmla="*/ 98 h 201"/>
                  <a:gd name="T88" fmla="*/ 178 w 199"/>
                  <a:gd name="T89" fmla="*/ 91 h 201"/>
                  <a:gd name="T90" fmla="*/ 182 w 199"/>
                  <a:gd name="T91" fmla="*/ 86 h 201"/>
                  <a:gd name="T92" fmla="*/ 196 w 199"/>
                  <a:gd name="T93" fmla="*/ 57 h 201"/>
                  <a:gd name="T94" fmla="*/ 110 w 199"/>
                  <a:gd name="T95" fmla="*/ 190 h 201"/>
                  <a:gd name="T96" fmla="*/ 115 w 199"/>
                  <a:gd name="T97" fmla="*/ 186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99" h="201">
                    <a:moveTo>
                      <a:pt x="196" y="57"/>
                    </a:moveTo>
                    <a:cubicBezTo>
                      <a:pt x="195" y="55"/>
                      <a:pt x="195" y="53"/>
                      <a:pt x="194" y="52"/>
                    </a:cubicBezTo>
                    <a:cubicBezTo>
                      <a:pt x="192" y="51"/>
                      <a:pt x="189" y="52"/>
                      <a:pt x="188" y="51"/>
                    </a:cubicBezTo>
                    <a:cubicBezTo>
                      <a:pt x="183" y="50"/>
                      <a:pt x="180" y="46"/>
                      <a:pt x="177" y="44"/>
                    </a:cubicBezTo>
                    <a:cubicBezTo>
                      <a:pt x="175" y="43"/>
                      <a:pt x="173" y="42"/>
                      <a:pt x="172" y="41"/>
                    </a:cubicBezTo>
                    <a:cubicBezTo>
                      <a:pt x="169" y="40"/>
                      <a:pt x="168" y="41"/>
                      <a:pt x="165" y="41"/>
                    </a:cubicBezTo>
                    <a:cubicBezTo>
                      <a:pt x="161" y="42"/>
                      <a:pt x="157" y="37"/>
                      <a:pt x="153" y="39"/>
                    </a:cubicBezTo>
                    <a:cubicBezTo>
                      <a:pt x="150" y="40"/>
                      <a:pt x="147" y="35"/>
                      <a:pt x="145" y="34"/>
                    </a:cubicBezTo>
                    <a:cubicBezTo>
                      <a:pt x="142" y="32"/>
                      <a:pt x="138" y="30"/>
                      <a:pt x="135" y="30"/>
                    </a:cubicBezTo>
                    <a:cubicBezTo>
                      <a:pt x="133" y="29"/>
                      <a:pt x="131" y="29"/>
                      <a:pt x="130" y="30"/>
                    </a:cubicBezTo>
                    <a:cubicBezTo>
                      <a:pt x="129" y="33"/>
                      <a:pt x="126" y="34"/>
                      <a:pt x="125" y="36"/>
                    </a:cubicBezTo>
                    <a:cubicBezTo>
                      <a:pt x="123" y="39"/>
                      <a:pt x="124" y="38"/>
                      <a:pt x="122" y="36"/>
                    </a:cubicBezTo>
                    <a:cubicBezTo>
                      <a:pt x="122" y="36"/>
                      <a:pt x="121" y="35"/>
                      <a:pt x="121" y="35"/>
                    </a:cubicBezTo>
                    <a:cubicBezTo>
                      <a:pt x="119" y="34"/>
                      <a:pt x="120" y="36"/>
                      <a:pt x="119" y="37"/>
                    </a:cubicBezTo>
                    <a:cubicBezTo>
                      <a:pt x="118" y="38"/>
                      <a:pt x="115" y="29"/>
                      <a:pt x="116" y="29"/>
                    </a:cubicBezTo>
                    <a:cubicBezTo>
                      <a:pt x="116" y="29"/>
                      <a:pt x="113" y="33"/>
                      <a:pt x="112" y="33"/>
                    </a:cubicBezTo>
                    <a:cubicBezTo>
                      <a:pt x="112" y="33"/>
                      <a:pt x="116" y="30"/>
                      <a:pt x="115" y="29"/>
                    </a:cubicBezTo>
                    <a:cubicBezTo>
                      <a:pt x="113" y="28"/>
                      <a:pt x="113" y="33"/>
                      <a:pt x="111" y="33"/>
                    </a:cubicBezTo>
                    <a:cubicBezTo>
                      <a:pt x="111" y="33"/>
                      <a:pt x="115" y="27"/>
                      <a:pt x="115" y="26"/>
                    </a:cubicBezTo>
                    <a:cubicBezTo>
                      <a:pt x="115" y="25"/>
                      <a:pt x="117" y="25"/>
                      <a:pt x="117" y="24"/>
                    </a:cubicBezTo>
                    <a:cubicBezTo>
                      <a:pt x="118" y="23"/>
                      <a:pt x="119" y="25"/>
                      <a:pt x="120" y="23"/>
                    </a:cubicBezTo>
                    <a:cubicBezTo>
                      <a:pt x="121" y="22"/>
                      <a:pt x="120" y="22"/>
                      <a:pt x="120" y="20"/>
                    </a:cubicBezTo>
                    <a:cubicBezTo>
                      <a:pt x="121" y="19"/>
                      <a:pt x="121" y="17"/>
                      <a:pt x="119" y="16"/>
                    </a:cubicBezTo>
                    <a:cubicBezTo>
                      <a:pt x="116" y="15"/>
                      <a:pt x="116" y="11"/>
                      <a:pt x="116" y="8"/>
                    </a:cubicBezTo>
                    <a:cubicBezTo>
                      <a:pt x="116" y="7"/>
                      <a:pt x="115" y="6"/>
                      <a:pt x="114" y="5"/>
                    </a:cubicBezTo>
                    <a:cubicBezTo>
                      <a:pt x="113" y="4"/>
                      <a:pt x="112" y="7"/>
                      <a:pt x="111" y="8"/>
                    </a:cubicBezTo>
                    <a:cubicBezTo>
                      <a:pt x="110" y="11"/>
                      <a:pt x="108" y="15"/>
                      <a:pt x="105" y="15"/>
                    </a:cubicBezTo>
                    <a:cubicBezTo>
                      <a:pt x="104" y="15"/>
                      <a:pt x="103" y="14"/>
                      <a:pt x="101" y="14"/>
                    </a:cubicBezTo>
                    <a:cubicBezTo>
                      <a:pt x="100" y="14"/>
                      <a:pt x="99" y="15"/>
                      <a:pt x="98" y="14"/>
                    </a:cubicBezTo>
                    <a:cubicBezTo>
                      <a:pt x="96" y="13"/>
                      <a:pt x="95" y="14"/>
                      <a:pt x="93" y="14"/>
                    </a:cubicBezTo>
                    <a:cubicBezTo>
                      <a:pt x="91" y="14"/>
                      <a:pt x="92" y="14"/>
                      <a:pt x="91" y="16"/>
                    </a:cubicBezTo>
                    <a:cubicBezTo>
                      <a:pt x="90" y="17"/>
                      <a:pt x="85" y="16"/>
                      <a:pt x="84" y="17"/>
                    </a:cubicBezTo>
                    <a:cubicBezTo>
                      <a:pt x="82" y="17"/>
                      <a:pt x="79" y="19"/>
                      <a:pt x="77" y="19"/>
                    </a:cubicBezTo>
                    <a:cubicBezTo>
                      <a:pt x="74" y="19"/>
                      <a:pt x="72" y="15"/>
                      <a:pt x="72" y="13"/>
                    </a:cubicBezTo>
                    <a:cubicBezTo>
                      <a:pt x="70" y="10"/>
                      <a:pt x="74" y="8"/>
                      <a:pt x="73" y="5"/>
                    </a:cubicBezTo>
                    <a:cubicBezTo>
                      <a:pt x="72" y="3"/>
                      <a:pt x="71" y="0"/>
                      <a:pt x="69" y="1"/>
                    </a:cubicBezTo>
                    <a:cubicBezTo>
                      <a:pt x="69" y="2"/>
                      <a:pt x="62" y="5"/>
                      <a:pt x="61" y="5"/>
                    </a:cubicBezTo>
                    <a:cubicBezTo>
                      <a:pt x="60" y="5"/>
                      <a:pt x="58" y="5"/>
                      <a:pt x="58" y="6"/>
                    </a:cubicBezTo>
                    <a:cubicBezTo>
                      <a:pt x="57" y="6"/>
                      <a:pt x="57" y="9"/>
                      <a:pt x="56" y="7"/>
                    </a:cubicBezTo>
                    <a:cubicBezTo>
                      <a:pt x="55" y="6"/>
                      <a:pt x="47" y="5"/>
                      <a:pt x="47" y="6"/>
                    </a:cubicBezTo>
                    <a:cubicBezTo>
                      <a:pt x="47" y="6"/>
                      <a:pt x="49" y="7"/>
                      <a:pt x="49" y="7"/>
                    </a:cubicBezTo>
                    <a:cubicBezTo>
                      <a:pt x="50" y="8"/>
                      <a:pt x="50" y="9"/>
                      <a:pt x="50" y="11"/>
                    </a:cubicBezTo>
                    <a:cubicBezTo>
                      <a:pt x="51" y="11"/>
                      <a:pt x="51" y="13"/>
                      <a:pt x="52" y="14"/>
                    </a:cubicBezTo>
                    <a:cubicBezTo>
                      <a:pt x="52" y="14"/>
                      <a:pt x="54" y="14"/>
                      <a:pt x="54" y="14"/>
                    </a:cubicBezTo>
                    <a:cubicBezTo>
                      <a:pt x="54" y="15"/>
                      <a:pt x="52" y="16"/>
                      <a:pt x="51" y="16"/>
                    </a:cubicBezTo>
                    <a:cubicBezTo>
                      <a:pt x="50" y="17"/>
                      <a:pt x="50" y="18"/>
                      <a:pt x="49" y="19"/>
                    </a:cubicBezTo>
                    <a:cubicBezTo>
                      <a:pt x="49" y="19"/>
                      <a:pt x="44" y="23"/>
                      <a:pt x="43" y="22"/>
                    </a:cubicBezTo>
                    <a:cubicBezTo>
                      <a:pt x="43" y="21"/>
                      <a:pt x="42" y="21"/>
                      <a:pt x="41" y="22"/>
                    </a:cubicBezTo>
                    <a:cubicBezTo>
                      <a:pt x="40" y="23"/>
                      <a:pt x="38" y="21"/>
                      <a:pt x="38" y="21"/>
                    </a:cubicBezTo>
                    <a:cubicBezTo>
                      <a:pt x="36" y="20"/>
                      <a:pt x="35" y="16"/>
                      <a:pt x="34" y="16"/>
                    </a:cubicBezTo>
                    <a:cubicBezTo>
                      <a:pt x="32" y="15"/>
                      <a:pt x="29" y="18"/>
                      <a:pt x="27" y="18"/>
                    </a:cubicBezTo>
                    <a:cubicBezTo>
                      <a:pt x="25" y="18"/>
                      <a:pt x="23" y="18"/>
                      <a:pt x="21" y="18"/>
                    </a:cubicBezTo>
                    <a:cubicBezTo>
                      <a:pt x="21" y="18"/>
                      <a:pt x="21" y="20"/>
                      <a:pt x="22" y="20"/>
                    </a:cubicBezTo>
                    <a:cubicBezTo>
                      <a:pt x="22" y="21"/>
                      <a:pt x="24" y="21"/>
                      <a:pt x="25" y="21"/>
                    </a:cubicBezTo>
                    <a:cubicBezTo>
                      <a:pt x="25" y="22"/>
                      <a:pt x="21" y="23"/>
                      <a:pt x="20" y="23"/>
                    </a:cubicBezTo>
                    <a:cubicBezTo>
                      <a:pt x="19" y="24"/>
                      <a:pt x="21" y="27"/>
                      <a:pt x="22" y="28"/>
                    </a:cubicBezTo>
                    <a:cubicBezTo>
                      <a:pt x="24" y="32"/>
                      <a:pt x="24" y="35"/>
                      <a:pt x="22" y="39"/>
                    </a:cubicBezTo>
                    <a:cubicBezTo>
                      <a:pt x="22" y="41"/>
                      <a:pt x="22" y="47"/>
                      <a:pt x="20" y="47"/>
                    </a:cubicBezTo>
                    <a:cubicBezTo>
                      <a:pt x="19" y="48"/>
                      <a:pt x="17" y="47"/>
                      <a:pt x="15" y="48"/>
                    </a:cubicBezTo>
                    <a:cubicBezTo>
                      <a:pt x="14" y="49"/>
                      <a:pt x="11" y="49"/>
                      <a:pt x="10" y="49"/>
                    </a:cubicBezTo>
                    <a:cubicBezTo>
                      <a:pt x="5" y="51"/>
                      <a:pt x="5" y="53"/>
                      <a:pt x="5" y="57"/>
                    </a:cubicBezTo>
                    <a:cubicBezTo>
                      <a:pt x="5" y="59"/>
                      <a:pt x="2" y="59"/>
                      <a:pt x="2" y="60"/>
                    </a:cubicBezTo>
                    <a:cubicBezTo>
                      <a:pt x="2" y="63"/>
                      <a:pt x="0" y="64"/>
                      <a:pt x="2" y="66"/>
                    </a:cubicBezTo>
                    <a:cubicBezTo>
                      <a:pt x="4" y="68"/>
                      <a:pt x="4" y="70"/>
                      <a:pt x="5" y="72"/>
                    </a:cubicBezTo>
                    <a:cubicBezTo>
                      <a:pt x="5" y="73"/>
                      <a:pt x="6" y="73"/>
                      <a:pt x="7" y="73"/>
                    </a:cubicBezTo>
                    <a:cubicBezTo>
                      <a:pt x="8" y="73"/>
                      <a:pt x="8" y="74"/>
                      <a:pt x="9" y="75"/>
                    </a:cubicBezTo>
                    <a:cubicBezTo>
                      <a:pt x="11" y="78"/>
                      <a:pt x="16" y="75"/>
                      <a:pt x="18" y="73"/>
                    </a:cubicBezTo>
                    <a:cubicBezTo>
                      <a:pt x="18" y="76"/>
                      <a:pt x="16" y="81"/>
                      <a:pt x="19" y="82"/>
                    </a:cubicBezTo>
                    <a:cubicBezTo>
                      <a:pt x="20" y="82"/>
                      <a:pt x="23" y="81"/>
                      <a:pt x="24" y="81"/>
                    </a:cubicBezTo>
                    <a:cubicBezTo>
                      <a:pt x="27" y="82"/>
                      <a:pt x="28" y="82"/>
                      <a:pt x="30" y="80"/>
                    </a:cubicBezTo>
                    <a:cubicBezTo>
                      <a:pt x="30" y="79"/>
                      <a:pt x="32" y="79"/>
                      <a:pt x="33" y="79"/>
                    </a:cubicBezTo>
                    <a:cubicBezTo>
                      <a:pt x="35" y="77"/>
                      <a:pt x="37" y="76"/>
                      <a:pt x="39" y="76"/>
                    </a:cubicBezTo>
                    <a:cubicBezTo>
                      <a:pt x="41" y="75"/>
                      <a:pt x="46" y="73"/>
                      <a:pt x="44" y="77"/>
                    </a:cubicBezTo>
                    <a:cubicBezTo>
                      <a:pt x="44" y="79"/>
                      <a:pt x="43" y="81"/>
                      <a:pt x="44" y="83"/>
                    </a:cubicBezTo>
                    <a:cubicBezTo>
                      <a:pt x="45" y="85"/>
                      <a:pt x="47" y="87"/>
                      <a:pt x="49" y="88"/>
                    </a:cubicBezTo>
                    <a:cubicBezTo>
                      <a:pt x="51" y="90"/>
                      <a:pt x="54" y="89"/>
                      <a:pt x="56" y="90"/>
                    </a:cubicBezTo>
                    <a:cubicBezTo>
                      <a:pt x="57" y="91"/>
                      <a:pt x="58" y="92"/>
                      <a:pt x="59" y="92"/>
                    </a:cubicBezTo>
                    <a:cubicBezTo>
                      <a:pt x="60" y="92"/>
                      <a:pt x="61" y="93"/>
                      <a:pt x="61" y="94"/>
                    </a:cubicBezTo>
                    <a:cubicBezTo>
                      <a:pt x="63" y="94"/>
                      <a:pt x="68" y="93"/>
                      <a:pt x="68" y="96"/>
                    </a:cubicBezTo>
                    <a:cubicBezTo>
                      <a:pt x="69" y="98"/>
                      <a:pt x="68" y="98"/>
                      <a:pt x="69" y="100"/>
                    </a:cubicBezTo>
                    <a:cubicBezTo>
                      <a:pt x="70" y="101"/>
                      <a:pt x="69" y="101"/>
                      <a:pt x="68" y="102"/>
                    </a:cubicBezTo>
                    <a:cubicBezTo>
                      <a:pt x="68" y="102"/>
                      <a:pt x="70" y="107"/>
                      <a:pt x="70" y="108"/>
                    </a:cubicBezTo>
                    <a:cubicBezTo>
                      <a:pt x="70" y="109"/>
                      <a:pt x="78" y="108"/>
                      <a:pt x="79" y="108"/>
                    </a:cubicBezTo>
                    <a:cubicBezTo>
                      <a:pt x="79" y="110"/>
                      <a:pt x="78" y="113"/>
                      <a:pt x="80" y="114"/>
                    </a:cubicBezTo>
                    <a:cubicBezTo>
                      <a:pt x="83" y="116"/>
                      <a:pt x="83" y="118"/>
                      <a:pt x="82" y="122"/>
                    </a:cubicBezTo>
                    <a:cubicBezTo>
                      <a:pt x="81" y="124"/>
                      <a:pt x="80" y="127"/>
                      <a:pt x="81" y="130"/>
                    </a:cubicBezTo>
                    <a:cubicBezTo>
                      <a:pt x="81" y="131"/>
                      <a:pt x="82" y="133"/>
                      <a:pt x="82" y="135"/>
                    </a:cubicBezTo>
                    <a:cubicBezTo>
                      <a:pt x="82" y="136"/>
                      <a:pt x="80" y="138"/>
                      <a:pt x="82" y="138"/>
                    </a:cubicBezTo>
                    <a:cubicBezTo>
                      <a:pt x="83" y="139"/>
                      <a:pt x="86" y="140"/>
                      <a:pt x="88" y="139"/>
                    </a:cubicBezTo>
                    <a:cubicBezTo>
                      <a:pt x="90" y="137"/>
                      <a:pt x="94" y="144"/>
                      <a:pt x="93" y="145"/>
                    </a:cubicBezTo>
                    <a:cubicBezTo>
                      <a:pt x="93" y="146"/>
                      <a:pt x="93" y="147"/>
                      <a:pt x="94" y="148"/>
                    </a:cubicBezTo>
                    <a:cubicBezTo>
                      <a:pt x="95" y="149"/>
                      <a:pt x="97" y="147"/>
                      <a:pt x="98" y="148"/>
                    </a:cubicBezTo>
                    <a:cubicBezTo>
                      <a:pt x="102" y="150"/>
                      <a:pt x="98" y="154"/>
                      <a:pt x="98" y="157"/>
                    </a:cubicBezTo>
                    <a:cubicBezTo>
                      <a:pt x="100" y="154"/>
                      <a:pt x="102" y="160"/>
                      <a:pt x="102" y="160"/>
                    </a:cubicBezTo>
                    <a:cubicBezTo>
                      <a:pt x="103" y="164"/>
                      <a:pt x="101" y="165"/>
                      <a:pt x="98" y="166"/>
                    </a:cubicBezTo>
                    <a:cubicBezTo>
                      <a:pt x="94" y="168"/>
                      <a:pt x="92" y="170"/>
                      <a:pt x="90" y="173"/>
                    </a:cubicBezTo>
                    <a:cubicBezTo>
                      <a:pt x="89" y="175"/>
                      <a:pt x="88" y="176"/>
                      <a:pt x="86" y="177"/>
                    </a:cubicBezTo>
                    <a:cubicBezTo>
                      <a:pt x="85" y="179"/>
                      <a:pt x="83" y="180"/>
                      <a:pt x="81" y="182"/>
                    </a:cubicBezTo>
                    <a:cubicBezTo>
                      <a:pt x="83" y="182"/>
                      <a:pt x="85" y="181"/>
                      <a:pt x="86" y="181"/>
                    </a:cubicBezTo>
                    <a:cubicBezTo>
                      <a:pt x="87" y="181"/>
                      <a:pt x="88" y="183"/>
                      <a:pt x="89" y="183"/>
                    </a:cubicBezTo>
                    <a:cubicBezTo>
                      <a:pt x="89" y="184"/>
                      <a:pt x="90" y="185"/>
                      <a:pt x="91" y="186"/>
                    </a:cubicBezTo>
                    <a:cubicBezTo>
                      <a:pt x="92" y="187"/>
                      <a:pt x="93" y="186"/>
                      <a:pt x="94" y="187"/>
                    </a:cubicBezTo>
                    <a:cubicBezTo>
                      <a:pt x="96" y="189"/>
                      <a:pt x="100" y="190"/>
                      <a:pt x="101" y="193"/>
                    </a:cubicBezTo>
                    <a:cubicBezTo>
                      <a:pt x="102" y="195"/>
                      <a:pt x="103" y="199"/>
                      <a:pt x="104" y="201"/>
                    </a:cubicBezTo>
                    <a:cubicBezTo>
                      <a:pt x="105" y="200"/>
                      <a:pt x="106" y="199"/>
                      <a:pt x="107" y="197"/>
                    </a:cubicBezTo>
                    <a:cubicBezTo>
                      <a:pt x="107" y="196"/>
                      <a:pt x="108" y="194"/>
                      <a:pt x="109" y="193"/>
                    </a:cubicBezTo>
                    <a:cubicBezTo>
                      <a:pt x="110" y="190"/>
                      <a:pt x="113" y="189"/>
                      <a:pt x="116" y="187"/>
                    </a:cubicBezTo>
                    <a:cubicBezTo>
                      <a:pt x="118" y="185"/>
                      <a:pt x="118" y="183"/>
                      <a:pt x="119" y="180"/>
                    </a:cubicBezTo>
                    <a:cubicBezTo>
                      <a:pt x="121" y="176"/>
                      <a:pt x="124" y="175"/>
                      <a:pt x="126" y="172"/>
                    </a:cubicBezTo>
                    <a:cubicBezTo>
                      <a:pt x="129" y="169"/>
                      <a:pt x="126" y="165"/>
                      <a:pt x="127" y="161"/>
                    </a:cubicBezTo>
                    <a:cubicBezTo>
                      <a:pt x="128" y="160"/>
                      <a:pt x="128" y="159"/>
                      <a:pt x="128" y="157"/>
                    </a:cubicBezTo>
                    <a:cubicBezTo>
                      <a:pt x="128" y="156"/>
                      <a:pt x="128" y="156"/>
                      <a:pt x="129" y="156"/>
                    </a:cubicBezTo>
                    <a:cubicBezTo>
                      <a:pt x="131" y="155"/>
                      <a:pt x="132" y="153"/>
                      <a:pt x="133" y="152"/>
                    </a:cubicBezTo>
                    <a:cubicBezTo>
                      <a:pt x="134" y="151"/>
                      <a:pt x="135" y="150"/>
                      <a:pt x="137" y="149"/>
                    </a:cubicBezTo>
                    <a:cubicBezTo>
                      <a:pt x="138" y="149"/>
                      <a:pt x="139" y="148"/>
                      <a:pt x="141" y="147"/>
                    </a:cubicBezTo>
                    <a:cubicBezTo>
                      <a:pt x="142" y="147"/>
                      <a:pt x="143" y="148"/>
                      <a:pt x="144" y="148"/>
                    </a:cubicBezTo>
                    <a:cubicBezTo>
                      <a:pt x="145" y="148"/>
                      <a:pt x="144" y="147"/>
                      <a:pt x="144" y="147"/>
                    </a:cubicBezTo>
                    <a:cubicBezTo>
                      <a:pt x="143" y="146"/>
                      <a:pt x="147" y="145"/>
                      <a:pt x="147" y="145"/>
                    </a:cubicBezTo>
                    <a:cubicBezTo>
                      <a:pt x="147" y="145"/>
                      <a:pt x="149" y="142"/>
                      <a:pt x="149" y="143"/>
                    </a:cubicBezTo>
                    <a:cubicBezTo>
                      <a:pt x="150" y="144"/>
                      <a:pt x="155" y="142"/>
                      <a:pt x="155" y="142"/>
                    </a:cubicBezTo>
                    <a:cubicBezTo>
                      <a:pt x="156" y="142"/>
                      <a:pt x="155" y="143"/>
                      <a:pt x="156" y="143"/>
                    </a:cubicBezTo>
                    <a:cubicBezTo>
                      <a:pt x="157" y="143"/>
                      <a:pt x="160" y="143"/>
                      <a:pt x="161" y="142"/>
                    </a:cubicBezTo>
                    <a:cubicBezTo>
                      <a:pt x="162" y="141"/>
                      <a:pt x="162" y="140"/>
                      <a:pt x="163" y="139"/>
                    </a:cubicBezTo>
                    <a:cubicBezTo>
                      <a:pt x="164" y="139"/>
                      <a:pt x="165" y="138"/>
                      <a:pt x="165" y="137"/>
                    </a:cubicBezTo>
                    <a:cubicBezTo>
                      <a:pt x="166" y="136"/>
                      <a:pt x="165" y="134"/>
                      <a:pt x="166" y="133"/>
                    </a:cubicBezTo>
                    <a:cubicBezTo>
                      <a:pt x="167" y="132"/>
                      <a:pt x="168" y="131"/>
                      <a:pt x="169" y="130"/>
                    </a:cubicBezTo>
                    <a:cubicBezTo>
                      <a:pt x="171" y="127"/>
                      <a:pt x="172" y="126"/>
                      <a:pt x="172" y="123"/>
                    </a:cubicBezTo>
                    <a:cubicBezTo>
                      <a:pt x="172" y="121"/>
                      <a:pt x="172" y="120"/>
                      <a:pt x="173" y="118"/>
                    </a:cubicBezTo>
                    <a:cubicBezTo>
                      <a:pt x="173" y="117"/>
                      <a:pt x="174" y="117"/>
                      <a:pt x="175" y="116"/>
                    </a:cubicBezTo>
                    <a:cubicBezTo>
                      <a:pt x="176" y="115"/>
                      <a:pt x="175" y="113"/>
                      <a:pt x="175" y="112"/>
                    </a:cubicBezTo>
                    <a:cubicBezTo>
                      <a:pt x="175" y="110"/>
                      <a:pt x="176" y="109"/>
                      <a:pt x="176" y="107"/>
                    </a:cubicBezTo>
                    <a:cubicBezTo>
                      <a:pt x="177" y="104"/>
                      <a:pt x="176" y="101"/>
                      <a:pt x="176" y="98"/>
                    </a:cubicBezTo>
                    <a:cubicBezTo>
                      <a:pt x="176" y="96"/>
                      <a:pt x="175" y="94"/>
                      <a:pt x="176" y="93"/>
                    </a:cubicBezTo>
                    <a:cubicBezTo>
                      <a:pt x="177" y="91"/>
                      <a:pt x="176" y="92"/>
                      <a:pt x="176" y="90"/>
                    </a:cubicBezTo>
                    <a:cubicBezTo>
                      <a:pt x="176" y="90"/>
                      <a:pt x="178" y="91"/>
                      <a:pt x="178" y="91"/>
                    </a:cubicBezTo>
                    <a:cubicBezTo>
                      <a:pt x="178" y="91"/>
                      <a:pt x="178" y="90"/>
                      <a:pt x="178" y="90"/>
                    </a:cubicBezTo>
                    <a:cubicBezTo>
                      <a:pt x="178" y="90"/>
                      <a:pt x="179" y="90"/>
                      <a:pt x="179" y="90"/>
                    </a:cubicBezTo>
                    <a:cubicBezTo>
                      <a:pt x="181" y="90"/>
                      <a:pt x="182" y="87"/>
                      <a:pt x="182" y="86"/>
                    </a:cubicBezTo>
                    <a:cubicBezTo>
                      <a:pt x="183" y="85"/>
                      <a:pt x="184" y="83"/>
                      <a:pt x="185" y="81"/>
                    </a:cubicBezTo>
                    <a:cubicBezTo>
                      <a:pt x="187" y="79"/>
                      <a:pt x="189" y="79"/>
                      <a:pt x="190" y="77"/>
                    </a:cubicBezTo>
                    <a:cubicBezTo>
                      <a:pt x="195" y="71"/>
                      <a:pt x="199" y="64"/>
                      <a:pt x="196" y="57"/>
                    </a:cubicBezTo>
                    <a:cubicBezTo>
                      <a:pt x="194" y="53"/>
                      <a:pt x="198" y="60"/>
                      <a:pt x="196" y="57"/>
                    </a:cubicBezTo>
                    <a:close/>
                    <a:moveTo>
                      <a:pt x="115" y="186"/>
                    </a:moveTo>
                    <a:cubicBezTo>
                      <a:pt x="113" y="187"/>
                      <a:pt x="112" y="189"/>
                      <a:pt x="110" y="190"/>
                    </a:cubicBezTo>
                    <a:cubicBezTo>
                      <a:pt x="107" y="191"/>
                      <a:pt x="112" y="188"/>
                      <a:pt x="112" y="187"/>
                    </a:cubicBezTo>
                    <a:cubicBezTo>
                      <a:pt x="113" y="186"/>
                      <a:pt x="114" y="184"/>
                      <a:pt x="116" y="182"/>
                    </a:cubicBezTo>
                    <a:cubicBezTo>
                      <a:pt x="118" y="180"/>
                      <a:pt x="117" y="184"/>
                      <a:pt x="115" y="186"/>
                    </a:cubicBezTo>
                    <a:cubicBezTo>
                      <a:pt x="115" y="186"/>
                      <a:pt x="116" y="185"/>
                      <a:pt x="115" y="18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0" name="Freeform 629"/>
              <p:cNvSpPr>
                <a:spLocks/>
              </p:cNvSpPr>
              <p:nvPr/>
            </p:nvSpPr>
            <p:spPr bwMode="auto">
              <a:xfrm>
                <a:off x="8961338" y="10485681"/>
                <a:ext cx="251592" cy="261215"/>
              </a:xfrm>
              <a:custGeom>
                <a:avLst/>
                <a:gdLst>
                  <a:gd name="T0" fmla="*/ 21 w 27"/>
                  <a:gd name="T1" fmla="*/ 10 h 28"/>
                  <a:gd name="T2" fmla="*/ 17 w 27"/>
                  <a:gd name="T3" fmla="*/ 7 h 28"/>
                  <a:gd name="T4" fmla="*/ 14 w 27"/>
                  <a:gd name="T5" fmla="*/ 6 h 28"/>
                  <a:gd name="T6" fmla="*/ 11 w 27"/>
                  <a:gd name="T7" fmla="*/ 3 h 28"/>
                  <a:gd name="T8" fmla="*/ 6 w 27"/>
                  <a:gd name="T9" fmla="*/ 2 h 28"/>
                  <a:gd name="T10" fmla="*/ 4 w 27"/>
                  <a:gd name="T11" fmla="*/ 3 h 28"/>
                  <a:gd name="T12" fmla="*/ 3 w 27"/>
                  <a:gd name="T13" fmla="*/ 6 h 28"/>
                  <a:gd name="T14" fmla="*/ 3 w 27"/>
                  <a:gd name="T15" fmla="*/ 12 h 28"/>
                  <a:gd name="T16" fmla="*/ 2 w 27"/>
                  <a:gd name="T17" fmla="*/ 17 h 28"/>
                  <a:gd name="T18" fmla="*/ 1 w 27"/>
                  <a:gd name="T19" fmla="*/ 22 h 28"/>
                  <a:gd name="T20" fmla="*/ 4 w 27"/>
                  <a:gd name="T21" fmla="*/ 25 h 28"/>
                  <a:gd name="T22" fmla="*/ 9 w 27"/>
                  <a:gd name="T23" fmla="*/ 26 h 28"/>
                  <a:gd name="T24" fmla="*/ 13 w 27"/>
                  <a:gd name="T25" fmla="*/ 28 h 28"/>
                  <a:gd name="T26" fmla="*/ 19 w 27"/>
                  <a:gd name="T27" fmla="*/ 28 h 28"/>
                  <a:gd name="T28" fmla="*/ 24 w 27"/>
                  <a:gd name="T29" fmla="*/ 25 h 28"/>
                  <a:gd name="T30" fmla="*/ 26 w 27"/>
                  <a:gd name="T31" fmla="*/ 19 h 28"/>
                  <a:gd name="T32" fmla="*/ 24 w 27"/>
                  <a:gd name="T33" fmla="*/ 14 h 28"/>
                  <a:gd name="T34" fmla="*/ 21 w 27"/>
                  <a:gd name="T35" fmla="*/ 10 h 28"/>
                  <a:gd name="T36" fmla="*/ 21 w 27"/>
                  <a:gd name="T37" fmla="*/ 1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28">
                    <a:moveTo>
                      <a:pt x="21" y="10"/>
                    </a:moveTo>
                    <a:cubicBezTo>
                      <a:pt x="20" y="8"/>
                      <a:pt x="18" y="8"/>
                      <a:pt x="17" y="7"/>
                    </a:cubicBezTo>
                    <a:cubicBezTo>
                      <a:pt x="16" y="6"/>
                      <a:pt x="15" y="7"/>
                      <a:pt x="14" y="6"/>
                    </a:cubicBezTo>
                    <a:cubicBezTo>
                      <a:pt x="13" y="5"/>
                      <a:pt x="12" y="4"/>
                      <a:pt x="11" y="3"/>
                    </a:cubicBezTo>
                    <a:cubicBezTo>
                      <a:pt x="10" y="0"/>
                      <a:pt x="9" y="1"/>
                      <a:pt x="6" y="2"/>
                    </a:cubicBezTo>
                    <a:cubicBezTo>
                      <a:pt x="5" y="2"/>
                      <a:pt x="5" y="1"/>
                      <a:pt x="4" y="3"/>
                    </a:cubicBezTo>
                    <a:cubicBezTo>
                      <a:pt x="3" y="4"/>
                      <a:pt x="3" y="5"/>
                      <a:pt x="3" y="6"/>
                    </a:cubicBezTo>
                    <a:cubicBezTo>
                      <a:pt x="3" y="8"/>
                      <a:pt x="3" y="10"/>
                      <a:pt x="3" y="12"/>
                    </a:cubicBezTo>
                    <a:cubicBezTo>
                      <a:pt x="3" y="13"/>
                      <a:pt x="3" y="15"/>
                      <a:pt x="2" y="17"/>
                    </a:cubicBezTo>
                    <a:cubicBezTo>
                      <a:pt x="0" y="19"/>
                      <a:pt x="0" y="19"/>
                      <a:pt x="1" y="22"/>
                    </a:cubicBezTo>
                    <a:cubicBezTo>
                      <a:pt x="2" y="24"/>
                      <a:pt x="2" y="24"/>
                      <a:pt x="4" y="25"/>
                    </a:cubicBezTo>
                    <a:cubicBezTo>
                      <a:pt x="6" y="25"/>
                      <a:pt x="8" y="25"/>
                      <a:pt x="9" y="26"/>
                    </a:cubicBezTo>
                    <a:cubicBezTo>
                      <a:pt x="10" y="26"/>
                      <a:pt x="12" y="28"/>
                      <a:pt x="13" y="28"/>
                    </a:cubicBezTo>
                    <a:cubicBezTo>
                      <a:pt x="15" y="27"/>
                      <a:pt x="17" y="28"/>
                      <a:pt x="19" y="28"/>
                    </a:cubicBezTo>
                    <a:cubicBezTo>
                      <a:pt x="20" y="28"/>
                      <a:pt x="23" y="26"/>
                      <a:pt x="24" y="25"/>
                    </a:cubicBezTo>
                    <a:cubicBezTo>
                      <a:pt x="26" y="23"/>
                      <a:pt x="27" y="21"/>
                      <a:pt x="26" y="19"/>
                    </a:cubicBezTo>
                    <a:cubicBezTo>
                      <a:pt x="25" y="17"/>
                      <a:pt x="25" y="16"/>
                      <a:pt x="24" y="14"/>
                    </a:cubicBezTo>
                    <a:cubicBezTo>
                      <a:pt x="24" y="12"/>
                      <a:pt x="23" y="11"/>
                      <a:pt x="21" y="10"/>
                    </a:cubicBezTo>
                    <a:cubicBezTo>
                      <a:pt x="20" y="9"/>
                      <a:pt x="22" y="10"/>
                      <a:pt x="21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1" name="Freeform 630"/>
              <p:cNvSpPr>
                <a:spLocks/>
              </p:cNvSpPr>
              <p:nvPr/>
            </p:nvSpPr>
            <p:spPr bwMode="auto">
              <a:xfrm>
                <a:off x="8241593" y="10074745"/>
                <a:ext cx="961783" cy="1672412"/>
              </a:xfrm>
              <a:custGeom>
                <a:avLst/>
                <a:gdLst>
                  <a:gd name="T0" fmla="*/ 80 w 103"/>
                  <a:gd name="T1" fmla="*/ 52 h 179"/>
                  <a:gd name="T2" fmla="*/ 85 w 103"/>
                  <a:gd name="T3" fmla="*/ 42 h 179"/>
                  <a:gd name="T4" fmla="*/ 102 w 103"/>
                  <a:gd name="T5" fmla="*/ 29 h 179"/>
                  <a:gd name="T6" fmla="*/ 99 w 103"/>
                  <a:gd name="T7" fmla="*/ 21 h 179"/>
                  <a:gd name="T8" fmla="*/ 94 w 103"/>
                  <a:gd name="T9" fmla="*/ 29 h 179"/>
                  <a:gd name="T10" fmla="*/ 82 w 103"/>
                  <a:gd name="T11" fmla="*/ 30 h 179"/>
                  <a:gd name="T12" fmla="*/ 79 w 103"/>
                  <a:gd name="T13" fmla="*/ 28 h 179"/>
                  <a:gd name="T14" fmla="*/ 81 w 103"/>
                  <a:gd name="T15" fmla="*/ 22 h 179"/>
                  <a:gd name="T16" fmla="*/ 64 w 103"/>
                  <a:gd name="T17" fmla="*/ 9 h 179"/>
                  <a:gd name="T18" fmla="*/ 57 w 103"/>
                  <a:gd name="T19" fmla="*/ 2 h 179"/>
                  <a:gd name="T20" fmla="*/ 48 w 103"/>
                  <a:gd name="T21" fmla="*/ 4 h 179"/>
                  <a:gd name="T22" fmla="*/ 39 w 103"/>
                  <a:gd name="T23" fmla="*/ 1 h 179"/>
                  <a:gd name="T24" fmla="*/ 35 w 103"/>
                  <a:gd name="T25" fmla="*/ 9 h 179"/>
                  <a:gd name="T26" fmla="*/ 27 w 103"/>
                  <a:gd name="T27" fmla="*/ 22 h 179"/>
                  <a:gd name="T28" fmla="*/ 25 w 103"/>
                  <a:gd name="T29" fmla="*/ 32 h 179"/>
                  <a:gd name="T30" fmla="*/ 21 w 103"/>
                  <a:gd name="T31" fmla="*/ 39 h 179"/>
                  <a:gd name="T32" fmla="*/ 19 w 103"/>
                  <a:gd name="T33" fmla="*/ 47 h 179"/>
                  <a:gd name="T34" fmla="*/ 17 w 103"/>
                  <a:gd name="T35" fmla="*/ 52 h 179"/>
                  <a:gd name="T36" fmla="*/ 20 w 103"/>
                  <a:gd name="T37" fmla="*/ 61 h 179"/>
                  <a:gd name="T38" fmla="*/ 18 w 103"/>
                  <a:gd name="T39" fmla="*/ 79 h 179"/>
                  <a:gd name="T40" fmla="*/ 15 w 103"/>
                  <a:gd name="T41" fmla="*/ 94 h 179"/>
                  <a:gd name="T42" fmla="*/ 10 w 103"/>
                  <a:gd name="T43" fmla="*/ 117 h 179"/>
                  <a:gd name="T44" fmla="*/ 13 w 103"/>
                  <a:gd name="T45" fmla="*/ 130 h 179"/>
                  <a:gd name="T46" fmla="*/ 12 w 103"/>
                  <a:gd name="T47" fmla="*/ 135 h 179"/>
                  <a:gd name="T48" fmla="*/ 8 w 103"/>
                  <a:gd name="T49" fmla="*/ 147 h 179"/>
                  <a:gd name="T50" fmla="*/ 5 w 103"/>
                  <a:gd name="T51" fmla="*/ 156 h 179"/>
                  <a:gd name="T52" fmla="*/ 8 w 103"/>
                  <a:gd name="T53" fmla="*/ 170 h 179"/>
                  <a:gd name="T54" fmla="*/ 13 w 103"/>
                  <a:gd name="T55" fmla="*/ 176 h 179"/>
                  <a:gd name="T56" fmla="*/ 23 w 103"/>
                  <a:gd name="T57" fmla="*/ 178 h 179"/>
                  <a:gd name="T58" fmla="*/ 27 w 103"/>
                  <a:gd name="T59" fmla="*/ 179 h 179"/>
                  <a:gd name="T60" fmla="*/ 24 w 103"/>
                  <a:gd name="T61" fmla="*/ 169 h 179"/>
                  <a:gd name="T62" fmla="*/ 25 w 103"/>
                  <a:gd name="T63" fmla="*/ 163 h 179"/>
                  <a:gd name="T64" fmla="*/ 28 w 103"/>
                  <a:gd name="T65" fmla="*/ 163 h 179"/>
                  <a:gd name="T66" fmla="*/ 31 w 103"/>
                  <a:gd name="T67" fmla="*/ 157 h 179"/>
                  <a:gd name="T68" fmla="*/ 40 w 103"/>
                  <a:gd name="T69" fmla="*/ 151 h 179"/>
                  <a:gd name="T70" fmla="*/ 41 w 103"/>
                  <a:gd name="T71" fmla="*/ 145 h 179"/>
                  <a:gd name="T72" fmla="*/ 32 w 103"/>
                  <a:gd name="T73" fmla="*/ 140 h 179"/>
                  <a:gd name="T74" fmla="*/ 39 w 103"/>
                  <a:gd name="T75" fmla="*/ 131 h 179"/>
                  <a:gd name="T76" fmla="*/ 43 w 103"/>
                  <a:gd name="T77" fmla="*/ 124 h 179"/>
                  <a:gd name="T78" fmla="*/ 48 w 103"/>
                  <a:gd name="T79" fmla="*/ 116 h 179"/>
                  <a:gd name="T80" fmla="*/ 51 w 103"/>
                  <a:gd name="T81" fmla="*/ 114 h 179"/>
                  <a:gd name="T82" fmla="*/ 45 w 103"/>
                  <a:gd name="T83" fmla="*/ 113 h 179"/>
                  <a:gd name="T84" fmla="*/ 54 w 103"/>
                  <a:gd name="T85" fmla="*/ 108 h 179"/>
                  <a:gd name="T86" fmla="*/ 58 w 103"/>
                  <a:gd name="T87" fmla="*/ 102 h 179"/>
                  <a:gd name="T88" fmla="*/ 59 w 103"/>
                  <a:gd name="T89" fmla="*/ 97 h 179"/>
                  <a:gd name="T90" fmla="*/ 60 w 103"/>
                  <a:gd name="T91" fmla="*/ 96 h 179"/>
                  <a:gd name="T92" fmla="*/ 76 w 103"/>
                  <a:gd name="T93" fmla="*/ 93 h 179"/>
                  <a:gd name="T94" fmla="*/ 84 w 103"/>
                  <a:gd name="T95" fmla="*/ 87 h 179"/>
                  <a:gd name="T96" fmla="*/ 83 w 103"/>
                  <a:gd name="T97" fmla="*/ 78 h 179"/>
                  <a:gd name="T98" fmla="*/ 78 w 103"/>
                  <a:gd name="T99" fmla="*/ 69 h 179"/>
                  <a:gd name="T100" fmla="*/ 78 w 103"/>
                  <a:gd name="T101" fmla="*/ 66 h 179"/>
                  <a:gd name="T102" fmla="*/ 78 w 103"/>
                  <a:gd name="T103" fmla="*/ 62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03" h="179">
                    <a:moveTo>
                      <a:pt x="78" y="62"/>
                    </a:moveTo>
                    <a:cubicBezTo>
                      <a:pt x="81" y="59"/>
                      <a:pt x="79" y="56"/>
                      <a:pt x="80" y="52"/>
                    </a:cubicBezTo>
                    <a:cubicBezTo>
                      <a:pt x="80" y="51"/>
                      <a:pt x="80" y="49"/>
                      <a:pt x="80" y="48"/>
                    </a:cubicBezTo>
                    <a:cubicBezTo>
                      <a:pt x="81" y="45"/>
                      <a:pt x="83" y="44"/>
                      <a:pt x="85" y="42"/>
                    </a:cubicBezTo>
                    <a:cubicBezTo>
                      <a:pt x="89" y="39"/>
                      <a:pt x="91" y="34"/>
                      <a:pt x="95" y="31"/>
                    </a:cubicBezTo>
                    <a:cubicBezTo>
                      <a:pt x="97" y="30"/>
                      <a:pt x="100" y="30"/>
                      <a:pt x="102" y="29"/>
                    </a:cubicBezTo>
                    <a:cubicBezTo>
                      <a:pt x="103" y="27"/>
                      <a:pt x="102" y="24"/>
                      <a:pt x="101" y="23"/>
                    </a:cubicBezTo>
                    <a:cubicBezTo>
                      <a:pt x="100" y="21"/>
                      <a:pt x="101" y="21"/>
                      <a:pt x="99" y="21"/>
                    </a:cubicBezTo>
                    <a:cubicBezTo>
                      <a:pt x="97" y="20"/>
                      <a:pt x="98" y="24"/>
                      <a:pt x="97" y="25"/>
                    </a:cubicBezTo>
                    <a:cubicBezTo>
                      <a:pt x="96" y="26"/>
                      <a:pt x="95" y="28"/>
                      <a:pt x="94" y="29"/>
                    </a:cubicBezTo>
                    <a:cubicBezTo>
                      <a:pt x="93" y="30"/>
                      <a:pt x="90" y="29"/>
                      <a:pt x="88" y="30"/>
                    </a:cubicBezTo>
                    <a:cubicBezTo>
                      <a:pt x="87" y="32"/>
                      <a:pt x="84" y="30"/>
                      <a:pt x="82" y="30"/>
                    </a:cubicBezTo>
                    <a:cubicBezTo>
                      <a:pt x="81" y="30"/>
                      <a:pt x="79" y="31"/>
                      <a:pt x="78" y="30"/>
                    </a:cubicBezTo>
                    <a:cubicBezTo>
                      <a:pt x="76" y="30"/>
                      <a:pt x="79" y="28"/>
                      <a:pt x="79" y="28"/>
                    </a:cubicBezTo>
                    <a:cubicBezTo>
                      <a:pt x="80" y="27"/>
                      <a:pt x="79" y="26"/>
                      <a:pt x="79" y="26"/>
                    </a:cubicBezTo>
                    <a:cubicBezTo>
                      <a:pt x="79" y="24"/>
                      <a:pt x="80" y="23"/>
                      <a:pt x="81" y="22"/>
                    </a:cubicBezTo>
                    <a:cubicBezTo>
                      <a:pt x="85" y="18"/>
                      <a:pt x="77" y="16"/>
                      <a:pt x="74" y="14"/>
                    </a:cubicBezTo>
                    <a:cubicBezTo>
                      <a:pt x="71" y="12"/>
                      <a:pt x="67" y="12"/>
                      <a:pt x="64" y="9"/>
                    </a:cubicBezTo>
                    <a:cubicBezTo>
                      <a:pt x="63" y="8"/>
                      <a:pt x="61" y="7"/>
                      <a:pt x="60" y="6"/>
                    </a:cubicBezTo>
                    <a:cubicBezTo>
                      <a:pt x="59" y="4"/>
                      <a:pt x="58" y="2"/>
                      <a:pt x="57" y="2"/>
                    </a:cubicBezTo>
                    <a:cubicBezTo>
                      <a:pt x="56" y="1"/>
                      <a:pt x="53" y="1"/>
                      <a:pt x="52" y="2"/>
                    </a:cubicBezTo>
                    <a:cubicBezTo>
                      <a:pt x="51" y="3"/>
                      <a:pt x="50" y="6"/>
                      <a:pt x="48" y="4"/>
                    </a:cubicBezTo>
                    <a:cubicBezTo>
                      <a:pt x="47" y="2"/>
                      <a:pt x="45" y="2"/>
                      <a:pt x="43" y="2"/>
                    </a:cubicBezTo>
                    <a:cubicBezTo>
                      <a:pt x="41" y="2"/>
                      <a:pt x="41" y="0"/>
                      <a:pt x="39" y="1"/>
                    </a:cubicBezTo>
                    <a:cubicBezTo>
                      <a:pt x="38" y="2"/>
                      <a:pt x="35" y="3"/>
                      <a:pt x="35" y="4"/>
                    </a:cubicBezTo>
                    <a:cubicBezTo>
                      <a:pt x="34" y="6"/>
                      <a:pt x="35" y="8"/>
                      <a:pt x="35" y="9"/>
                    </a:cubicBezTo>
                    <a:cubicBezTo>
                      <a:pt x="34" y="13"/>
                      <a:pt x="31" y="13"/>
                      <a:pt x="28" y="14"/>
                    </a:cubicBezTo>
                    <a:cubicBezTo>
                      <a:pt x="26" y="15"/>
                      <a:pt x="27" y="20"/>
                      <a:pt x="27" y="22"/>
                    </a:cubicBezTo>
                    <a:cubicBezTo>
                      <a:pt x="27" y="24"/>
                      <a:pt x="28" y="26"/>
                      <a:pt x="28" y="27"/>
                    </a:cubicBezTo>
                    <a:cubicBezTo>
                      <a:pt x="28" y="28"/>
                      <a:pt x="25" y="31"/>
                      <a:pt x="25" y="32"/>
                    </a:cubicBezTo>
                    <a:cubicBezTo>
                      <a:pt x="24" y="33"/>
                      <a:pt x="21" y="35"/>
                      <a:pt x="21" y="36"/>
                    </a:cubicBezTo>
                    <a:cubicBezTo>
                      <a:pt x="21" y="37"/>
                      <a:pt x="21" y="38"/>
                      <a:pt x="21" y="39"/>
                    </a:cubicBezTo>
                    <a:cubicBezTo>
                      <a:pt x="21" y="40"/>
                      <a:pt x="20" y="41"/>
                      <a:pt x="20" y="42"/>
                    </a:cubicBezTo>
                    <a:cubicBezTo>
                      <a:pt x="20" y="43"/>
                      <a:pt x="21" y="46"/>
                      <a:pt x="19" y="47"/>
                    </a:cubicBezTo>
                    <a:cubicBezTo>
                      <a:pt x="19" y="48"/>
                      <a:pt x="19" y="50"/>
                      <a:pt x="19" y="51"/>
                    </a:cubicBezTo>
                    <a:cubicBezTo>
                      <a:pt x="18" y="51"/>
                      <a:pt x="17" y="51"/>
                      <a:pt x="17" y="52"/>
                    </a:cubicBezTo>
                    <a:cubicBezTo>
                      <a:pt x="17" y="54"/>
                      <a:pt x="19" y="55"/>
                      <a:pt x="19" y="57"/>
                    </a:cubicBezTo>
                    <a:cubicBezTo>
                      <a:pt x="19" y="58"/>
                      <a:pt x="19" y="60"/>
                      <a:pt x="20" y="61"/>
                    </a:cubicBezTo>
                    <a:cubicBezTo>
                      <a:pt x="22" y="65"/>
                      <a:pt x="18" y="69"/>
                      <a:pt x="18" y="73"/>
                    </a:cubicBezTo>
                    <a:cubicBezTo>
                      <a:pt x="17" y="75"/>
                      <a:pt x="19" y="77"/>
                      <a:pt x="18" y="79"/>
                    </a:cubicBezTo>
                    <a:cubicBezTo>
                      <a:pt x="17" y="80"/>
                      <a:pt x="15" y="81"/>
                      <a:pt x="14" y="83"/>
                    </a:cubicBezTo>
                    <a:cubicBezTo>
                      <a:pt x="13" y="85"/>
                      <a:pt x="17" y="93"/>
                      <a:pt x="15" y="94"/>
                    </a:cubicBezTo>
                    <a:cubicBezTo>
                      <a:pt x="11" y="96"/>
                      <a:pt x="12" y="101"/>
                      <a:pt x="11" y="105"/>
                    </a:cubicBezTo>
                    <a:cubicBezTo>
                      <a:pt x="9" y="108"/>
                      <a:pt x="10" y="113"/>
                      <a:pt x="10" y="117"/>
                    </a:cubicBezTo>
                    <a:cubicBezTo>
                      <a:pt x="10" y="120"/>
                      <a:pt x="10" y="123"/>
                      <a:pt x="10" y="126"/>
                    </a:cubicBezTo>
                    <a:cubicBezTo>
                      <a:pt x="10" y="127"/>
                      <a:pt x="15" y="130"/>
                      <a:pt x="13" y="130"/>
                    </a:cubicBezTo>
                    <a:cubicBezTo>
                      <a:pt x="13" y="130"/>
                      <a:pt x="9" y="131"/>
                      <a:pt x="11" y="132"/>
                    </a:cubicBezTo>
                    <a:cubicBezTo>
                      <a:pt x="13" y="132"/>
                      <a:pt x="13" y="133"/>
                      <a:pt x="12" y="135"/>
                    </a:cubicBezTo>
                    <a:cubicBezTo>
                      <a:pt x="11" y="137"/>
                      <a:pt x="11" y="139"/>
                      <a:pt x="11" y="142"/>
                    </a:cubicBezTo>
                    <a:cubicBezTo>
                      <a:pt x="11" y="144"/>
                      <a:pt x="9" y="145"/>
                      <a:pt x="8" y="147"/>
                    </a:cubicBezTo>
                    <a:cubicBezTo>
                      <a:pt x="7" y="148"/>
                      <a:pt x="8" y="150"/>
                      <a:pt x="8" y="152"/>
                    </a:cubicBezTo>
                    <a:cubicBezTo>
                      <a:pt x="8" y="153"/>
                      <a:pt x="6" y="156"/>
                      <a:pt x="5" y="156"/>
                    </a:cubicBezTo>
                    <a:cubicBezTo>
                      <a:pt x="0" y="158"/>
                      <a:pt x="3" y="164"/>
                      <a:pt x="4" y="167"/>
                    </a:cubicBezTo>
                    <a:cubicBezTo>
                      <a:pt x="5" y="169"/>
                      <a:pt x="8" y="166"/>
                      <a:pt x="8" y="170"/>
                    </a:cubicBezTo>
                    <a:cubicBezTo>
                      <a:pt x="8" y="171"/>
                      <a:pt x="7" y="174"/>
                      <a:pt x="9" y="175"/>
                    </a:cubicBezTo>
                    <a:cubicBezTo>
                      <a:pt x="10" y="176"/>
                      <a:pt x="11" y="176"/>
                      <a:pt x="13" y="176"/>
                    </a:cubicBezTo>
                    <a:cubicBezTo>
                      <a:pt x="15" y="177"/>
                      <a:pt x="18" y="177"/>
                      <a:pt x="20" y="177"/>
                    </a:cubicBezTo>
                    <a:cubicBezTo>
                      <a:pt x="21" y="177"/>
                      <a:pt x="22" y="177"/>
                      <a:pt x="23" y="178"/>
                    </a:cubicBezTo>
                    <a:cubicBezTo>
                      <a:pt x="23" y="177"/>
                      <a:pt x="24" y="177"/>
                      <a:pt x="25" y="177"/>
                    </a:cubicBezTo>
                    <a:cubicBezTo>
                      <a:pt x="25" y="178"/>
                      <a:pt x="27" y="179"/>
                      <a:pt x="27" y="179"/>
                    </a:cubicBezTo>
                    <a:cubicBezTo>
                      <a:pt x="28" y="179"/>
                      <a:pt x="26" y="176"/>
                      <a:pt x="26" y="175"/>
                    </a:cubicBezTo>
                    <a:cubicBezTo>
                      <a:pt x="24" y="173"/>
                      <a:pt x="24" y="171"/>
                      <a:pt x="24" y="169"/>
                    </a:cubicBezTo>
                    <a:cubicBezTo>
                      <a:pt x="24" y="167"/>
                      <a:pt x="24" y="166"/>
                      <a:pt x="27" y="164"/>
                    </a:cubicBezTo>
                    <a:cubicBezTo>
                      <a:pt x="29" y="163"/>
                      <a:pt x="25" y="163"/>
                      <a:pt x="25" y="163"/>
                    </a:cubicBezTo>
                    <a:cubicBezTo>
                      <a:pt x="25" y="163"/>
                      <a:pt x="27" y="162"/>
                      <a:pt x="26" y="162"/>
                    </a:cubicBezTo>
                    <a:cubicBezTo>
                      <a:pt x="27" y="162"/>
                      <a:pt x="27" y="163"/>
                      <a:pt x="28" y="163"/>
                    </a:cubicBezTo>
                    <a:cubicBezTo>
                      <a:pt x="29" y="164"/>
                      <a:pt x="30" y="163"/>
                      <a:pt x="31" y="163"/>
                    </a:cubicBezTo>
                    <a:cubicBezTo>
                      <a:pt x="32" y="161"/>
                      <a:pt x="31" y="159"/>
                      <a:pt x="31" y="157"/>
                    </a:cubicBezTo>
                    <a:cubicBezTo>
                      <a:pt x="32" y="155"/>
                      <a:pt x="34" y="154"/>
                      <a:pt x="37" y="153"/>
                    </a:cubicBezTo>
                    <a:cubicBezTo>
                      <a:pt x="38" y="152"/>
                      <a:pt x="39" y="152"/>
                      <a:pt x="40" y="151"/>
                    </a:cubicBezTo>
                    <a:cubicBezTo>
                      <a:pt x="41" y="150"/>
                      <a:pt x="39" y="149"/>
                      <a:pt x="39" y="149"/>
                    </a:cubicBezTo>
                    <a:cubicBezTo>
                      <a:pt x="39" y="148"/>
                      <a:pt x="42" y="147"/>
                      <a:pt x="41" y="145"/>
                    </a:cubicBezTo>
                    <a:cubicBezTo>
                      <a:pt x="40" y="143"/>
                      <a:pt x="36" y="145"/>
                      <a:pt x="35" y="143"/>
                    </a:cubicBezTo>
                    <a:cubicBezTo>
                      <a:pt x="34" y="142"/>
                      <a:pt x="33" y="142"/>
                      <a:pt x="32" y="140"/>
                    </a:cubicBezTo>
                    <a:cubicBezTo>
                      <a:pt x="31" y="138"/>
                      <a:pt x="33" y="135"/>
                      <a:pt x="34" y="134"/>
                    </a:cubicBezTo>
                    <a:cubicBezTo>
                      <a:pt x="36" y="133"/>
                      <a:pt x="37" y="131"/>
                      <a:pt x="39" y="131"/>
                    </a:cubicBezTo>
                    <a:cubicBezTo>
                      <a:pt x="41" y="130"/>
                      <a:pt x="41" y="132"/>
                      <a:pt x="42" y="129"/>
                    </a:cubicBezTo>
                    <a:cubicBezTo>
                      <a:pt x="42" y="127"/>
                      <a:pt x="44" y="126"/>
                      <a:pt x="43" y="124"/>
                    </a:cubicBezTo>
                    <a:cubicBezTo>
                      <a:pt x="42" y="121"/>
                      <a:pt x="47" y="121"/>
                      <a:pt x="48" y="119"/>
                    </a:cubicBezTo>
                    <a:cubicBezTo>
                      <a:pt x="48" y="119"/>
                      <a:pt x="43" y="115"/>
                      <a:pt x="48" y="116"/>
                    </a:cubicBezTo>
                    <a:cubicBezTo>
                      <a:pt x="49" y="117"/>
                      <a:pt x="49" y="118"/>
                      <a:pt x="50" y="118"/>
                    </a:cubicBezTo>
                    <a:cubicBezTo>
                      <a:pt x="52" y="118"/>
                      <a:pt x="52" y="115"/>
                      <a:pt x="51" y="114"/>
                    </a:cubicBezTo>
                    <a:cubicBezTo>
                      <a:pt x="51" y="113"/>
                      <a:pt x="49" y="115"/>
                      <a:pt x="49" y="115"/>
                    </a:cubicBezTo>
                    <a:cubicBezTo>
                      <a:pt x="47" y="115"/>
                      <a:pt x="45" y="114"/>
                      <a:pt x="45" y="113"/>
                    </a:cubicBezTo>
                    <a:cubicBezTo>
                      <a:pt x="45" y="112"/>
                      <a:pt x="43" y="105"/>
                      <a:pt x="45" y="105"/>
                    </a:cubicBezTo>
                    <a:cubicBezTo>
                      <a:pt x="48" y="106"/>
                      <a:pt x="50" y="108"/>
                      <a:pt x="54" y="108"/>
                    </a:cubicBezTo>
                    <a:cubicBezTo>
                      <a:pt x="55" y="108"/>
                      <a:pt x="56" y="107"/>
                      <a:pt x="57" y="107"/>
                    </a:cubicBezTo>
                    <a:cubicBezTo>
                      <a:pt x="59" y="105"/>
                      <a:pt x="57" y="104"/>
                      <a:pt x="58" y="102"/>
                    </a:cubicBezTo>
                    <a:cubicBezTo>
                      <a:pt x="58" y="101"/>
                      <a:pt x="59" y="100"/>
                      <a:pt x="59" y="100"/>
                    </a:cubicBezTo>
                    <a:cubicBezTo>
                      <a:pt x="60" y="98"/>
                      <a:pt x="59" y="98"/>
                      <a:pt x="59" y="97"/>
                    </a:cubicBezTo>
                    <a:cubicBezTo>
                      <a:pt x="58" y="96"/>
                      <a:pt x="58" y="94"/>
                      <a:pt x="59" y="94"/>
                    </a:cubicBezTo>
                    <a:cubicBezTo>
                      <a:pt x="61" y="94"/>
                      <a:pt x="60" y="96"/>
                      <a:pt x="60" y="96"/>
                    </a:cubicBezTo>
                    <a:cubicBezTo>
                      <a:pt x="59" y="95"/>
                      <a:pt x="65" y="95"/>
                      <a:pt x="65" y="95"/>
                    </a:cubicBezTo>
                    <a:cubicBezTo>
                      <a:pt x="69" y="95"/>
                      <a:pt x="72" y="93"/>
                      <a:pt x="76" y="93"/>
                    </a:cubicBezTo>
                    <a:cubicBezTo>
                      <a:pt x="77" y="92"/>
                      <a:pt x="80" y="91"/>
                      <a:pt x="82" y="90"/>
                    </a:cubicBezTo>
                    <a:cubicBezTo>
                      <a:pt x="83" y="89"/>
                      <a:pt x="83" y="88"/>
                      <a:pt x="84" y="87"/>
                    </a:cubicBezTo>
                    <a:cubicBezTo>
                      <a:pt x="85" y="86"/>
                      <a:pt x="86" y="85"/>
                      <a:pt x="87" y="83"/>
                    </a:cubicBezTo>
                    <a:cubicBezTo>
                      <a:pt x="87" y="80"/>
                      <a:pt x="85" y="80"/>
                      <a:pt x="83" y="78"/>
                    </a:cubicBezTo>
                    <a:cubicBezTo>
                      <a:pt x="82" y="76"/>
                      <a:pt x="85" y="75"/>
                      <a:pt x="83" y="73"/>
                    </a:cubicBezTo>
                    <a:cubicBezTo>
                      <a:pt x="82" y="72"/>
                      <a:pt x="78" y="71"/>
                      <a:pt x="78" y="69"/>
                    </a:cubicBezTo>
                    <a:cubicBezTo>
                      <a:pt x="78" y="69"/>
                      <a:pt x="78" y="68"/>
                      <a:pt x="79" y="68"/>
                    </a:cubicBezTo>
                    <a:cubicBezTo>
                      <a:pt x="79" y="67"/>
                      <a:pt x="78" y="67"/>
                      <a:pt x="78" y="66"/>
                    </a:cubicBezTo>
                    <a:cubicBezTo>
                      <a:pt x="78" y="65"/>
                      <a:pt x="77" y="63"/>
                      <a:pt x="78" y="62"/>
                    </a:cubicBezTo>
                    <a:cubicBezTo>
                      <a:pt x="79" y="61"/>
                      <a:pt x="77" y="63"/>
                      <a:pt x="78" y="6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2" name="Freeform 631"/>
              <p:cNvSpPr>
                <a:spLocks/>
              </p:cNvSpPr>
              <p:nvPr/>
            </p:nvSpPr>
            <p:spPr bwMode="auto">
              <a:xfrm>
                <a:off x="7617387" y="8313140"/>
                <a:ext cx="203824" cy="226173"/>
              </a:xfrm>
              <a:custGeom>
                <a:avLst/>
                <a:gdLst>
                  <a:gd name="T0" fmla="*/ 15 w 22"/>
                  <a:gd name="T1" fmla="*/ 23 h 24"/>
                  <a:gd name="T2" fmla="*/ 19 w 22"/>
                  <a:gd name="T3" fmla="*/ 24 h 24"/>
                  <a:gd name="T4" fmla="*/ 19 w 22"/>
                  <a:gd name="T5" fmla="*/ 17 h 24"/>
                  <a:gd name="T6" fmla="*/ 20 w 22"/>
                  <a:gd name="T7" fmla="*/ 10 h 24"/>
                  <a:gd name="T8" fmla="*/ 21 w 22"/>
                  <a:gd name="T9" fmla="*/ 7 h 24"/>
                  <a:gd name="T10" fmla="*/ 22 w 22"/>
                  <a:gd name="T11" fmla="*/ 3 h 24"/>
                  <a:gd name="T12" fmla="*/ 17 w 22"/>
                  <a:gd name="T13" fmla="*/ 4 h 24"/>
                  <a:gd name="T14" fmla="*/ 12 w 22"/>
                  <a:gd name="T15" fmla="*/ 5 h 24"/>
                  <a:gd name="T16" fmla="*/ 9 w 22"/>
                  <a:gd name="T17" fmla="*/ 8 h 24"/>
                  <a:gd name="T18" fmla="*/ 4 w 22"/>
                  <a:gd name="T19" fmla="*/ 9 h 24"/>
                  <a:gd name="T20" fmla="*/ 3 w 22"/>
                  <a:gd name="T21" fmla="*/ 12 h 24"/>
                  <a:gd name="T22" fmla="*/ 0 w 22"/>
                  <a:gd name="T23" fmla="*/ 13 h 24"/>
                  <a:gd name="T24" fmla="*/ 6 w 22"/>
                  <a:gd name="T25" fmla="*/ 19 h 24"/>
                  <a:gd name="T26" fmla="*/ 11 w 22"/>
                  <a:gd name="T27" fmla="*/ 22 h 24"/>
                  <a:gd name="T28" fmla="*/ 15 w 22"/>
                  <a:gd name="T29" fmla="*/ 23 h 24"/>
                  <a:gd name="T30" fmla="*/ 15 w 22"/>
                  <a:gd name="T31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" h="24">
                    <a:moveTo>
                      <a:pt x="15" y="23"/>
                    </a:moveTo>
                    <a:cubicBezTo>
                      <a:pt x="16" y="24"/>
                      <a:pt x="17" y="24"/>
                      <a:pt x="19" y="24"/>
                    </a:cubicBezTo>
                    <a:cubicBezTo>
                      <a:pt x="17" y="21"/>
                      <a:pt x="19" y="20"/>
                      <a:pt x="19" y="17"/>
                    </a:cubicBezTo>
                    <a:cubicBezTo>
                      <a:pt x="19" y="15"/>
                      <a:pt x="20" y="12"/>
                      <a:pt x="20" y="10"/>
                    </a:cubicBezTo>
                    <a:cubicBezTo>
                      <a:pt x="20" y="9"/>
                      <a:pt x="21" y="8"/>
                      <a:pt x="21" y="7"/>
                    </a:cubicBezTo>
                    <a:cubicBezTo>
                      <a:pt x="22" y="6"/>
                      <a:pt x="21" y="5"/>
                      <a:pt x="22" y="3"/>
                    </a:cubicBezTo>
                    <a:cubicBezTo>
                      <a:pt x="22" y="0"/>
                      <a:pt x="18" y="4"/>
                      <a:pt x="17" y="4"/>
                    </a:cubicBezTo>
                    <a:cubicBezTo>
                      <a:pt x="15" y="4"/>
                      <a:pt x="14" y="3"/>
                      <a:pt x="12" y="5"/>
                    </a:cubicBezTo>
                    <a:cubicBezTo>
                      <a:pt x="12" y="5"/>
                      <a:pt x="10" y="9"/>
                      <a:pt x="9" y="8"/>
                    </a:cubicBezTo>
                    <a:cubicBezTo>
                      <a:pt x="7" y="8"/>
                      <a:pt x="6" y="8"/>
                      <a:pt x="4" y="9"/>
                    </a:cubicBezTo>
                    <a:cubicBezTo>
                      <a:pt x="4" y="10"/>
                      <a:pt x="4" y="12"/>
                      <a:pt x="3" y="12"/>
                    </a:cubicBezTo>
                    <a:cubicBezTo>
                      <a:pt x="3" y="13"/>
                      <a:pt x="1" y="13"/>
                      <a:pt x="0" y="13"/>
                    </a:cubicBezTo>
                    <a:cubicBezTo>
                      <a:pt x="2" y="15"/>
                      <a:pt x="4" y="18"/>
                      <a:pt x="6" y="19"/>
                    </a:cubicBezTo>
                    <a:cubicBezTo>
                      <a:pt x="7" y="21"/>
                      <a:pt x="9" y="22"/>
                      <a:pt x="11" y="22"/>
                    </a:cubicBezTo>
                    <a:cubicBezTo>
                      <a:pt x="12" y="22"/>
                      <a:pt x="14" y="22"/>
                      <a:pt x="15" y="23"/>
                    </a:cubicBezTo>
                    <a:cubicBezTo>
                      <a:pt x="16" y="23"/>
                      <a:pt x="15" y="22"/>
                      <a:pt x="15" y="2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3" name="Freeform 632"/>
              <p:cNvSpPr>
                <a:spLocks/>
              </p:cNvSpPr>
              <p:nvPr/>
            </p:nvSpPr>
            <p:spPr bwMode="auto">
              <a:xfrm>
                <a:off x="7681084" y="8520197"/>
                <a:ext cx="159235" cy="140163"/>
              </a:xfrm>
              <a:custGeom>
                <a:avLst/>
                <a:gdLst>
                  <a:gd name="T0" fmla="*/ 16 w 17"/>
                  <a:gd name="T1" fmla="*/ 10 h 15"/>
                  <a:gd name="T2" fmla="*/ 17 w 17"/>
                  <a:gd name="T3" fmla="*/ 8 h 15"/>
                  <a:gd name="T4" fmla="*/ 15 w 17"/>
                  <a:gd name="T5" fmla="*/ 6 h 15"/>
                  <a:gd name="T6" fmla="*/ 12 w 17"/>
                  <a:gd name="T7" fmla="*/ 2 h 15"/>
                  <a:gd name="T8" fmla="*/ 8 w 17"/>
                  <a:gd name="T9" fmla="*/ 1 h 15"/>
                  <a:gd name="T10" fmla="*/ 3 w 17"/>
                  <a:gd name="T11" fmla="*/ 0 h 15"/>
                  <a:gd name="T12" fmla="*/ 3 w 17"/>
                  <a:gd name="T13" fmla="*/ 6 h 15"/>
                  <a:gd name="T14" fmla="*/ 6 w 17"/>
                  <a:gd name="T15" fmla="*/ 7 h 15"/>
                  <a:gd name="T16" fmla="*/ 4 w 17"/>
                  <a:gd name="T17" fmla="*/ 5 h 15"/>
                  <a:gd name="T18" fmla="*/ 7 w 17"/>
                  <a:gd name="T19" fmla="*/ 7 h 15"/>
                  <a:gd name="T20" fmla="*/ 11 w 17"/>
                  <a:gd name="T21" fmla="*/ 10 h 15"/>
                  <a:gd name="T22" fmla="*/ 14 w 17"/>
                  <a:gd name="T23" fmla="*/ 14 h 15"/>
                  <a:gd name="T24" fmla="*/ 16 w 17"/>
                  <a:gd name="T25" fmla="*/ 10 h 15"/>
                  <a:gd name="T26" fmla="*/ 16 w 17"/>
                  <a:gd name="T27" fmla="*/ 1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5">
                    <a:moveTo>
                      <a:pt x="16" y="10"/>
                    </a:moveTo>
                    <a:cubicBezTo>
                      <a:pt x="16" y="9"/>
                      <a:pt x="16" y="8"/>
                      <a:pt x="17" y="8"/>
                    </a:cubicBezTo>
                    <a:cubicBezTo>
                      <a:pt x="16" y="7"/>
                      <a:pt x="16" y="6"/>
                      <a:pt x="15" y="6"/>
                    </a:cubicBezTo>
                    <a:cubicBezTo>
                      <a:pt x="14" y="5"/>
                      <a:pt x="13" y="2"/>
                      <a:pt x="12" y="2"/>
                    </a:cubicBezTo>
                    <a:cubicBezTo>
                      <a:pt x="10" y="2"/>
                      <a:pt x="9" y="2"/>
                      <a:pt x="8" y="1"/>
                    </a:cubicBezTo>
                    <a:cubicBezTo>
                      <a:pt x="7" y="0"/>
                      <a:pt x="4" y="0"/>
                      <a:pt x="3" y="0"/>
                    </a:cubicBezTo>
                    <a:cubicBezTo>
                      <a:pt x="4" y="1"/>
                      <a:pt x="0" y="6"/>
                      <a:pt x="3" y="6"/>
                    </a:cubicBezTo>
                    <a:cubicBezTo>
                      <a:pt x="4" y="6"/>
                      <a:pt x="4" y="8"/>
                      <a:pt x="6" y="7"/>
                    </a:cubicBezTo>
                    <a:cubicBezTo>
                      <a:pt x="7" y="6"/>
                      <a:pt x="4" y="5"/>
                      <a:pt x="4" y="5"/>
                    </a:cubicBezTo>
                    <a:cubicBezTo>
                      <a:pt x="5" y="5"/>
                      <a:pt x="7" y="6"/>
                      <a:pt x="7" y="7"/>
                    </a:cubicBezTo>
                    <a:cubicBezTo>
                      <a:pt x="8" y="9"/>
                      <a:pt x="10" y="8"/>
                      <a:pt x="11" y="10"/>
                    </a:cubicBezTo>
                    <a:cubicBezTo>
                      <a:pt x="12" y="11"/>
                      <a:pt x="12" y="13"/>
                      <a:pt x="14" y="14"/>
                    </a:cubicBezTo>
                    <a:cubicBezTo>
                      <a:pt x="17" y="15"/>
                      <a:pt x="17" y="12"/>
                      <a:pt x="16" y="10"/>
                    </a:cubicBezTo>
                    <a:cubicBezTo>
                      <a:pt x="16" y="9"/>
                      <a:pt x="16" y="11"/>
                      <a:pt x="16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4" name="Freeform 633"/>
              <p:cNvSpPr>
                <a:spLocks/>
              </p:cNvSpPr>
              <p:nvPr/>
            </p:nvSpPr>
            <p:spPr bwMode="auto">
              <a:xfrm>
                <a:off x="7502737" y="8360921"/>
                <a:ext cx="105096" cy="82827"/>
              </a:xfrm>
              <a:custGeom>
                <a:avLst/>
                <a:gdLst>
                  <a:gd name="T0" fmla="*/ 4 w 11"/>
                  <a:gd name="T1" fmla="*/ 1 h 9"/>
                  <a:gd name="T2" fmla="*/ 4 w 11"/>
                  <a:gd name="T3" fmla="*/ 0 h 9"/>
                  <a:gd name="T4" fmla="*/ 0 w 11"/>
                  <a:gd name="T5" fmla="*/ 4 h 9"/>
                  <a:gd name="T6" fmla="*/ 11 w 11"/>
                  <a:gd name="T7" fmla="*/ 5 h 9"/>
                  <a:gd name="T8" fmla="*/ 4 w 11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4" y="1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1" y="3"/>
                      <a:pt x="0" y="4"/>
                    </a:cubicBezTo>
                    <a:cubicBezTo>
                      <a:pt x="2" y="5"/>
                      <a:pt x="11" y="9"/>
                      <a:pt x="11" y="5"/>
                    </a:cubicBezTo>
                    <a:cubicBezTo>
                      <a:pt x="11" y="2"/>
                      <a:pt x="6" y="3"/>
                      <a:pt x="4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5" name="Freeform 634"/>
              <p:cNvSpPr>
                <a:spLocks/>
              </p:cNvSpPr>
              <p:nvPr/>
            </p:nvSpPr>
            <p:spPr bwMode="auto">
              <a:xfrm>
                <a:off x="7391272" y="8192091"/>
                <a:ext cx="187902" cy="216615"/>
              </a:xfrm>
              <a:custGeom>
                <a:avLst/>
                <a:gdLst>
                  <a:gd name="T0" fmla="*/ 16 w 20"/>
                  <a:gd name="T1" fmla="*/ 16 h 23"/>
                  <a:gd name="T2" fmla="*/ 20 w 20"/>
                  <a:gd name="T3" fmla="*/ 12 h 23"/>
                  <a:gd name="T4" fmla="*/ 16 w 20"/>
                  <a:gd name="T5" fmla="*/ 8 h 23"/>
                  <a:gd name="T6" fmla="*/ 16 w 20"/>
                  <a:gd name="T7" fmla="*/ 1 h 23"/>
                  <a:gd name="T8" fmla="*/ 8 w 20"/>
                  <a:gd name="T9" fmla="*/ 1 h 23"/>
                  <a:gd name="T10" fmla="*/ 7 w 20"/>
                  <a:gd name="T11" fmla="*/ 6 h 23"/>
                  <a:gd name="T12" fmla="*/ 8 w 20"/>
                  <a:gd name="T13" fmla="*/ 10 h 23"/>
                  <a:gd name="T14" fmla="*/ 4 w 20"/>
                  <a:gd name="T15" fmla="*/ 10 h 23"/>
                  <a:gd name="T16" fmla="*/ 2 w 20"/>
                  <a:gd name="T17" fmla="*/ 15 h 23"/>
                  <a:gd name="T18" fmla="*/ 12 w 20"/>
                  <a:gd name="T19" fmla="*/ 21 h 23"/>
                  <a:gd name="T20" fmla="*/ 16 w 20"/>
                  <a:gd name="T21" fmla="*/ 1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" h="23">
                    <a:moveTo>
                      <a:pt x="16" y="16"/>
                    </a:moveTo>
                    <a:cubicBezTo>
                      <a:pt x="16" y="14"/>
                      <a:pt x="19" y="13"/>
                      <a:pt x="20" y="12"/>
                    </a:cubicBezTo>
                    <a:cubicBezTo>
                      <a:pt x="17" y="11"/>
                      <a:pt x="16" y="11"/>
                      <a:pt x="16" y="8"/>
                    </a:cubicBezTo>
                    <a:cubicBezTo>
                      <a:pt x="16" y="7"/>
                      <a:pt x="17" y="2"/>
                      <a:pt x="16" y="1"/>
                    </a:cubicBezTo>
                    <a:cubicBezTo>
                      <a:pt x="15" y="0"/>
                      <a:pt x="10" y="1"/>
                      <a:pt x="8" y="1"/>
                    </a:cubicBezTo>
                    <a:cubicBezTo>
                      <a:pt x="6" y="1"/>
                      <a:pt x="6" y="4"/>
                      <a:pt x="7" y="6"/>
                    </a:cubicBezTo>
                    <a:cubicBezTo>
                      <a:pt x="8" y="7"/>
                      <a:pt x="12" y="10"/>
                      <a:pt x="8" y="10"/>
                    </a:cubicBezTo>
                    <a:cubicBezTo>
                      <a:pt x="7" y="10"/>
                      <a:pt x="5" y="10"/>
                      <a:pt x="4" y="10"/>
                    </a:cubicBezTo>
                    <a:cubicBezTo>
                      <a:pt x="2" y="10"/>
                      <a:pt x="2" y="14"/>
                      <a:pt x="2" y="15"/>
                    </a:cubicBezTo>
                    <a:cubicBezTo>
                      <a:pt x="0" y="21"/>
                      <a:pt x="8" y="20"/>
                      <a:pt x="12" y="21"/>
                    </a:cubicBezTo>
                    <a:cubicBezTo>
                      <a:pt x="13" y="23"/>
                      <a:pt x="16" y="17"/>
                      <a:pt x="16" y="1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6" name="Freeform 635"/>
              <p:cNvSpPr>
                <a:spLocks/>
              </p:cNvSpPr>
              <p:nvPr/>
            </p:nvSpPr>
            <p:spPr bwMode="auto">
              <a:xfrm>
                <a:off x="6254330" y="7453043"/>
                <a:ext cx="1398093" cy="898324"/>
              </a:xfrm>
              <a:custGeom>
                <a:avLst/>
                <a:gdLst>
                  <a:gd name="T0" fmla="*/ 132 w 150"/>
                  <a:gd name="T1" fmla="*/ 88 h 96"/>
                  <a:gd name="T2" fmla="*/ 130 w 150"/>
                  <a:gd name="T3" fmla="*/ 80 h 96"/>
                  <a:gd name="T4" fmla="*/ 144 w 150"/>
                  <a:gd name="T5" fmla="*/ 78 h 96"/>
                  <a:gd name="T6" fmla="*/ 146 w 150"/>
                  <a:gd name="T7" fmla="*/ 68 h 96"/>
                  <a:gd name="T8" fmla="*/ 146 w 150"/>
                  <a:gd name="T9" fmla="*/ 61 h 96"/>
                  <a:gd name="T10" fmla="*/ 132 w 150"/>
                  <a:gd name="T11" fmla="*/ 64 h 96"/>
                  <a:gd name="T12" fmla="*/ 126 w 150"/>
                  <a:gd name="T13" fmla="*/ 76 h 96"/>
                  <a:gd name="T14" fmla="*/ 110 w 150"/>
                  <a:gd name="T15" fmla="*/ 76 h 96"/>
                  <a:gd name="T16" fmla="*/ 102 w 150"/>
                  <a:gd name="T17" fmla="*/ 69 h 96"/>
                  <a:gd name="T18" fmla="*/ 96 w 150"/>
                  <a:gd name="T19" fmla="*/ 51 h 96"/>
                  <a:gd name="T20" fmla="*/ 98 w 150"/>
                  <a:gd name="T21" fmla="*/ 38 h 96"/>
                  <a:gd name="T22" fmla="*/ 90 w 150"/>
                  <a:gd name="T23" fmla="*/ 35 h 96"/>
                  <a:gd name="T24" fmla="*/ 82 w 150"/>
                  <a:gd name="T25" fmla="*/ 24 h 96"/>
                  <a:gd name="T26" fmla="*/ 75 w 150"/>
                  <a:gd name="T27" fmla="*/ 17 h 96"/>
                  <a:gd name="T28" fmla="*/ 68 w 150"/>
                  <a:gd name="T29" fmla="*/ 20 h 96"/>
                  <a:gd name="T30" fmla="*/ 59 w 150"/>
                  <a:gd name="T31" fmla="*/ 10 h 96"/>
                  <a:gd name="T32" fmla="*/ 45 w 150"/>
                  <a:gd name="T33" fmla="*/ 6 h 96"/>
                  <a:gd name="T34" fmla="*/ 29 w 150"/>
                  <a:gd name="T35" fmla="*/ 8 h 96"/>
                  <a:gd name="T36" fmla="*/ 13 w 150"/>
                  <a:gd name="T37" fmla="*/ 1 h 96"/>
                  <a:gd name="T38" fmla="*/ 7 w 150"/>
                  <a:gd name="T39" fmla="*/ 16 h 96"/>
                  <a:gd name="T40" fmla="*/ 15 w 150"/>
                  <a:gd name="T41" fmla="*/ 28 h 96"/>
                  <a:gd name="T42" fmla="*/ 15 w 150"/>
                  <a:gd name="T43" fmla="*/ 32 h 96"/>
                  <a:gd name="T44" fmla="*/ 25 w 150"/>
                  <a:gd name="T45" fmla="*/ 38 h 96"/>
                  <a:gd name="T46" fmla="*/ 26 w 150"/>
                  <a:gd name="T47" fmla="*/ 44 h 96"/>
                  <a:gd name="T48" fmla="*/ 36 w 150"/>
                  <a:gd name="T49" fmla="*/ 53 h 96"/>
                  <a:gd name="T50" fmla="*/ 36 w 150"/>
                  <a:gd name="T51" fmla="*/ 47 h 96"/>
                  <a:gd name="T52" fmla="*/ 32 w 150"/>
                  <a:gd name="T53" fmla="*/ 42 h 96"/>
                  <a:gd name="T54" fmla="*/ 26 w 150"/>
                  <a:gd name="T55" fmla="*/ 32 h 96"/>
                  <a:gd name="T56" fmla="*/ 20 w 150"/>
                  <a:gd name="T57" fmla="*/ 23 h 96"/>
                  <a:gd name="T58" fmla="*/ 13 w 150"/>
                  <a:gd name="T59" fmla="*/ 16 h 96"/>
                  <a:gd name="T60" fmla="*/ 11 w 150"/>
                  <a:gd name="T61" fmla="*/ 5 h 96"/>
                  <a:gd name="T62" fmla="*/ 15 w 150"/>
                  <a:gd name="T63" fmla="*/ 7 h 96"/>
                  <a:gd name="T64" fmla="*/ 20 w 150"/>
                  <a:gd name="T65" fmla="*/ 9 h 96"/>
                  <a:gd name="T66" fmla="*/ 23 w 150"/>
                  <a:gd name="T67" fmla="*/ 19 h 96"/>
                  <a:gd name="T68" fmla="*/ 23 w 150"/>
                  <a:gd name="T69" fmla="*/ 20 h 96"/>
                  <a:gd name="T70" fmla="*/ 32 w 150"/>
                  <a:gd name="T71" fmla="*/ 27 h 96"/>
                  <a:gd name="T72" fmla="*/ 36 w 150"/>
                  <a:gd name="T73" fmla="*/ 33 h 96"/>
                  <a:gd name="T74" fmla="*/ 38 w 150"/>
                  <a:gd name="T75" fmla="*/ 38 h 96"/>
                  <a:gd name="T76" fmla="*/ 46 w 150"/>
                  <a:gd name="T77" fmla="*/ 45 h 96"/>
                  <a:gd name="T78" fmla="*/ 54 w 150"/>
                  <a:gd name="T79" fmla="*/ 53 h 96"/>
                  <a:gd name="T80" fmla="*/ 56 w 150"/>
                  <a:gd name="T81" fmla="*/ 59 h 96"/>
                  <a:gd name="T82" fmla="*/ 58 w 150"/>
                  <a:gd name="T83" fmla="*/ 65 h 96"/>
                  <a:gd name="T84" fmla="*/ 60 w 150"/>
                  <a:gd name="T85" fmla="*/ 72 h 96"/>
                  <a:gd name="T86" fmla="*/ 68 w 150"/>
                  <a:gd name="T87" fmla="*/ 77 h 96"/>
                  <a:gd name="T88" fmla="*/ 89 w 150"/>
                  <a:gd name="T89" fmla="*/ 86 h 96"/>
                  <a:gd name="T90" fmla="*/ 113 w 150"/>
                  <a:gd name="T91" fmla="*/ 88 h 96"/>
                  <a:gd name="T92" fmla="*/ 126 w 150"/>
                  <a:gd name="T93" fmla="*/ 8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0" h="96">
                    <a:moveTo>
                      <a:pt x="126" y="89"/>
                    </a:moveTo>
                    <a:cubicBezTo>
                      <a:pt x="127" y="89"/>
                      <a:pt x="134" y="90"/>
                      <a:pt x="132" y="88"/>
                    </a:cubicBezTo>
                    <a:cubicBezTo>
                      <a:pt x="131" y="86"/>
                      <a:pt x="129" y="85"/>
                      <a:pt x="128" y="83"/>
                    </a:cubicBezTo>
                    <a:cubicBezTo>
                      <a:pt x="128" y="83"/>
                      <a:pt x="129" y="80"/>
                      <a:pt x="130" y="80"/>
                    </a:cubicBezTo>
                    <a:cubicBezTo>
                      <a:pt x="131" y="79"/>
                      <a:pt x="136" y="80"/>
                      <a:pt x="138" y="80"/>
                    </a:cubicBezTo>
                    <a:cubicBezTo>
                      <a:pt x="141" y="80"/>
                      <a:pt x="140" y="75"/>
                      <a:pt x="144" y="78"/>
                    </a:cubicBezTo>
                    <a:cubicBezTo>
                      <a:pt x="145" y="76"/>
                      <a:pt x="146" y="75"/>
                      <a:pt x="146" y="73"/>
                    </a:cubicBezTo>
                    <a:cubicBezTo>
                      <a:pt x="146" y="71"/>
                      <a:pt x="145" y="69"/>
                      <a:pt x="146" y="68"/>
                    </a:cubicBezTo>
                    <a:cubicBezTo>
                      <a:pt x="147" y="66"/>
                      <a:pt x="150" y="64"/>
                      <a:pt x="150" y="63"/>
                    </a:cubicBezTo>
                    <a:cubicBezTo>
                      <a:pt x="149" y="61"/>
                      <a:pt x="148" y="61"/>
                      <a:pt x="146" y="61"/>
                    </a:cubicBezTo>
                    <a:cubicBezTo>
                      <a:pt x="143" y="61"/>
                      <a:pt x="139" y="61"/>
                      <a:pt x="136" y="62"/>
                    </a:cubicBezTo>
                    <a:cubicBezTo>
                      <a:pt x="134" y="62"/>
                      <a:pt x="133" y="63"/>
                      <a:pt x="132" y="64"/>
                    </a:cubicBezTo>
                    <a:cubicBezTo>
                      <a:pt x="131" y="66"/>
                      <a:pt x="132" y="68"/>
                      <a:pt x="131" y="70"/>
                    </a:cubicBezTo>
                    <a:cubicBezTo>
                      <a:pt x="131" y="71"/>
                      <a:pt x="126" y="76"/>
                      <a:pt x="126" y="76"/>
                    </a:cubicBezTo>
                    <a:cubicBezTo>
                      <a:pt x="122" y="75"/>
                      <a:pt x="118" y="76"/>
                      <a:pt x="114" y="78"/>
                    </a:cubicBezTo>
                    <a:cubicBezTo>
                      <a:pt x="112" y="78"/>
                      <a:pt x="111" y="77"/>
                      <a:pt x="110" y="76"/>
                    </a:cubicBezTo>
                    <a:cubicBezTo>
                      <a:pt x="109" y="75"/>
                      <a:pt x="107" y="75"/>
                      <a:pt x="105" y="74"/>
                    </a:cubicBezTo>
                    <a:cubicBezTo>
                      <a:pt x="103" y="74"/>
                      <a:pt x="103" y="71"/>
                      <a:pt x="102" y="69"/>
                    </a:cubicBezTo>
                    <a:cubicBezTo>
                      <a:pt x="101" y="67"/>
                      <a:pt x="99" y="66"/>
                      <a:pt x="98" y="64"/>
                    </a:cubicBezTo>
                    <a:cubicBezTo>
                      <a:pt x="97" y="60"/>
                      <a:pt x="95" y="55"/>
                      <a:pt x="96" y="51"/>
                    </a:cubicBezTo>
                    <a:cubicBezTo>
                      <a:pt x="96" y="48"/>
                      <a:pt x="95" y="44"/>
                      <a:pt x="97" y="41"/>
                    </a:cubicBezTo>
                    <a:cubicBezTo>
                      <a:pt x="98" y="40"/>
                      <a:pt x="98" y="39"/>
                      <a:pt x="98" y="38"/>
                    </a:cubicBezTo>
                    <a:cubicBezTo>
                      <a:pt x="99" y="36"/>
                      <a:pt x="97" y="37"/>
                      <a:pt x="96" y="36"/>
                    </a:cubicBezTo>
                    <a:cubicBezTo>
                      <a:pt x="94" y="36"/>
                      <a:pt x="92" y="35"/>
                      <a:pt x="90" y="35"/>
                    </a:cubicBezTo>
                    <a:cubicBezTo>
                      <a:pt x="89" y="34"/>
                      <a:pt x="87" y="32"/>
                      <a:pt x="87" y="30"/>
                    </a:cubicBezTo>
                    <a:cubicBezTo>
                      <a:pt x="87" y="27"/>
                      <a:pt x="84" y="26"/>
                      <a:pt x="82" y="24"/>
                    </a:cubicBezTo>
                    <a:cubicBezTo>
                      <a:pt x="81" y="22"/>
                      <a:pt x="81" y="20"/>
                      <a:pt x="80" y="18"/>
                    </a:cubicBezTo>
                    <a:cubicBezTo>
                      <a:pt x="79" y="17"/>
                      <a:pt x="77" y="17"/>
                      <a:pt x="75" y="17"/>
                    </a:cubicBezTo>
                    <a:cubicBezTo>
                      <a:pt x="74" y="16"/>
                      <a:pt x="72" y="16"/>
                      <a:pt x="71" y="17"/>
                    </a:cubicBezTo>
                    <a:cubicBezTo>
                      <a:pt x="71" y="18"/>
                      <a:pt x="70" y="20"/>
                      <a:pt x="68" y="20"/>
                    </a:cubicBezTo>
                    <a:cubicBezTo>
                      <a:pt x="66" y="20"/>
                      <a:pt x="63" y="18"/>
                      <a:pt x="62" y="16"/>
                    </a:cubicBezTo>
                    <a:cubicBezTo>
                      <a:pt x="61" y="13"/>
                      <a:pt x="61" y="12"/>
                      <a:pt x="59" y="10"/>
                    </a:cubicBezTo>
                    <a:cubicBezTo>
                      <a:pt x="57" y="9"/>
                      <a:pt x="54" y="6"/>
                      <a:pt x="52" y="6"/>
                    </a:cubicBezTo>
                    <a:cubicBezTo>
                      <a:pt x="51" y="5"/>
                      <a:pt x="45" y="5"/>
                      <a:pt x="45" y="6"/>
                    </a:cubicBezTo>
                    <a:cubicBezTo>
                      <a:pt x="43" y="9"/>
                      <a:pt x="42" y="8"/>
                      <a:pt x="39" y="8"/>
                    </a:cubicBezTo>
                    <a:cubicBezTo>
                      <a:pt x="35" y="8"/>
                      <a:pt x="32" y="8"/>
                      <a:pt x="29" y="8"/>
                    </a:cubicBezTo>
                    <a:cubicBezTo>
                      <a:pt x="28" y="8"/>
                      <a:pt x="25" y="6"/>
                      <a:pt x="23" y="5"/>
                    </a:cubicBezTo>
                    <a:cubicBezTo>
                      <a:pt x="20" y="4"/>
                      <a:pt x="17" y="3"/>
                      <a:pt x="13" y="1"/>
                    </a:cubicBezTo>
                    <a:cubicBezTo>
                      <a:pt x="9" y="0"/>
                      <a:pt x="4" y="1"/>
                      <a:pt x="0" y="2"/>
                    </a:cubicBezTo>
                    <a:cubicBezTo>
                      <a:pt x="1" y="7"/>
                      <a:pt x="5" y="11"/>
                      <a:pt x="7" y="16"/>
                    </a:cubicBezTo>
                    <a:cubicBezTo>
                      <a:pt x="8" y="18"/>
                      <a:pt x="11" y="20"/>
                      <a:pt x="13" y="21"/>
                    </a:cubicBezTo>
                    <a:cubicBezTo>
                      <a:pt x="14" y="23"/>
                      <a:pt x="16" y="26"/>
                      <a:pt x="15" y="28"/>
                    </a:cubicBezTo>
                    <a:cubicBezTo>
                      <a:pt x="15" y="28"/>
                      <a:pt x="8" y="26"/>
                      <a:pt x="12" y="29"/>
                    </a:cubicBezTo>
                    <a:cubicBezTo>
                      <a:pt x="13" y="30"/>
                      <a:pt x="14" y="31"/>
                      <a:pt x="15" y="32"/>
                    </a:cubicBezTo>
                    <a:cubicBezTo>
                      <a:pt x="17" y="32"/>
                      <a:pt x="18" y="32"/>
                      <a:pt x="19" y="33"/>
                    </a:cubicBezTo>
                    <a:cubicBezTo>
                      <a:pt x="21" y="34"/>
                      <a:pt x="23" y="36"/>
                      <a:pt x="25" y="38"/>
                    </a:cubicBezTo>
                    <a:cubicBezTo>
                      <a:pt x="26" y="39"/>
                      <a:pt x="25" y="41"/>
                      <a:pt x="24" y="42"/>
                    </a:cubicBezTo>
                    <a:cubicBezTo>
                      <a:pt x="23" y="43"/>
                      <a:pt x="25" y="44"/>
                      <a:pt x="26" y="44"/>
                    </a:cubicBezTo>
                    <a:cubicBezTo>
                      <a:pt x="29" y="46"/>
                      <a:pt x="31" y="48"/>
                      <a:pt x="33" y="50"/>
                    </a:cubicBezTo>
                    <a:cubicBezTo>
                      <a:pt x="34" y="51"/>
                      <a:pt x="35" y="53"/>
                      <a:pt x="36" y="53"/>
                    </a:cubicBezTo>
                    <a:cubicBezTo>
                      <a:pt x="37" y="53"/>
                      <a:pt x="38" y="51"/>
                      <a:pt x="37" y="50"/>
                    </a:cubicBezTo>
                    <a:cubicBezTo>
                      <a:pt x="37" y="49"/>
                      <a:pt x="36" y="48"/>
                      <a:pt x="36" y="47"/>
                    </a:cubicBezTo>
                    <a:cubicBezTo>
                      <a:pt x="35" y="46"/>
                      <a:pt x="33" y="47"/>
                      <a:pt x="32" y="46"/>
                    </a:cubicBezTo>
                    <a:cubicBezTo>
                      <a:pt x="30" y="44"/>
                      <a:pt x="32" y="44"/>
                      <a:pt x="32" y="42"/>
                    </a:cubicBezTo>
                    <a:cubicBezTo>
                      <a:pt x="32" y="42"/>
                      <a:pt x="30" y="40"/>
                      <a:pt x="30" y="39"/>
                    </a:cubicBezTo>
                    <a:cubicBezTo>
                      <a:pt x="28" y="37"/>
                      <a:pt x="28" y="34"/>
                      <a:pt x="26" y="32"/>
                    </a:cubicBezTo>
                    <a:cubicBezTo>
                      <a:pt x="24" y="31"/>
                      <a:pt x="22" y="29"/>
                      <a:pt x="21" y="27"/>
                    </a:cubicBezTo>
                    <a:cubicBezTo>
                      <a:pt x="21" y="26"/>
                      <a:pt x="21" y="24"/>
                      <a:pt x="20" y="23"/>
                    </a:cubicBezTo>
                    <a:cubicBezTo>
                      <a:pt x="19" y="22"/>
                      <a:pt x="18" y="21"/>
                      <a:pt x="17" y="20"/>
                    </a:cubicBezTo>
                    <a:cubicBezTo>
                      <a:pt x="16" y="18"/>
                      <a:pt x="15" y="17"/>
                      <a:pt x="13" y="16"/>
                    </a:cubicBezTo>
                    <a:cubicBezTo>
                      <a:pt x="12" y="15"/>
                      <a:pt x="12" y="13"/>
                      <a:pt x="12" y="12"/>
                    </a:cubicBezTo>
                    <a:cubicBezTo>
                      <a:pt x="12" y="11"/>
                      <a:pt x="10" y="6"/>
                      <a:pt x="11" y="5"/>
                    </a:cubicBezTo>
                    <a:cubicBezTo>
                      <a:pt x="12" y="4"/>
                      <a:pt x="13" y="7"/>
                      <a:pt x="1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7" y="6"/>
                      <a:pt x="17" y="7"/>
                      <a:pt x="18" y="8"/>
                    </a:cubicBezTo>
                    <a:cubicBezTo>
                      <a:pt x="19" y="8"/>
                      <a:pt x="20" y="8"/>
                      <a:pt x="20" y="9"/>
                    </a:cubicBezTo>
                    <a:cubicBezTo>
                      <a:pt x="20" y="11"/>
                      <a:pt x="21" y="13"/>
                      <a:pt x="22" y="15"/>
                    </a:cubicBezTo>
                    <a:cubicBezTo>
                      <a:pt x="22" y="16"/>
                      <a:pt x="23" y="18"/>
                      <a:pt x="23" y="19"/>
                    </a:cubicBezTo>
                    <a:cubicBezTo>
                      <a:pt x="23" y="20"/>
                      <a:pt x="22" y="21"/>
                      <a:pt x="22" y="22"/>
                    </a:cubicBezTo>
                    <a:cubicBezTo>
                      <a:pt x="23" y="22"/>
                      <a:pt x="23" y="20"/>
                      <a:pt x="23" y="20"/>
                    </a:cubicBezTo>
                    <a:cubicBezTo>
                      <a:pt x="24" y="19"/>
                      <a:pt x="25" y="22"/>
                      <a:pt x="26" y="22"/>
                    </a:cubicBezTo>
                    <a:cubicBezTo>
                      <a:pt x="27" y="23"/>
                      <a:pt x="32" y="26"/>
                      <a:pt x="32" y="27"/>
                    </a:cubicBezTo>
                    <a:cubicBezTo>
                      <a:pt x="32" y="29"/>
                      <a:pt x="33" y="30"/>
                      <a:pt x="34" y="30"/>
                    </a:cubicBezTo>
                    <a:cubicBezTo>
                      <a:pt x="35" y="31"/>
                      <a:pt x="35" y="32"/>
                      <a:pt x="36" y="33"/>
                    </a:cubicBezTo>
                    <a:cubicBezTo>
                      <a:pt x="37" y="34"/>
                      <a:pt x="38" y="33"/>
                      <a:pt x="38" y="34"/>
                    </a:cubicBezTo>
                    <a:cubicBezTo>
                      <a:pt x="39" y="35"/>
                      <a:pt x="37" y="36"/>
                      <a:pt x="38" y="38"/>
                    </a:cubicBezTo>
                    <a:cubicBezTo>
                      <a:pt x="40" y="39"/>
                      <a:pt x="42" y="40"/>
                      <a:pt x="44" y="42"/>
                    </a:cubicBezTo>
                    <a:cubicBezTo>
                      <a:pt x="45" y="43"/>
                      <a:pt x="45" y="44"/>
                      <a:pt x="46" y="45"/>
                    </a:cubicBezTo>
                    <a:cubicBezTo>
                      <a:pt x="47" y="46"/>
                      <a:pt x="48" y="46"/>
                      <a:pt x="49" y="48"/>
                    </a:cubicBezTo>
                    <a:cubicBezTo>
                      <a:pt x="51" y="49"/>
                      <a:pt x="52" y="51"/>
                      <a:pt x="54" y="53"/>
                    </a:cubicBezTo>
                    <a:cubicBezTo>
                      <a:pt x="55" y="54"/>
                      <a:pt x="56" y="55"/>
                      <a:pt x="57" y="56"/>
                    </a:cubicBezTo>
                    <a:cubicBezTo>
                      <a:pt x="58" y="58"/>
                      <a:pt x="56" y="58"/>
                      <a:pt x="56" y="59"/>
                    </a:cubicBezTo>
                    <a:cubicBezTo>
                      <a:pt x="56" y="60"/>
                      <a:pt x="59" y="59"/>
                      <a:pt x="59" y="61"/>
                    </a:cubicBezTo>
                    <a:cubicBezTo>
                      <a:pt x="58" y="63"/>
                      <a:pt x="57" y="63"/>
                      <a:pt x="58" y="65"/>
                    </a:cubicBezTo>
                    <a:cubicBezTo>
                      <a:pt x="58" y="65"/>
                      <a:pt x="56" y="67"/>
                      <a:pt x="57" y="68"/>
                    </a:cubicBezTo>
                    <a:cubicBezTo>
                      <a:pt x="58" y="69"/>
                      <a:pt x="59" y="71"/>
                      <a:pt x="60" y="72"/>
                    </a:cubicBezTo>
                    <a:cubicBezTo>
                      <a:pt x="61" y="73"/>
                      <a:pt x="62" y="73"/>
                      <a:pt x="63" y="73"/>
                    </a:cubicBezTo>
                    <a:cubicBezTo>
                      <a:pt x="66" y="74"/>
                      <a:pt x="66" y="76"/>
                      <a:pt x="68" y="77"/>
                    </a:cubicBezTo>
                    <a:cubicBezTo>
                      <a:pt x="71" y="79"/>
                      <a:pt x="75" y="79"/>
                      <a:pt x="77" y="81"/>
                    </a:cubicBezTo>
                    <a:cubicBezTo>
                      <a:pt x="81" y="83"/>
                      <a:pt x="85" y="85"/>
                      <a:pt x="89" y="86"/>
                    </a:cubicBezTo>
                    <a:cubicBezTo>
                      <a:pt x="92" y="88"/>
                      <a:pt x="97" y="90"/>
                      <a:pt x="101" y="91"/>
                    </a:cubicBezTo>
                    <a:cubicBezTo>
                      <a:pt x="105" y="91"/>
                      <a:pt x="108" y="87"/>
                      <a:pt x="113" y="88"/>
                    </a:cubicBezTo>
                    <a:cubicBezTo>
                      <a:pt x="117" y="89"/>
                      <a:pt x="120" y="93"/>
                      <a:pt x="123" y="96"/>
                    </a:cubicBezTo>
                    <a:cubicBezTo>
                      <a:pt x="123" y="95"/>
                      <a:pt x="124" y="90"/>
                      <a:pt x="126" y="89"/>
                    </a:cubicBezTo>
                    <a:cubicBezTo>
                      <a:pt x="127" y="89"/>
                      <a:pt x="125" y="89"/>
                      <a:pt x="126" y="8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7" name="Freeform 636"/>
              <p:cNvSpPr>
                <a:spLocks/>
              </p:cNvSpPr>
              <p:nvPr/>
            </p:nvSpPr>
            <p:spPr bwMode="auto">
              <a:xfrm>
                <a:off x="7531402" y="8287656"/>
                <a:ext cx="280256" cy="149721"/>
              </a:xfrm>
              <a:custGeom>
                <a:avLst/>
                <a:gdLst>
                  <a:gd name="T0" fmla="*/ 12 w 30"/>
                  <a:gd name="T1" fmla="*/ 15 h 16"/>
                  <a:gd name="T2" fmla="*/ 13 w 30"/>
                  <a:gd name="T3" fmla="*/ 13 h 16"/>
                  <a:gd name="T4" fmla="*/ 16 w 30"/>
                  <a:gd name="T5" fmla="*/ 11 h 16"/>
                  <a:gd name="T6" fmla="*/ 20 w 30"/>
                  <a:gd name="T7" fmla="*/ 10 h 16"/>
                  <a:gd name="T8" fmla="*/ 24 w 30"/>
                  <a:gd name="T9" fmla="*/ 7 h 16"/>
                  <a:gd name="T10" fmla="*/ 30 w 30"/>
                  <a:gd name="T11" fmla="*/ 5 h 16"/>
                  <a:gd name="T12" fmla="*/ 20 w 30"/>
                  <a:gd name="T13" fmla="*/ 1 h 16"/>
                  <a:gd name="T14" fmla="*/ 14 w 30"/>
                  <a:gd name="T15" fmla="*/ 2 h 16"/>
                  <a:gd name="T16" fmla="*/ 8 w 30"/>
                  <a:gd name="T17" fmla="*/ 1 h 16"/>
                  <a:gd name="T18" fmla="*/ 2 w 30"/>
                  <a:gd name="T19" fmla="*/ 4 h 16"/>
                  <a:gd name="T20" fmla="*/ 1 w 30"/>
                  <a:gd name="T21" fmla="*/ 9 h 16"/>
                  <a:gd name="T22" fmla="*/ 8 w 30"/>
                  <a:gd name="T23" fmla="*/ 14 h 16"/>
                  <a:gd name="T24" fmla="*/ 10 w 30"/>
                  <a:gd name="T25" fmla="*/ 14 h 16"/>
                  <a:gd name="T26" fmla="*/ 9 w 30"/>
                  <a:gd name="T27" fmla="*/ 16 h 16"/>
                  <a:gd name="T28" fmla="*/ 12 w 30"/>
                  <a:gd name="T2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0" h="16">
                    <a:moveTo>
                      <a:pt x="12" y="15"/>
                    </a:moveTo>
                    <a:cubicBezTo>
                      <a:pt x="13" y="15"/>
                      <a:pt x="13" y="14"/>
                      <a:pt x="13" y="13"/>
                    </a:cubicBezTo>
                    <a:cubicBezTo>
                      <a:pt x="13" y="12"/>
                      <a:pt x="15" y="11"/>
                      <a:pt x="16" y="11"/>
                    </a:cubicBezTo>
                    <a:cubicBezTo>
                      <a:pt x="18" y="10"/>
                      <a:pt x="18" y="12"/>
                      <a:pt x="20" y="10"/>
                    </a:cubicBezTo>
                    <a:cubicBezTo>
                      <a:pt x="21" y="9"/>
                      <a:pt x="22" y="6"/>
                      <a:pt x="24" y="7"/>
                    </a:cubicBezTo>
                    <a:cubicBezTo>
                      <a:pt x="27" y="7"/>
                      <a:pt x="27" y="6"/>
                      <a:pt x="30" y="5"/>
                    </a:cubicBezTo>
                    <a:cubicBezTo>
                      <a:pt x="26" y="3"/>
                      <a:pt x="25" y="0"/>
                      <a:pt x="20" y="1"/>
                    </a:cubicBezTo>
                    <a:cubicBezTo>
                      <a:pt x="18" y="1"/>
                      <a:pt x="16" y="2"/>
                      <a:pt x="14" y="2"/>
                    </a:cubicBezTo>
                    <a:cubicBezTo>
                      <a:pt x="12" y="2"/>
                      <a:pt x="10" y="1"/>
                      <a:pt x="8" y="1"/>
                    </a:cubicBezTo>
                    <a:cubicBezTo>
                      <a:pt x="5" y="2"/>
                      <a:pt x="4" y="2"/>
                      <a:pt x="2" y="4"/>
                    </a:cubicBezTo>
                    <a:cubicBezTo>
                      <a:pt x="2" y="5"/>
                      <a:pt x="0" y="7"/>
                      <a:pt x="1" y="9"/>
                    </a:cubicBezTo>
                    <a:cubicBezTo>
                      <a:pt x="4" y="11"/>
                      <a:pt x="8" y="9"/>
                      <a:pt x="8" y="14"/>
                    </a:cubicBezTo>
                    <a:cubicBezTo>
                      <a:pt x="8" y="14"/>
                      <a:pt x="10" y="14"/>
                      <a:pt x="10" y="14"/>
                    </a:cubicBezTo>
                    <a:cubicBezTo>
                      <a:pt x="10" y="14"/>
                      <a:pt x="9" y="16"/>
                      <a:pt x="9" y="16"/>
                    </a:cubicBezTo>
                    <a:cubicBezTo>
                      <a:pt x="10" y="16"/>
                      <a:pt x="12" y="16"/>
                      <a:pt x="12" y="1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8" name="Freeform 637"/>
              <p:cNvSpPr>
                <a:spLocks/>
              </p:cNvSpPr>
              <p:nvPr/>
            </p:nvSpPr>
            <p:spPr bwMode="auto">
              <a:xfrm>
                <a:off x="7531402" y="8163419"/>
                <a:ext cx="66879" cy="140163"/>
              </a:xfrm>
              <a:custGeom>
                <a:avLst/>
                <a:gdLst>
                  <a:gd name="T0" fmla="*/ 5 w 7"/>
                  <a:gd name="T1" fmla="*/ 1 h 15"/>
                  <a:gd name="T2" fmla="*/ 2 w 7"/>
                  <a:gd name="T3" fmla="*/ 4 h 15"/>
                  <a:gd name="T4" fmla="*/ 1 w 7"/>
                  <a:gd name="T5" fmla="*/ 6 h 15"/>
                  <a:gd name="T6" fmla="*/ 2 w 7"/>
                  <a:gd name="T7" fmla="*/ 14 h 15"/>
                  <a:gd name="T8" fmla="*/ 6 w 7"/>
                  <a:gd name="T9" fmla="*/ 8 h 15"/>
                  <a:gd name="T10" fmla="*/ 7 w 7"/>
                  <a:gd name="T11" fmla="*/ 2 h 15"/>
                  <a:gd name="T12" fmla="*/ 5 w 7"/>
                  <a:gd name="T13" fmla="*/ 1 h 15"/>
                  <a:gd name="T14" fmla="*/ 5 w 7"/>
                  <a:gd name="T15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5">
                    <a:moveTo>
                      <a:pt x="5" y="1"/>
                    </a:moveTo>
                    <a:cubicBezTo>
                      <a:pt x="4" y="0"/>
                      <a:pt x="2" y="3"/>
                      <a:pt x="2" y="4"/>
                    </a:cubicBezTo>
                    <a:cubicBezTo>
                      <a:pt x="1" y="5"/>
                      <a:pt x="1" y="4"/>
                      <a:pt x="1" y="6"/>
                    </a:cubicBezTo>
                    <a:cubicBezTo>
                      <a:pt x="1" y="7"/>
                      <a:pt x="0" y="15"/>
                      <a:pt x="2" y="14"/>
                    </a:cubicBezTo>
                    <a:cubicBezTo>
                      <a:pt x="2" y="13"/>
                      <a:pt x="5" y="10"/>
                      <a:pt x="6" y="8"/>
                    </a:cubicBezTo>
                    <a:cubicBezTo>
                      <a:pt x="6" y="5"/>
                      <a:pt x="6" y="4"/>
                      <a:pt x="7" y="2"/>
                    </a:cubicBezTo>
                    <a:cubicBezTo>
                      <a:pt x="7" y="1"/>
                      <a:pt x="6" y="1"/>
                      <a:pt x="5" y="1"/>
                    </a:cubicBezTo>
                    <a:cubicBezTo>
                      <a:pt x="4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39" name="Freeform 638"/>
              <p:cNvSpPr>
                <a:spLocks/>
              </p:cNvSpPr>
              <p:nvPr/>
            </p:nvSpPr>
            <p:spPr bwMode="auto">
              <a:xfrm>
                <a:off x="8232035" y="8080592"/>
                <a:ext cx="121018" cy="101936"/>
              </a:xfrm>
              <a:custGeom>
                <a:avLst/>
                <a:gdLst>
                  <a:gd name="T0" fmla="*/ 12 w 13"/>
                  <a:gd name="T1" fmla="*/ 3 h 11"/>
                  <a:gd name="T2" fmla="*/ 6 w 13"/>
                  <a:gd name="T3" fmla="*/ 1 h 11"/>
                  <a:gd name="T4" fmla="*/ 7 w 13"/>
                  <a:gd name="T5" fmla="*/ 5 h 11"/>
                  <a:gd name="T6" fmla="*/ 9 w 13"/>
                  <a:gd name="T7" fmla="*/ 9 h 11"/>
                  <a:gd name="T8" fmla="*/ 6 w 13"/>
                  <a:gd name="T9" fmla="*/ 10 h 11"/>
                  <a:gd name="T10" fmla="*/ 5 w 13"/>
                  <a:gd name="T11" fmla="*/ 8 h 11"/>
                  <a:gd name="T12" fmla="*/ 0 w 13"/>
                  <a:gd name="T13" fmla="*/ 9 h 11"/>
                  <a:gd name="T14" fmla="*/ 3 w 13"/>
                  <a:gd name="T15" fmla="*/ 11 h 11"/>
                  <a:gd name="T16" fmla="*/ 13 w 13"/>
                  <a:gd name="T17" fmla="*/ 11 h 11"/>
                  <a:gd name="T18" fmla="*/ 12 w 13"/>
                  <a:gd name="T19" fmla="*/ 3 h 11"/>
                  <a:gd name="T20" fmla="*/ 12 w 13"/>
                  <a:gd name="T21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1">
                    <a:moveTo>
                      <a:pt x="12" y="3"/>
                    </a:moveTo>
                    <a:cubicBezTo>
                      <a:pt x="10" y="3"/>
                      <a:pt x="8" y="0"/>
                      <a:pt x="6" y="1"/>
                    </a:cubicBezTo>
                    <a:cubicBezTo>
                      <a:pt x="3" y="2"/>
                      <a:pt x="7" y="3"/>
                      <a:pt x="7" y="5"/>
                    </a:cubicBezTo>
                    <a:cubicBezTo>
                      <a:pt x="8" y="6"/>
                      <a:pt x="10" y="8"/>
                      <a:pt x="9" y="9"/>
                    </a:cubicBezTo>
                    <a:cubicBezTo>
                      <a:pt x="8" y="10"/>
                      <a:pt x="7" y="10"/>
                      <a:pt x="6" y="10"/>
                    </a:cubicBezTo>
                    <a:cubicBezTo>
                      <a:pt x="4" y="9"/>
                      <a:pt x="6" y="9"/>
                      <a:pt x="5" y="8"/>
                    </a:cubicBezTo>
                    <a:cubicBezTo>
                      <a:pt x="5" y="8"/>
                      <a:pt x="0" y="9"/>
                      <a:pt x="0" y="9"/>
                    </a:cubicBezTo>
                    <a:cubicBezTo>
                      <a:pt x="0" y="11"/>
                      <a:pt x="2" y="11"/>
                      <a:pt x="3" y="11"/>
                    </a:cubicBezTo>
                    <a:cubicBezTo>
                      <a:pt x="6" y="10"/>
                      <a:pt x="9" y="11"/>
                      <a:pt x="13" y="11"/>
                    </a:cubicBezTo>
                    <a:cubicBezTo>
                      <a:pt x="13" y="8"/>
                      <a:pt x="12" y="5"/>
                      <a:pt x="12" y="3"/>
                    </a:cubicBezTo>
                    <a:cubicBezTo>
                      <a:pt x="11" y="3"/>
                      <a:pt x="12" y="5"/>
                      <a:pt x="12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0" name="Freeform 639"/>
              <p:cNvSpPr>
                <a:spLocks/>
              </p:cNvSpPr>
              <p:nvPr/>
            </p:nvSpPr>
            <p:spPr bwMode="auto">
              <a:xfrm>
                <a:off x="8343503" y="8080592"/>
                <a:ext cx="168791" cy="140163"/>
              </a:xfrm>
              <a:custGeom>
                <a:avLst/>
                <a:gdLst>
                  <a:gd name="T0" fmla="*/ 14 w 18"/>
                  <a:gd name="T1" fmla="*/ 7 h 15"/>
                  <a:gd name="T2" fmla="*/ 8 w 18"/>
                  <a:gd name="T3" fmla="*/ 3 h 15"/>
                  <a:gd name="T4" fmla="*/ 1 w 18"/>
                  <a:gd name="T5" fmla="*/ 1 h 15"/>
                  <a:gd name="T6" fmla="*/ 0 w 18"/>
                  <a:gd name="T7" fmla="*/ 3 h 15"/>
                  <a:gd name="T8" fmla="*/ 1 w 18"/>
                  <a:gd name="T9" fmla="*/ 10 h 15"/>
                  <a:gd name="T10" fmla="*/ 2 w 18"/>
                  <a:gd name="T11" fmla="*/ 12 h 15"/>
                  <a:gd name="T12" fmla="*/ 4 w 18"/>
                  <a:gd name="T13" fmla="*/ 10 h 15"/>
                  <a:gd name="T14" fmla="*/ 13 w 18"/>
                  <a:gd name="T15" fmla="*/ 10 h 15"/>
                  <a:gd name="T16" fmla="*/ 17 w 18"/>
                  <a:gd name="T17" fmla="*/ 10 h 15"/>
                  <a:gd name="T18" fmla="*/ 14 w 18"/>
                  <a:gd name="T19" fmla="*/ 7 h 15"/>
                  <a:gd name="T20" fmla="*/ 14 w 18"/>
                  <a:gd name="T21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15">
                    <a:moveTo>
                      <a:pt x="14" y="7"/>
                    </a:moveTo>
                    <a:cubicBezTo>
                      <a:pt x="12" y="6"/>
                      <a:pt x="10" y="4"/>
                      <a:pt x="8" y="3"/>
                    </a:cubicBezTo>
                    <a:cubicBezTo>
                      <a:pt x="7" y="2"/>
                      <a:pt x="2" y="0"/>
                      <a:pt x="1" y="1"/>
                    </a:cubicBezTo>
                    <a:cubicBezTo>
                      <a:pt x="1" y="1"/>
                      <a:pt x="3" y="3"/>
                      <a:pt x="0" y="3"/>
                    </a:cubicBezTo>
                    <a:cubicBezTo>
                      <a:pt x="0" y="5"/>
                      <a:pt x="1" y="7"/>
                      <a:pt x="1" y="10"/>
                    </a:cubicBezTo>
                    <a:cubicBezTo>
                      <a:pt x="1" y="11"/>
                      <a:pt x="1" y="11"/>
                      <a:pt x="2" y="12"/>
                    </a:cubicBezTo>
                    <a:cubicBezTo>
                      <a:pt x="3" y="15"/>
                      <a:pt x="3" y="11"/>
                      <a:pt x="4" y="10"/>
                    </a:cubicBezTo>
                    <a:cubicBezTo>
                      <a:pt x="6" y="8"/>
                      <a:pt x="11" y="10"/>
                      <a:pt x="13" y="10"/>
                    </a:cubicBezTo>
                    <a:cubicBezTo>
                      <a:pt x="15" y="10"/>
                      <a:pt x="15" y="11"/>
                      <a:pt x="17" y="10"/>
                    </a:cubicBezTo>
                    <a:cubicBezTo>
                      <a:pt x="18" y="8"/>
                      <a:pt x="17" y="7"/>
                      <a:pt x="14" y="7"/>
                    </a:cubicBezTo>
                    <a:cubicBezTo>
                      <a:pt x="12" y="7"/>
                      <a:pt x="16" y="7"/>
                      <a:pt x="14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1" name="Freeform 640"/>
              <p:cNvSpPr>
                <a:spLocks/>
              </p:cNvSpPr>
              <p:nvPr/>
            </p:nvSpPr>
            <p:spPr bwMode="auto">
              <a:xfrm>
                <a:off x="3843499" y="4965129"/>
                <a:ext cx="1812106" cy="1216878"/>
              </a:xfrm>
              <a:custGeom>
                <a:avLst/>
                <a:gdLst>
                  <a:gd name="T0" fmla="*/ 184 w 194"/>
                  <a:gd name="T1" fmla="*/ 118 h 130"/>
                  <a:gd name="T2" fmla="*/ 161 w 194"/>
                  <a:gd name="T3" fmla="*/ 97 h 130"/>
                  <a:gd name="T4" fmla="*/ 143 w 194"/>
                  <a:gd name="T5" fmla="*/ 92 h 130"/>
                  <a:gd name="T6" fmla="*/ 138 w 194"/>
                  <a:gd name="T7" fmla="*/ 76 h 130"/>
                  <a:gd name="T8" fmla="*/ 135 w 194"/>
                  <a:gd name="T9" fmla="*/ 14 h 130"/>
                  <a:gd name="T10" fmla="*/ 84 w 194"/>
                  <a:gd name="T11" fmla="*/ 8 h 130"/>
                  <a:gd name="T12" fmla="*/ 71 w 194"/>
                  <a:gd name="T13" fmla="*/ 5 h 130"/>
                  <a:gd name="T14" fmla="*/ 62 w 194"/>
                  <a:gd name="T15" fmla="*/ 1 h 130"/>
                  <a:gd name="T16" fmla="*/ 43 w 194"/>
                  <a:gd name="T17" fmla="*/ 8 h 130"/>
                  <a:gd name="T18" fmla="*/ 32 w 194"/>
                  <a:gd name="T19" fmla="*/ 11 h 130"/>
                  <a:gd name="T20" fmla="*/ 12 w 194"/>
                  <a:gd name="T21" fmla="*/ 23 h 130"/>
                  <a:gd name="T22" fmla="*/ 26 w 194"/>
                  <a:gd name="T23" fmla="*/ 38 h 130"/>
                  <a:gd name="T24" fmla="*/ 33 w 194"/>
                  <a:gd name="T25" fmla="*/ 42 h 130"/>
                  <a:gd name="T26" fmla="*/ 38 w 194"/>
                  <a:gd name="T27" fmla="*/ 45 h 130"/>
                  <a:gd name="T28" fmla="*/ 24 w 194"/>
                  <a:gd name="T29" fmla="*/ 42 h 130"/>
                  <a:gd name="T30" fmla="*/ 9 w 194"/>
                  <a:gd name="T31" fmla="*/ 46 h 130"/>
                  <a:gd name="T32" fmla="*/ 12 w 194"/>
                  <a:gd name="T33" fmla="*/ 58 h 130"/>
                  <a:gd name="T34" fmla="*/ 32 w 194"/>
                  <a:gd name="T35" fmla="*/ 58 h 130"/>
                  <a:gd name="T36" fmla="*/ 38 w 194"/>
                  <a:gd name="T37" fmla="*/ 61 h 130"/>
                  <a:gd name="T38" fmla="*/ 21 w 194"/>
                  <a:gd name="T39" fmla="*/ 71 h 130"/>
                  <a:gd name="T40" fmla="*/ 15 w 194"/>
                  <a:gd name="T41" fmla="*/ 78 h 130"/>
                  <a:gd name="T42" fmla="*/ 17 w 194"/>
                  <a:gd name="T43" fmla="*/ 84 h 130"/>
                  <a:gd name="T44" fmla="*/ 26 w 194"/>
                  <a:gd name="T45" fmla="*/ 89 h 130"/>
                  <a:gd name="T46" fmla="*/ 22 w 194"/>
                  <a:gd name="T47" fmla="*/ 94 h 130"/>
                  <a:gd name="T48" fmla="*/ 31 w 194"/>
                  <a:gd name="T49" fmla="*/ 93 h 130"/>
                  <a:gd name="T50" fmla="*/ 38 w 194"/>
                  <a:gd name="T51" fmla="*/ 102 h 130"/>
                  <a:gd name="T52" fmla="*/ 48 w 194"/>
                  <a:gd name="T53" fmla="*/ 105 h 130"/>
                  <a:gd name="T54" fmla="*/ 54 w 194"/>
                  <a:gd name="T55" fmla="*/ 103 h 130"/>
                  <a:gd name="T56" fmla="*/ 55 w 194"/>
                  <a:gd name="T57" fmla="*/ 106 h 130"/>
                  <a:gd name="T58" fmla="*/ 51 w 194"/>
                  <a:gd name="T59" fmla="*/ 114 h 130"/>
                  <a:gd name="T60" fmla="*/ 41 w 194"/>
                  <a:gd name="T61" fmla="*/ 124 h 130"/>
                  <a:gd name="T62" fmla="*/ 36 w 194"/>
                  <a:gd name="T63" fmla="*/ 126 h 130"/>
                  <a:gd name="T64" fmla="*/ 43 w 194"/>
                  <a:gd name="T65" fmla="*/ 125 h 130"/>
                  <a:gd name="T66" fmla="*/ 54 w 194"/>
                  <a:gd name="T67" fmla="*/ 118 h 130"/>
                  <a:gd name="T68" fmla="*/ 72 w 194"/>
                  <a:gd name="T69" fmla="*/ 107 h 130"/>
                  <a:gd name="T70" fmla="*/ 77 w 194"/>
                  <a:gd name="T71" fmla="*/ 91 h 130"/>
                  <a:gd name="T72" fmla="*/ 94 w 194"/>
                  <a:gd name="T73" fmla="*/ 86 h 130"/>
                  <a:gd name="T74" fmla="*/ 87 w 194"/>
                  <a:gd name="T75" fmla="*/ 97 h 130"/>
                  <a:gd name="T76" fmla="*/ 101 w 194"/>
                  <a:gd name="T77" fmla="*/ 88 h 130"/>
                  <a:gd name="T78" fmla="*/ 119 w 194"/>
                  <a:gd name="T79" fmla="*/ 92 h 130"/>
                  <a:gd name="T80" fmla="*/ 136 w 194"/>
                  <a:gd name="T81" fmla="*/ 95 h 130"/>
                  <a:gd name="T82" fmla="*/ 145 w 194"/>
                  <a:gd name="T83" fmla="*/ 98 h 130"/>
                  <a:gd name="T84" fmla="*/ 160 w 194"/>
                  <a:gd name="T85" fmla="*/ 102 h 130"/>
                  <a:gd name="T86" fmla="*/ 169 w 194"/>
                  <a:gd name="T87" fmla="*/ 104 h 130"/>
                  <a:gd name="T88" fmla="*/ 176 w 194"/>
                  <a:gd name="T89" fmla="*/ 111 h 130"/>
                  <a:gd name="T90" fmla="*/ 184 w 194"/>
                  <a:gd name="T91" fmla="*/ 121 h 130"/>
                  <a:gd name="T92" fmla="*/ 186 w 194"/>
                  <a:gd name="T93" fmla="*/ 125 h 130"/>
                  <a:gd name="T94" fmla="*/ 194 w 194"/>
                  <a:gd name="T95" fmla="*/ 126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4" h="130">
                    <a:moveTo>
                      <a:pt x="194" y="126"/>
                    </a:moveTo>
                    <a:cubicBezTo>
                      <a:pt x="193" y="125"/>
                      <a:pt x="191" y="125"/>
                      <a:pt x="193" y="123"/>
                    </a:cubicBezTo>
                    <a:cubicBezTo>
                      <a:pt x="193" y="122"/>
                      <a:pt x="192" y="122"/>
                      <a:pt x="191" y="122"/>
                    </a:cubicBezTo>
                    <a:cubicBezTo>
                      <a:pt x="189" y="120"/>
                      <a:pt x="185" y="119"/>
                      <a:pt x="184" y="118"/>
                    </a:cubicBezTo>
                    <a:cubicBezTo>
                      <a:pt x="180" y="113"/>
                      <a:pt x="178" y="107"/>
                      <a:pt x="174" y="103"/>
                    </a:cubicBezTo>
                    <a:cubicBezTo>
                      <a:pt x="172" y="102"/>
                      <a:pt x="170" y="100"/>
                      <a:pt x="169" y="99"/>
                    </a:cubicBezTo>
                    <a:cubicBezTo>
                      <a:pt x="167" y="98"/>
                      <a:pt x="167" y="95"/>
                      <a:pt x="165" y="95"/>
                    </a:cubicBezTo>
                    <a:cubicBezTo>
                      <a:pt x="164" y="95"/>
                      <a:pt x="161" y="97"/>
                      <a:pt x="161" y="97"/>
                    </a:cubicBezTo>
                    <a:cubicBezTo>
                      <a:pt x="162" y="99"/>
                      <a:pt x="159" y="100"/>
                      <a:pt x="158" y="100"/>
                    </a:cubicBezTo>
                    <a:cubicBezTo>
                      <a:pt x="155" y="101"/>
                      <a:pt x="152" y="97"/>
                      <a:pt x="150" y="95"/>
                    </a:cubicBezTo>
                    <a:cubicBezTo>
                      <a:pt x="149" y="94"/>
                      <a:pt x="148" y="94"/>
                      <a:pt x="147" y="92"/>
                    </a:cubicBezTo>
                    <a:cubicBezTo>
                      <a:pt x="146" y="90"/>
                      <a:pt x="144" y="91"/>
                      <a:pt x="143" y="92"/>
                    </a:cubicBezTo>
                    <a:cubicBezTo>
                      <a:pt x="141" y="92"/>
                      <a:pt x="141" y="91"/>
                      <a:pt x="139" y="92"/>
                    </a:cubicBezTo>
                    <a:cubicBezTo>
                      <a:pt x="139" y="92"/>
                      <a:pt x="138" y="92"/>
                      <a:pt x="138" y="91"/>
                    </a:cubicBezTo>
                    <a:cubicBezTo>
                      <a:pt x="138" y="90"/>
                      <a:pt x="138" y="90"/>
                      <a:pt x="138" y="89"/>
                    </a:cubicBezTo>
                    <a:cubicBezTo>
                      <a:pt x="138" y="85"/>
                      <a:pt x="138" y="80"/>
                      <a:pt x="138" y="76"/>
                    </a:cubicBezTo>
                    <a:cubicBezTo>
                      <a:pt x="138" y="64"/>
                      <a:pt x="138" y="51"/>
                      <a:pt x="138" y="38"/>
                    </a:cubicBezTo>
                    <a:cubicBezTo>
                      <a:pt x="138" y="33"/>
                      <a:pt x="138" y="27"/>
                      <a:pt x="138" y="21"/>
                    </a:cubicBezTo>
                    <a:cubicBezTo>
                      <a:pt x="138" y="20"/>
                      <a:pt x="138" y="18"/>
                      <a:pt x="138" y="16"/>
                    </a:cubicBezTo>
                    <a:cubicBezTo>
                      <a:pt x="138" y="15"/>
                      <a:pt x="137" y="15"/>
                      <a:pt x="135" y="14"/>
                    </a:cubicBezTo>
                    <a:cubicBezTo>
                      <a:pt x="130" y="12"/>
                      <a:pt x="127" y="12"/>
                      <a:pt x="122" y="12"/>
                    </a:cubicBezTo>
                    <a:cubicBezTo>
                      <a:pt x="117" y="12"/>
                      <a:pt x="113" y="11"/>
                      <a:pt x="108" y="10"/>
                    </a:cubicBezTo>
                    <a:cubicBezTo>
                      <a:pt x="102" y="10"/>
                      <a:pt x="97" y="8"/>
                      <a:pt x="92" y="8"/>
                    </a:cubicBezTo>
                    <a:cubicBezTo>
                      <a:pt x="89" y="8"/>
                      <a:pt x="87" y="9"/>
                      <a:pt x="84" y="8"/>
                    </a:cubicBezTo>
                    <a:cubicBezTo>
                      <a:pt x="84" y="8"/>
                      <a:pt x="80" y="7"/>
                      <a:pt x="80" y="7"/>
                    </a:cubicBezTo>
                    <a:cubicBezTo>
                      <a:pt x="80" y="7"/>
                      <a:pt x="81" y="5"/>
                      <a:pt x="81" y="4"/>
                    </a:cubicBezTo>
                    <a:cubicBezTo>
                      <a:pt x="81" y="4"/>
                      <a:pt x="78" y="4"/>
                      <a:pt x="78" y="4"/>
                    </a:cubicBezTo>
                    <a:cubicBezTo>
                      <a:pt x="76" y="4"/>
                      <a:pt x="73" y="5"/>
                      <a:pt x="71" y="5"/>
                    </a:cubicBezTo>
                    <a:cubicBezTo>
                      <a:pt x="69" y="5"/>
                      <a:pt x="70" y="1"/>
                      <a:pt x="67" y="3"/>
                    </a:cubicBezTo>
                    <a:cubicBezTo>
                      <a:pt x="66" y="3"/>
                      <a:pt x="65" y="5"/>
                      <a:pt x="64" y="4"/>
                    </a:cubicBezTo>
                    <a:cubicBezTo>
                      <a:pt x="62" y="4"/>
                      <a:pt x="62" y="3"/>
                      <a:pt x="64" y="2"/>
                    </a:cubicBezTo>
                    <a:cubicBezTo>
                      <a:pt x="66" y="2"/>
                      <a:pt x="63" y="1"/>
                      <a:pt x="62" y="1"/>
                    </a:cubicBezTo>
                    <a:cubicBezTo>
                      <a:pt x="58" y="0"/>
                      <a:pt x="58" y="1"/>
                      <a:pt x="56" y="3"/>
                    </a:cubicBezTo>
                    <a:cubicBezTo>
                      <a:pt x="53" y="6"/>
                      <a:pt x="49" y="4"/>
                      <a:pt x="45" y="5"/>
                    </a:cubicBezTo>
                    <a:cubicBezTo>
                      <a:pt x="41" y="6"/>
                      <a:pt x="45" y="8"/>
                      <a:pt x="45" y="8"/>
                    </a:cubicBezTo>
                    <a:cubicBezTo>
                      <a:pt x="44" y="8"/>
                      <a:pt x="43" y="8"/>
                      <a:pt x="43" y="8"/>
                    </a:cubicBezTo>
                    <a:cubicBezTo>
                      <a:pt x="43" y="8"/>
                      <a:pt x="44" y="10"/>
                      <a:pt x="43" y="10"/>
                    </a:cubicBezTo>
                    <a:cubicBezTo>
                      <a:pt x="42" y="10"/>
                      <a:pt x="42" y="8"/>
                      <a:pt x="42" y="7"/>
                    </a:cubicBezTo>
                    <a:cubicBezTo>
                      <a:pt x="41" y="7"/>
                      <a:pt x="38" y="10"/>
                      <a:pt x="38" y="10"/>
                    </a:cubicBezTo>
                    <a:cubicBezTo>
                      <a:pt x="36" y="11"/>
                      <a:pt x="34" y="9"/>
                      <a:pt x="32" y="11"/>
                    </a:cubicBezTo>
                    <a:cubicBezTo>
                      <a:pt x="30" y="12"/>
                      <a:pt x="28" y="13"/>
                      <a:pt x="27" y="15"/>
                    </a:cubicBezTo>
                    <a:cubicBezTo>
                      <a:pt x="27" y="17"/>
                      <a:pt x="27" y="19"/>
                      <a:pt x="25" y="20"/>
                    </a:cubicBezTo>
                    <a:cubicBezTo>
                      <a:pt x="23" y="21"/>
                      <a:pt x="22" y="22"/>
                      <a:pt x="20" y="22"/>
                    </a:cubicBezTo>
                    <a:cubicBezTo>
                      <a:pt x="19" y="22"/>
                      <a:pt x="13" y="22"/>
                      <a:pt x="12" y="23"/>
                    </a:cubicBezTo>
                    <a:cubicBezTo>
                      <a:pt x="12" y="24"/>
                      <a:pt x="10" y="27"/>
                      <a:pt x="10" y="27"/>
                    </a:cubicBezTo>
                    <a:cubicBezTo>
                      <a:pt x="11" y="28"/>
                      <a:pt x="14" y="28"/>
                      <a:pt x="15" y="29"/>
                    </a:cubicBezTo>
                    <a:cubicBezTo>
                      <a:pt x="18" y="30"/>
                      <a:pt x="21" y="32"/>
                      <a:pt x="23" y="34"/>
                    </a:cubicBezTo>
                    <a:cubicBezTo>
                      <a:pt x="24" y="35"/>
                      <a:pt x="24" y="37"/>
                      <a:pt x="26" y="38"/>
                    </a:cubicBezTo>
                    <a:cubicBezTo>
                      <a:pt x="28" y="38"/>
                      <a:pt x="29" y="38"/>
                      <a:pt x="31" y="37"/>
                    </a:cubicBezTo>
                    <a:cubicBezTo>
                      <a:pt x="31" y="37"/>
                      <a:pt x="34" y="38"/>
                      <a:pt x="34" y="38"/>
                    </a:cubicBezTo>
                    <a:cubicBezTo>
                      <a:pt x="36" y="41"/>
                      <a:pt x="31" y="39"/>
                      <a:pt x="31" y="39"/>
                    </a:cubicBezTo>
                    <a:cubicBezTo>
                      <a:pt x="29" y="39"/>
                      <a:pt x="32" y="41"/>
                      <a:pt x="33" y="42"/>
                    </a:cubicBezTo>
                    <a:cubicBezTo>
                      <a:pt x="34" y="44"/>
                      <a:pt x="35" y="43"/>
                      <a:pt x="37" y="42"/>
                    </a:cubicBezTo>
                    <a:cubicBezTo>
                      <a:pt x="38" y="41"/>
                      <a:pt x="41" y="41"/>
                      <a:pt x="42" y="42"/>
                    </a:cubicBezTo>
                    <a:cubicBezTo>
                      <a:pt x="43" y="43"/>
                      <a:pt x="38" y="44"/>
                      <a:pt x="38" y="44"/>
                    </a:cubicBezTo>
                    <a:cubicBezTo>
                      <a:pt x="37" y="44"/>
                      <a:pt x="38" y="44"/>
                      <a:pt x="38" y="45"/>
                    </a:cubicBezTo>
                    <a:cubicBezTo>
                      <a:pt x="38" y="46"/>
                      <a:pt x="36" y="45"/>
                      <a:pt x="36" y="45"/>
                    </a:cubicBezTo>
                    <a:cubicBezTo>
                      <a:pt x="35" y="45"/>
                      <a:pt x="34" y="46"/>
                      <a:pt x="32" y="46"/>
                    </a:cubicBezTo>
                    <a:cubicBezTo>
                      <a:pt x="30" y="46"/>
                      <a:pt x="26" y="47"/>
                      <a:pt x="24" y="46"/>
                    </a:cubicBezTo>
                    <a:cubicBezTo>
                      <a:pt x="22" y="45"/>
                      <a:pt x="25" y="43"/>
                      <a:pt x="24" y="42"/>
                    </a:cubicBezTo>
                    <a:cubicBezTo>
                      <a:pt x="23" y="42"/>
                      <a:pt x="21" y="42"/>
                      <a:pt x="20" y="43"/>
                    </a:cubicBezTo>
                    <a:cubicBezTo>
                      <a:pt x="19" y="43"/>
                      <a:pt x="17" y="43"/>
                      <a:pt x="16" y="43"/>
                    </a:cubicBezTo>
                    <a:cubicBezTo>
                      <a:pt x="14" y="44"/>
                      <a:pt x="15" y="46"/>
                      <a:pt x="15" y="46"/>
                    </a:cubicBezTo>
                    <a:cubicBezTo>
                      <a:pt x="13" y="46"/>
                      <a:pt x="11" y="45"/>
                      <a:pt x="9" y="46"/>
                    </a:cubicBezTo>
                    <a:cubicBezTo>
                      <a:pt x="8" y="47"/>
                      <a:pt x="6" y="48"/>
                      <a:pt x="5" y="49"/>
                    </a:cubicBezTo>
                    <a:cubicBezTo>
                      <a:pt x="0" y="52"/>
                      <a:pt x="12" y="52"/>
                      <a:pt x="12" y="53"/>
                    </a:cubicBezTo>
                    <a:cubicBezTo>
                      <a:pt x="11" y="54"/>
                      <a:pt x="8" y="54"/>
                      <a:pt x="10" y="55"/>
                    </a:cubicBezTo>
                    <a:cubicBezTo>
                      <a:pt x="11" y="56"/>
                      <a:pt x="11" y="58"/>
                      <a:pt x="12" y="58"/>
                    </a:cubicBezTo>
                    <a:cubicBezTo>
                      <a:pt x="16" y="59"/>
                      <a:pt x="19" y="58"/>
                      <a:pt x="23" y="58"/>
                    </a:cubicBezTo>
                    <a:cubicBezTo>
                      <a:pt x="24" y="59"/>
                      <a:pt x="25" y="59"/>
                      <a:pt x="26" y="59"/>
                    </a:cubicBezTo>
                    <a:cubicBezTo>
                      <a:pt x="28" y="59"/>
                      <a:pt x="27" y="59"/>
                      <a:pt x="29" y="60"/>
                    </a:cubicBezTo>
                    <a:cubicBezTo>
                      <a:pt x="29" y="60"/>
                      <a:pt x="31" y="58"/>
                      <a:pt x="32" y="58"/>
                    </a:cubicBezTo>
                    <a:cubicBezTo>
                      <a:pt x="33" y="57"/>
                      <a:pt x="34" y="57"/>
                      <a:pt x="35" y="57"/>
                    </a:cubicBezTo>
                    <a:cubicBezTo>
                      <a:pt x="36" y="56"/>
                      <a:pt x="37" y="55"/>
                      <a:pt x="37" y="55"/>
                    </a:cubicBezTo>
                    <a:cubicBezTo>
                      <a:pt x="38" y="56"/>
                      <a:pt x="39" y="57"/>
                      <a:pt x="38" y="58"/>
                    </a:cubicBezTo>
                    <a:cubicBezTo>
                      <a:pt x="37" y="59"/>
                      <a:pt x="36" y="59"/>
                      <a:pt x="38" y="61"/>
                    </a:cubicBezTo>
                    <a:cubicBezTo>
                      <a:pt x="40" y="65"/>
                      <a:pt x="38" y="68"/>
                      <a:pt x="33" y="67"/>
                    </a:cubicBezTo>
                    <a:cubicBezTo>
                      <a:pt x="33" y="67"/>
                      <a:pt x="32" y="66"/>
                      <a:pt x="31" y="67"/>
                    </a:cubicBezTo>
                    <a:cubicBezTo>
                      <a:pt x="30" y="68"/>
                      <a:pt x="29" y="70"/>
                      <a:pt x="28" y="70"/>
                    </a:cubicBezTo>
                    <a:cubicBezTo>
                      <a:pt x="26" y="71"/>
                      <a:pt x="20" y="68"/>
                      <a:pt x="21" y="71"/>
                    </a:cubicBezTo>
                    <a:cubicBezTo>
                      <a:pt x="21" y="71"/>
                      <a:pt x="18" y="73"/>
                      <a:pt x="19" y="73"/>
                    </a:cubicBezTo>
                    <a:cubicBezTo>
                      <a:pt x="19" y="73"/>
                      <a:pt x="20" y="73"/>
                      <a:pt x="20" y="73"/>
                    </a:cubicBezTo>
                    <a:cubicBezTo>
                      <a:pt x="21" y="74"/>
                      <a:pt x="18" y="75"/>
                      <a:pt x="17" y="76"/>
                    </a:cubicBezTo>
                    <a:cubicBezTo>
                      <a:pt x="16" y="76"/>
                      <a:pt x="15" y="77"/>
                      <a:pt x="15" y="78"/>
                    </a:cubicBezTo>
                    <a:cubicBezTo>
                      <a:pt x="14" y="80"/>
                      <a:pt x="16" y="80"/>
                      <a:pt x="14" y="81"/>
                    </a:cubicBezTo>
                    <a:cubicBezTo>
                      <a:pt x="12" y="82"/>
                      <a:pt x="14" y="84"/>
                      <a:pt x="15" y="85"/>
                    </a:cubicBezTo>
                    <a:cubicBezTo>
                      <a:pt x="15" y="86"/>
                      <a:pt x="18" y="81"/>
                      <a:pt x="19" y="81"/>
                    </a:cubicBezTo>
                    <a:cubicBezTo>
                      <a:pt x="19" y="81"/>
                      <a:pt x="17" y="84"/>
                      <a:pt x="17" y="84"/>
                    </a:cubicBezTo>
                    <a:cubicBezTo>
                      <a:pt x="16" y="85"/>
                      <a:pt x="19" y="87"/>
                      <a:pt x="20" y="87"/>
                    </a:cubicBezTo>
                    <a:cubicBezTo>
                      <a:pt x="21" y="88"/>
                      <a:pt x="21" y="89"/>
                      <a:pt x="22" y="88"/>
                    </a:cubicBezTo>
                    <a:cubicBezTo>
                      <a:pt x="23" y="87"/>
                      <a:pt x="24" y="86"/>
                      <a:pt x="24" y="86"/>
                    </a:cubicBezTo>
                    <a:cubicBezTo>
                      <a:pt x="24" y="87"/>
                      <a:pt x="25" y="89"/>
                      <a:pt x="26" y="89"/>
                    </a:cubicBezTo>
                    <a:cubicBezTo>
                      <a:pt x="24" y="90"/>
                      <a:pt x="23" y="89"/>
                      <a:pt x="22" y="89"/>
                    </a:cubicBezTo>
                    <a:cubicBezTo>
                      <a:pt x="21" y="90"/>
                      <a:pt x="20" y="87"/>
                      <a:pt x="19" y="87"/>
                    </a:cubicBezTo>
                    <a:cubicBezTo>
                      <a:pt x="18" y="87"/>
                      <a:pt x="16" y="90"/>
                      <a:pt x="18" y="91"/>
                    </a:cubicBezTo>
                    <a:cubicBezTo>
                      <a:pt x="20" y="92"/>
                      <a:pt x="20" y="93"/>
                      <a:pt x="22" y="94"/>
                    </a:cubicBezTo>
                    <a:cubicBezTo>
                      <a:pt x="23" y="96"/>
                      <a:pt x="25" y="95"/>
                      <a:pt x="27" y="95"/>
                    </a:cubicBezTo>
                    <a:cubicBezTo>
                      <a:pt x="28" y="94"/>
                      <a:pt x="30" y="95"/>
                      <a:pt x="30" y="93"/>
                    </a:cubicBezTo>
                    <a:cubicBezTo>
                      <a:pt x="30" y="91"/>
                      <a:pt x="31" y="88"/>
                      <a:pt x="33" y="89"/>
                    </a:cubicBezTo>
                    <a:cubicBezTo>
                      <a:pt x="33" y="88"/>
                      <a:pt x="31" y="92"/>
                      <a:pt x="31" y="93"/>
                    </a:cubicBezTo>
                    <a:cubicBezTo>
                      <a:pt x="31" y="94"/>
                      <a:pt x="35" y="97"/>
                      <a:pt x="34" y="98"/>
                    </a:cubicBezTo>
                    <a:cubicBezTo>
                      <a:pt x="32" y="100"/>
                      <a:pt x="35" y="101"/>
                      <a:pt x="35" y="101"/>
                    </a:cubicBezTo>
                    <a:cubicBezTo>
                      <a:pt x="34" y="101"/>
                      <a:pt x="32" y="104"/>
                      <a:pt x="32" y="104"/>
                    </a:cubicBezTo>
                    <a:cubicBezTo>
                      <a:pt x="33" y="105"/>
                      <a:pt x="38" y="102"/>
                      <a:pt x="38" y="102"/>
                    </a:cubicBezTo>
                    <a:cubicBezTo>
                      <a:pt x="38" y="103"/>
                      <a:pt x="37" y="103"/>
                      <a:pt x="37" y="104"/>
                    </a:cubicBezTo>
                    <a:cubicBezTo>
                      <a:pt x="37" y="104"/>
                      <a:pt x="39" y="102"/>
                      <a:pt x="40" y="101"/>
                    </a:cubicBezTo>
                    <a:cubicBezTo>
                      <a:pt x="41" y="101"/>
                      <a:pt x="45" y="102"/>
                      <a:pt x="45" y="103"/>
                    </a:cubicBezTo>
                    <a:cubicBezTo>
                      <a:pt x="46" y="104"/>
                      <a:pt x="48" y="107"/>
                      <a:pt x="48" y="105"/>
                    </a:cubicBezTo>
                    <a:cubicBezTo>
                      <a:pt x="48" y="104"/>
                      <a:pt x="50" y="100"/>
                      <a:pt x="50" y="100"/>
                    </a:cubicBezTo>
                    <a:cubicBezTo>
                      <a:pt x="50" y="99"/>
                      <a:pt x="53" y="102"/>
                      <a:pt x="53" y="101"/>
                    </a:cubicBezTo>
                    <a:cubicBezTo>
                      <a:pt x="53" y="101"/>
                      <a:pt x="50" y="101"/>
                      <a:pt x="50" y="102"/>
                    </a:cubicBezTo>
                    <a:cubicBezTo>
                      <a:pt x="50" y="104"/>
                      <a:pt x="53" y="104"/>
                      <a:pt x="54" y="103"/>
                    </a:cubicBezTo>
                    <a:cubicBezTo>
                      <a:pt x="55" y="102"/>
                      <a:pt x="56" y="103"/>
                      <a:pt x="57" y="102"/>
                    </a:cubicBezTo>
                    <a:cubicBezTo>
                      <a:pt x="57" y="102"/>
                      <a:pt x="59" y="100"/>
                      <a:pt x="59" y="100"/>
                    </a:cubicBezTo>
                    <a:cubicBezTo>
                      <a:pt x="59" y="100"/>
                      <a:pt x="57" y="103"/>
                      <a:pt x="56" y="104"/>
                    </a:cubicBezTo>
                    <a:cubicBezTo>
                      <a:pt x="56" y="105"/>
                      <a:pt x="56" y="105"/>
                      <a:pt x="55" y="106"/>
                    </a:cubicBezTo>
                    <a:cubicBezTo>
                      <a:pt x="55" y="107"/>
                      <a:pt x="56" y="106"/>
                      <a:pt x="56" y="107"/>
                    </a:cubicBezTo>
                    <a:cubicBezTo>
                      <a:pt x="56" y="107"/>
                      <a:pt x="55" y="108"/>
                      <a:pt x="54" y="109"/>
                    </a:cubicBezTo>
                    <a:cubicBezTo>
                      <a:pt x="54" y="111"/>
                      <a:pt x="54" y="111"/>
                      <a:pt x="55" y="112"/>
                    </a:cubicBezTo>
                    <a:cubicBezTo>
                      <a:pt x="55" y="112"/>
                      <a:pt x="52" y="114"/>
                      <a:pt x="51" y="114"/>
                    </a:cubicBezTo>
                    <a:cubicBezTo>
                      <a:pt x="50" y="116"/>
                      <a:pt x="49" y="117"/>
                      <a:pt x="47" y="118"/>
                    </a:cubicBezTo>
                    <a:cubicBezTo>
                      <a:pt x="45" y="118"/>
                      <a:pt x="43" y="120"/>
                      <a:pt x="42" y="121"/>
                    </a:cubicBezTo>
                    <a:cubicBezTo>
                      <a:pt x="41" y="121"/>
                      <a:pt x="41" y="122"/>
                      <a:pt x="40" y="122"/>
                    </a:cubicBezTo>
                    <a:cubicBezTo>
                      <a:pt x="40" y="123"/>
                      <a:pt x="41" y="124"/>
                      <a:pt x="41" y="124"/>
                    </a:cubicBezTo>
                    <a:cubicBezTo>
                      <a:pt x="40" y="125"/>
                      <a:pt x="37" y="124"/>
                      <a:pt x="36" y="124"/>
                    </a:cubicBezTo>
                    <a:cubicBezTo>
                      <a:pt x="33" y="124"/>
                      <a:pt x="32" y="125"/>
                      <a:pt x="30" y="127"/>
                    </a:cubicBezTo>
                    <a:cubicBezTo>
                      <a:pt x="29" y="128"/>
                      <a:pt x="30" y="130"/>
                      <a:pt x="31" y="129"/>
                    </a:cubicBezTo>
                    <a:cubicBezTo>
                      <a:pt x="33" y="128"/>
                      <a:pt x="35" y="125"/>
                      <a:pt x="36" y="126"/>
                    </a:cubicBezTo>
                    <a:cubicBezTo>
                      <a:pt x="36" y="125"/>
                      <a:pt x="35" y="129"/>
                      <a:pt x="38" y="126"/>
                    </a:cubicBezTo>
                    <a:cubicBezTo>
                      <a:pt x="38" y="126"/>
                      <a:pt x="40" y="129"/>
                      <a:pt x="41" y="127"/>
                    </a:cubicBezTo>
                    <a:cubicBezTo>
                      <a:pt x="41" y="126"/>
                      <a:pt x="40" y="126"/>
                      <a:pt x="41" y="126"/>
                    </a:cubicBezTo>
                    <a:cubicBezTo>
                      <a:pt x="42" y="125"/>
                      <a:pt x="42" y="125"/>
                      <a:pt x="43" y="125"/>
                    </a:cubicBezTo>
                    <a:cubicBezTo>
                      <a:pt x="44" y="125"/>
                      <a:pt x="44" y="125"/>
                      <a:pt x="45" y="124"/>
                    </a:cubicBezTo>
                    <a:cubicBezTo>
                      <a:pt x="46" y="123"/>
                      <a:pt x="48" y="123"/>
                      <a:pt x="50" y="122"/>
                    </a:cubicBezTo>
                    <a:cubicBezTo>
                      <a:pt x="53" y="121"/>
                      <a:pt x="49" y="121"/>
                      <a:pt x="51" y="120"/>
                    </a:cubicBezTo>
                    <a:cubicBezTo>
                      <a:pt x="52" y="119"/>
                      <a:pt x="53" y="118"/>
                      <a:pt x="54" y="118"/>
                    </a:cubicBezTo>
                    <a:cubicBezTo>
                      <a:pt x="56" y="117"/>
                      <a:pt x="58" y="116"/>
                      <a:pt x="59" y="116"/>
                    </a:cubicBezTo>
                    <a:cubicBezTo>
                      <a:pt x="62" y="114"/>
                      <a:pt x="60" y="115"/>
                      <a:pt x="60" y="113"/>
                    </a:cubicBezTo>
                    <a:cubicBezTo>
                      <a:pt x="60" y="113"/>
                      <a:pt x="68" y="109"/>
                      <a:pt x="69" y="108"/>
                    </a:cubicBezTo>
                    <a:cubicBezTo>
                      <a:pt x="70" y="108"/>
                      <a:pt x="72" y="108"/>
                      <a:pt x="72" y="107"/>
                    </a:cubicBezTo>
                    <a:cubicBezTo>
                      <a:pt x="72" y="104"/>
                      <a:pt x="73" y="105"/>
                      <a:pt x="75" y="104"/>
                    </a:cubicBezTo>
                    <a:cubicBezTo>
                      <a:pt x="78" y="102"/>
                      <a:pt x="69" y="101"/>
                      <a:pt x="73" y="97"/>
                    </a:cubicBezTo>
                    <a:cubicBezTo>
                      <a:pt x="75" y="96"/>
                      <a:pt x="77" y="96"/>
                      <a:pt x="78" y="95"/>
                    </a:cubicBezTo>
                    <a:cubicBezTo>
                      <a:pt x="79" y="94"/>
                      <a:pt x="79" y="91"/>
                      <a:pt x="77" y="91"/>
                    </a:cubicBezTo>
                    <a:cubicBezTo>
                      <a:pt x="79" y="91"/>
                      <a:pt x="79" y="92"/>
                      <a:pt x="81" y="91"/>
                    </a:cubicBezTo>
                    <a:cubicBezTo>
                      <a:pt x="82" y="90"/>
                      <a:pt x="83" y="88"/>
                      <a:pt x="85" y="87"/>
                    </a:cubicBezTo>
                    <a:cubicBezTo>
                      <a:pt x="86" y="86"/>
                      <a:pt x="88" y="84"/>
                      <a:pt x="89" y="84"/>
                    </a:cubicBezTo>
                    <a:cubicBezTo>
                      <a:pt x="90" y="84"/>
                      <a:pt x="95" y="84"/>
                      <a:pt x="94" y="86"/>
                    </a:cubicBezTo>
                    <a:cubicBezTo>
                      <a:pt x="93" y="87"/>
                      <a:pt x="91" y="85"/>
                      <a:pt x="89" y="86"/>
                    </a:cubicBezTo>
                    <a:cubicBezTo>
                      <a:pt x="87" y="87"/>
                      <a:pt x="87" y="88"/>
                      <a:pt x="86" y="90"/>
                    </a:cubicBezTo>
                    <a:cubicBezTo>
                      <a:pt x="86" y="92"/>
                      <a:pt x="84" y="94"/>
                      <a:pt x="84" y="96"/>
                    </a:cubicBezTo>
                    <a:cubicBezTo>
                      <a:pt x="83" y="97"/>
                      <a:pt x="87" y="96"/>
                      <a:pt x="87" y="97"/>
                    </a:cubicBezTo>
                    <a:cubicBezTo>
                      <a:pt x="86" y="97"/>
                      <a:pt x="81" y="99"/>
                      <a:pt x="85" y="99"/>
                    </a:cubicBezTo>
                    <a:cubicBezTo>
                      <a:pt x="88" y="99"/>
                      <a:pt x="90" y="97"/>
                      <a:pt x="93" y="96"/>
                    </a:cubicBezTo>
                    <a:cubicBezTo>
                      <a:pt x="95" y="94"/>
                      <a:pt x="97" y="94"/>
                      <a:pt x="99" y="93"/>
                    </a:cubicBezTo>
                    <a:cubicBezTo>
                      <a:pt x="103" y="92"/>
                      <a:pt x="101" y="90"/>
                      <a:pt x="101" y="88"/>
                    </a:cubicBezTo>
                    <a:cubicBezTo>
                      <a:pt x="100" y="84"/>
                      <a:pt x="109" y="87"/>
                      <a:pt x="111" y="88"/>
                    </a:cubicBezTo>
                    <a:cubicBezTo>
                      <a:pt x="113" y="88"/>
                      <a:pt x="114" y="90"/>
                      <a:pt x="116" y="91"/>
                    </a:cubicBezTo>
                    <a:cubicBezTo>
                      <a:pt x="116" y="91"/>
                      <a:pt x="118" y="88"/>
                      <a:pt x="119" y="89"/>
                    </a:cubicBezTo>
                    <a:cubicBezTo>
                      <a:pt x="119" y="89"/>
                      <a:pt x="119" y="91"/>
                      <a:pt x="119" y="92"/>
                    </a:cubicBezTo>
                    <a:cubicBezTo>
                      <a:pt x="121" y="93"/>
                      <a:pt x="122" y="93"/>
                      <a:pt x="123" y="93"/>
                    </a:cubicBezTo>
                    <a:cubicBezTo>
                      <a:pt x="126" y="93"/>
                      <a:pt x="129" y="92"/>
                      <a:pt x="131" y="93"/>
                    </a:cubicBezTo>
                    <a:cubicBezTo>
                      <a:pt x="132" y="93"/>
                      <a:pt x="133" y="94"/>
                      <a:pt x="134" y="93"/>
                    </a:cubicBezTo>
                    <a:cubicBezTo>
                      <a:pt x="135" y="93"/>
                      <a:pt x="135" y="94"/>
                      <a:pt x="136" y="95"/>
                    </a:cubicBezTo>
                    <a:cubicBezTo>
                      <a:pt x="137" y="95"/>
                      <a:pt x="139" y="96"/>
                      <a:pt x="140" y="96"/>
                    </a:cubicBezTo>
                    <a:cubicBezTo>
                      <a:pt x="142" y="96"/>
                      <a:pt x="143" y="94"/>
                      <a:pt x="144" y="94"/>
                    </a:cubicBezTo>
                    <a:cubicBezTo>
                      <a:pt x="146" y="93"/>
                      <a:pt x="145" y="96"/>
                      <a:pt x="145" y="96"/>
                    </a:cubicBezTo>
                    <a:cubicBezTo>
                      <a:pt x="144" y="97"/>
                      <a:pt x="144" y="97"/>
                      <a:pt x="145" y="98"/>
                    </a:cubicBezTo>
                    <a:cubicBezTo>
                      <a:pt x="148" y="99"/>
                      <a:pt x="150" y="100"/>
                      <a:pt x="152" y="101"/>
                    </a:cubicBezTo>
                    <a:cubicBezTo>
                      <a:pt x="154" y="103"/>
                      <a:pt x="156" y="105"/>
                      <a:pt x="158" y="106"/>
                    </a:cubicBezTo>
                    <a:cubicBezTo>
                      <a:pt x="159" y="106"/>
                      <a:pt x="160" y="105"/>
                      <a:pt x="161" y="105"/>
                    </a:cubicBezTo>
                    <a:cubicBezTo>
                      <a:pt x="162" y="104"/>
                      <a:pt x="160" y="103"/>
                      <a:pt x="160" y="102"/>
                    </a:cubicBezTo>
                    <a:cubicBezTo>
                      <a:pt x="160" y="101"/>
                      <a:pt x="163" y="103"/>
                      <a:pt x="163" y="103"/>
                    </a:cubicBezTo>
                    <a:cubicBezTo>
                      <a:pt x="163" y="104"/>
                      <a:pt x="166" y="106"/>
                      <a:pt x="167" y="105"/>
                    </a:cubicBezTo>
                    <a:cubicBezTo>
                      <a:pt x="167" y="105"/>
                      <a:pt x="165" y="99"/>
                      <a:pt x="165" y="99"/>
                    </a:cubicBezTo>
                    <a:cubicBezTo>
                      <a:pt x="166" y="99"/>
                      <a:pt x="168" y="104"/>
                      <a:pt x="169" y="104"/>
                    </a:cubicBezTo>
                    <a:cubicBezTo>
                      <a:pt x="169" y="105"/>
                      <a:pt x="170" y="107"/>
                      <a:pt x="171" y="107"/>
                    </a:cubicBezTo>
                    <a:cubicBezTo>
                      <a:pt x="172" y="107"/>
                      <a:pt x="173" y="105"/>
                      <a:pt x="173" y="105"/>
                    </a:cubicBezTo>
                    <a:cubicBezTo>
                      <a:pt x="171" y="106"/>
                      <a:pt x="177" y="110"/>
                      <a:pt x="177" y="111"/>
                    </a:cubicBezTo>
                    <a:cubicBezTo>
                      <a:pt x="176" y="111"/>
                      <a:pt x="176" y="111"/>
                      <a:pt x="176" y="111"/>
                    </a:cubicBezTo>
                    <a:cubicBezTo>
                      <a:pt x="175" y="112"/>
                      <a:pt x="177" y="112"/>
                      <a:pt x="177" y="113"/>
                    </a:cubicBezTo>
                    <a:cubicBezTo>
                      <a:pt x="177" y="113"/>
                      <a:pt x="175" y="114"/>
                      <a:pt x="176" y="114"/>
                    </a:cubicBezTo>
                    <a:cubicBezTo>
                      <a:pt x="177" y="115"/>
                      <a:pt x="178" y="116"/>
                      <a:pt x="179" y="117"/>
                    </a:cubicBezTo>
                    <a:cubicBezTo>
                      <a:pt x="181" y="119"/>
                      <a:pt x="182" y="120"/>
                      <a:pt x="184" y="121"/>
                    </a:cubicBezTo>
                    <a:cubicBezTo>
                      <a:pt x="184" y="121"/>
                      <a:pt x="182" y="125"/>
                      <a:pt x="183" y="125"/>
                    </a:cubicBezTo>
                    <a:cubicBezTo>
                      <a:pt x="184" y="126"/>
                      <a:pt x="184" y="124"/>
                      <a:pt x="184" y="124"/>
                    </a:cubicBezTo>
                    <a:cubicBezTo>
                      <a:pt x="185" y="123"/>
                      <a:pt x="185" y="126"/>
                      <a:pt x="186" y="127"/>
                    </a:cubicBezTo>
                    <a:cubicBezTo>
                      <a:pt x="186" y="127"/>
                      <a:pt x="186" y="126"/>
                      <a:pt x="186" y="125"/>
                    </a:cubicBezTo>
                    <a:cubicBezTo>
                      <a:pt x="186" y="127"/>
                      <a:pt x="192" y="130"/>
                      <a:pt x="193" y="127"/>
                    </a:cubicBezTo>
                    <a:cubicBezTo>
                      <a:pt x="193" y="127"/>
                      <a:pt x="193" y="128"/>
                      <a:pt x="193" y="128"/>
                    </a:cubicBezTo>
                    <a:cubicBezTo>
                      <a:pt x="193" y="128"/>
                      <a:pt x="194" y="127"/>
                      <a:pt x="194" y="126"/>
                    </a:cubicBezTo>
                    <a:cubicBezTo>
                      <a:pt x="193" y="126"/>
                      <a:pt x="194" y="127"/>
                      <a:pt x="194" y="12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2" name="Freeform 641"/>
              <p:cNvSpPr>
                <a:spLocks/>
              </p:cNvSpPr>
              <p:nvPr/>
            </p:nvSpPr>
            <p:spPr bwMode="auto">
              <a:xfrm>
                <a:off x="5888086" y="6516489"/>
                <a:ext cx="2697455" cy="1337930"/>
              </a:xfrm>
              <a:custGeom>
                <a:avLst/>
                <a:gdLst>
                  <a:gd name="T0" fmla="*/ 84 w 289"/>
                  <a:gd name="T1" fmla="*/ 106 h 143"/>
                  <a:gd name="T2" fmla="*/ 105 w 289"/>
                  <a:gd name="T3" fmla="*/ 119 h 143"/>
                  <a:gd name="T4" fmla="*/ 125 w 289"/>
                  <a:gd name="T5" fmla="*/ 127 h 143"/>
                  <a:gd name="T6" fmla="*/ 137 w 289"/>
                  <a:gd name="T7" fmla="*/ 127 h 143"/>
                  <a:gd name="T8" fmla="*/ 149 w 289"/>
                  <a:gd name="T9" fmla="*/ 119 h 143"/>
                  <a:gd name="T10" fmla="*/ 162 w 289"/>
                  <a:gd name="T11" fmla="*/ 118 h 143"/>
                  <a:gd name="T12" fmla="*/ 177 w 289"/>
                  <a:gd name="T13" fmla="*/ 119 h 143"/>
                  <a:gd name="T14" fmla="*/ 171 w 289"/>
                  <a:gd name="T15" fmla="*/ 113 h 143"/>
                  <a:gd name="T16" fmla="*/ 186 w 289"/>
                  <a:gd name="T17" fmla="*/ 113 h 143"/>
                  <a:gd name="T18" fmla="*/ 209 w 289"/>
                  <a:gd name="T19" fmla="*/ 122 h 143"/>
                  <a:gd name="T20" fmla="*/ 213 w 289"/>
                  <a:gd name="T21" fmla="*/ 133 h 143"/>
                  <a:gd name="T22" fmla="*/ 220 w 289"/>
                  <a:gd name="T23" fmla="*/ 143 h 143"/>
                  <a:gd name="T24" fmla="*/ 215 w 289"/>
                  <a:gd name="T25" fmla="*/ 108 h 143"/>
                  <a:gd name="T26" fmla="*/ 234 w 289"/>
                  <a:gd name="T27" fmla="*/ 92 h 143"/>
                  <a:gd name="T28" fmla="*/ 239 w 289"/>
                  <a:gd name="T29" fmla="*/ 86 h 143"/>
                  <a:gd name="T30" fmla="*/ 244 w 289"/>
                  <a:gd name="T31" fmla="*/ 82 h 143"/>
                  <a:gd name="T32" fmla="*/ 242 w 289"/>
                  <a:gd name="T33" fmla="*/ 78 h 143"/>
                  <a:gd name="T34" fmla="*/ 238 w 289"/>
                  <a:gd name="T35" fmla="*/ 71 h 143"/>
                  <a:gd name="T36" fmla="*/ 239 w 289"/>
                  <a:gd name="T37" fmla="*/ 69 h 143"/>
                  <a:gd name="T38" fmla="*/ 242 w 289"/>
                  <a:gd name="T39" fmla="*/ 75 h 143"/>
                  <a:gd name="T40" fmla="*/ 246 w 289"/>
                  <a:gd name="T41" fmla="*/ 62 h 143"/>
                  <a:gd name="T42" fmla="*/ 253 w 289"/>
                  <a:gd name="T43" fmla="*/ 52 h 143"/>
                  <a:gd name="T44" fmla="*/ 265 w 289"/>
                  <a:gd name="T45" fmla="*/ 48 h 143"/>
                  <a:gd name="T46" fmla="*/ 271 w 289"/>
                  <a:gd name="T47" fmla="*/ 48 h 143"/>
                  <a:gd name="T48" fmla="*/ 274 w 289"/>
                  <a:gd name="T49" fmla="*/ 35 h 143"/>
                  <a:gd name="T50" fmla="*/ 288 w 289"/>
                  <a:gd name="T51" fmla="*/ 28 h 143"/>
                  <a:gd name="T52" fmla="*/ 276 w 289"/>
                  <a:gd name="T53" fmla="*/ 13 h 143"/>
                  <a:gd name="T54" fmla="*/ 264 w 289"/>
                  <a:gd name="T55" fmla="*/ 28 h 143"/>
                  <a:gd name="T56" fmla="*/ 237 w 289"/>
                  <a:gd name="T57" fmla="*/ 39 h 143"/>
                  <a:gd name="T58" fmla="*/ 224 w 289"/>
                  <a:gd name="T59" fmla="*/ 45 h 143"/>
                  <a:gd name="T60" fmla="*/ 208 w 289"/>
                  <a:gd name="T61" fmla="*/ 44 h 143"/>
                  <a:gd name="T62" fmla="*/ 203 w 289"/>
                  <a:gd name="T63" fmla="*/ 36 h 143"/>
                  <a:gd name="T64" fmla="*/ 196 w 289"/>
                  <a:gd name="T65" fmla="*/ 28 h 143"/>
                  <a:gd name="T66" fmla="*/ 185 w 289"/>
                  <a:gd name="T67" fmla="*/ 48 h 143"/>
                  <a:gd name="T68" fmla="*/ 187 w 289"/>
                  <a:gd name="T69" fmla="*/ 25 h 143"/>
                  <a:gd name="T70" fmla="*/ 196 w 289"/>
                  <a:gd name="T71" fmla="*/ 17 h 143"/>
                  <a:gd name="T72" fmla="*/ 184 w 289"/>
                  <a:gd name="T73" fmla="*/ 13 h 143"/>
                  <a:gd name="T74" fmla="*/ 165 w 289"/>
                  <a:gd name="T75" fmla="*/ 15 h 143"/>
                  <a:gd name="T76" fmla="*/ 158 w 289"/>
                  <a:gd name="T77" fmla="*/ 5 h 143"/>
                  <a:gd name="T78" fmla="*/ 147 w 289"/>
                  <a:gd name="T79" fmla="*/ 4 h 143"/>
                  <a:gd name="T80" fmla="*/ 30 w 289"/>
                  <a:gd name="T81" fmla="*/ 4 h 143"/>
                  <a:gd name="T82" fmla="*/ 7 w 289"/>
                  <a:gd name="T83" fmla="*/ 9 h 143"/>
                  <a:gd name="T84" fmla="*/ 8 w 289"/>
                  <a:gd name="T85" fmla="*/ 21 h 143"/>
                  <a:gd name="T86" fmla="*/ 2 w 289"/>
                  <a:gd name="T87" fmla="*/ 40 h 143"/>
                  <a:gd name="T88" fmla="*/ 5 w 289"/>
                  <a:gd name="T89" fmla="*/ 63 h 143"/>
                  <a:gd name="T90" fmla="*/ 12 w 289"/>
                  <a:gd name="T91" fmla="*/ 73 h 143"/>
                  <a:gd name="T92" fmla="*/ 21 w 289"/>
                  <a:gd name="T93" fmla="*/ 88 h 143"/>
                  <a:gd name="T94" fmla="*/ 39 w 289"/>
                  <a:gd name="T95" fmla="*/ 102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89" h="143">
                    <a:moveTo>
                      <a:pt x="68" y="108"/>
                    </a:moveTo>
                    <a:cubicBezTo>
                      <a:pt x="71" y="108"/>
                      <a:pt x="74" y="108"/>
                      <a:pt x="78" y="108"/>
                    </a:cubicBezTo>
                    <a:cubicBezTo>
                      <a:pt x="79" y="108"/>
                      <a:pt x="81" y="108"/>
                      <a:pt x="82" y="108"/>
                    </a:cubicBezTo>
                    <a:cubicBezTo>
                      <a:pt x="83" y="108"/>
                      <a:pt x="83" y="106"/>
                      <a:pt x="84" y="106"/>
                    </a:cubicBezTo>
                    <a:cubicBezTo>
                      <a:pt x="85" y="105"/>
                      <a:pt x="91" y="105"/>
                      <a:pt x="91" y="106"/>
                    </a:cubicBezTo>
                    <a:cubicBezTo>
                      <a:pt x="94" y="108"/>
                      <a:pt x="97" y="110"/>
                      <a:pt x="100" y="112"/>
                    </a:cubicBezTo>
                    <a:cubicBezTo>
                      <a:pt x="100" y="112"/>
                      <a:pt x="101" y="115"/>
                      <a:pt x="101" y="116"/>
                    </a:cubicBezTo>
                    <a:cubicBezTo>
                      <a:pt x="102" y="118"/>
                      <a:pt x="102" y="118"/>
                      <a:pt x="105" y="119"/>
                    </a:cubicBezTo>
                    <a:cubicBezTo>
                      <a:pt x="107" y="120"/>
                      <a:pt x="108" y="121"/>
                      <a:pt x="109" y="119"/>
                    </a:cubicBezTo>
                    <a:cubicBezTo>
                      <a:pt x="110" y="116"/>
                      <a:pt x="111" y="116"/>
                      <a:pt x="114" y="117"/>
                    </a:cubicBezTo>
                    <a:cubicBezTo>
                      <a:pt x="116" y="117"/>
                      <a:pt x="119" y="118"/>
                      <a:pt x="119" y="120"/>
                    </a:cubicBezTo>
                    <a:cubicBezTo>
                      <a:pt x="121" y="123"/>
                      <a:pt x="123" y="124"/>
                      <a:pt x="125" y="127"/>
                    </a:cubicBezTo>
                    <a:cubicBezTo>
                      <a:pt x="127" y="129"/>
                      <a:pt x="126" y="133"/>
                      <a:pt x="129" y="134"/>
                    </a:cubicBezTo>
                    <a:cubicBezTo>
                      <a:pt x="131" y="136"/>
                      <a:pt x="135" y="136"/>
                      <a:pt x="137" y="137"/>
                    </a:cubicBezTo>
                    <a:cubicBezTo>
                      <a:pt x="137" y="136"/>
                      <a:pt x="135" y="129"/>
                      <a:pt x="135" y="129"/>
                    </a:cubicBezTo>
                    <a:cubicBezTo>
                      <a:pt x="137" y="130"/>
                      <a:pt x="136" y="127"/>
                      <a:pt x="137" y="127"/>
                    </a:cubicBezTo>
                    <a:cubicBezTo>
                      <a:pt x="137" y="126"/>
                      <a:pt x="139" y="126"/>
                      <a:pt x="140" y="125"/>
                    </a:cubicBezTo>
                    <a:cubicBezTo>
                      <a:pt x="141" y="125"/>
                      <a:pt x="142" y="122"/>
                      <a:pt x="142" y="122"/>
                    </a:cubicBezTo>
                    <a:cubicBezTo>
                      <a:pt x="143" y="123"/>
                      <a:pt x="144" y="123"/>
                      <a:pt x="145" y="122"/>
                    </a:cubicBezTo>
                    <a:cubicBezTo>
                      <a:pt x="147" y="121"/>
                      <a:pt x="148" y="121"/>
                      <a:pt x="149" y="119"/>
                    </a:cubicBezTo>
                    <a:cubicBezTo>
                      <a:pt x="151" y="118"/>
                      <a:pt x="148" y="118"/>
                      <a:pt x="148" y="117"/>
                    </a:cubicBezTo>
                    <a:cubicBezTo>
                      <a:pt x="148" y="117"/>
                      <a:pt x="151" y="118"/>
                      <a:pt x="152" y="117"/>
                    </a:cubicBezTo>
                    <a:cubicBezTo>
                      <a:pt x="154" y="116"/>
                      <a:pt x="155" y="116"/>
                      <a:pt x="157" y="116"/>
                    </a:cubicBezTo>
                    <a:cubicBezTo>
                      <a:pt x="159" y="116"/>
                      <a:pt x="160" y="119"/>
                      <a:pt x="162" y="118"/>
                    </a:cubicBezTo>
                    <a:cubicBezTo>
                      <a:pt x="165" y="116"/>
                      <a:pt x="166" y="118"/>
                      <a:pt x="168" y="119"/>
                    </a:cubicBezTo>
                    <a:cubicBezTo>
                      <a:pt x="170" y="120"/>
                      <a:pt x="171" y="118"/>
                      <a:pt x="172" y="118"/>
                    </a:cubicBezTo>
                    <a:cubicBezTo>
                      <a:pt x="173" y="117"/>
                      <a:pt x="176" y="119"/>
                      <a:pt x="176" y="120"/>
                    </a:cubicBezTo>
                    <a:cubicBezTo>
                      <a:pt x="177" y="121"/>
                      <a:pt x="178" y="120"/>
                      <a:pt x="177" y="119"/>
                    </a:cubicBezTo>
                    <a:cubicBezTo>
                      <a:pt x="177" y="119"/>
                      <a:pt x="176" y="118"/>
                      <a:pt x="175" y="118"/>
                    </a:cubicBezTo>
                    <a:cubicBezTo>
                      <a:pt x="174" y="117"/>
                      <a:pt x="176" y="117"/>
                      <a:pt x="176" y="117"/>
                    </a:cubicBezTo>
                    <a:cubicBezTo>
                      <a:pt x="175" y="115"/>
                      <a:pt x="175" y="114"/>
                      <a:pt x="173" y="115"/>
                    </a:cubicBezTo>
                    <a:cubicBezTo>
                      <a:pt x="173" y="115"/>
                      <a:pt x="169" y="115"/>
                      <a:pt x="171" y="113"/>
                    </a:cubicBezTo>
                    <a:cubicBezTo>
                      <a:pt x="173" y="113"/>
                      <a:pt x="174" y="114"/>
                      <a:pt x="175" y="114"/>
                    </a:cubicBezTo>
                    <a:cubicBezTo>
                      <a:pt x="178" y="113"/>
                      <a:pt x="180" y="113"/>
                      <a:pt x="183" y="113"/>
                    </a:cubicBezTo>
                    <a:cubicBezTo>
                      <a:pt x="184" y="113"/>
                      <a:pt x="183" y="113"/>
                      <a:pt x="184" y="114"/>
                    </a:cubicBezTo>
                    <a:cubicBezTo>
                      <a:pt x="184" y="114"/>
                      <a:pt x="185" y="114"/>
                      <a:pt x="186" y="113"/>
                    </a:cubicBezTo>
                    <a:cubicBezTo>
                      <a:pt x="188" y="113"/>
                      <a:pt x="190" y="113"/>
                      <a:pt x="192" y="113"/>
                    </a:cubicBezTo>
                    <a:cubicBezTo>
                      <a:pt x="194" y="113"/>
                      <a:pt x="194" y="115"/>
                      <a:pt x="196" y="116"/>
                    </a:cubicBezTo>
                    <a:cubicBezTo>
                      <a:pt x="198" y="118"/>
                      <a:pt x="200" y="116"/>
                      <a:pt x="202" y="115"/>
                    </a:cubicBezTo>
                    <a:cubicBezTo>
                      <a:pt x="203" y="115"/>
                      <a:pt x="209" y="121"/>
                      <a:pt x="209" y="122"/>
                    </a:cubicBezTo>
                    <a:cubicBezTo>
                      <a:pt x="210" y="123"/>
                      <a:pt x="208" y="125"/>
                      <a:pt x="209" y="126"/>
                    </a:cubicBezTo>
                    <a:cubicBezTo>
                      <a:pt x="210" y="128"/>
                      <a:pt x="209" y="128"/>
                      <a:pt x="210" y="130"/>
                    </a:cubicBezTo>
                    <a:cubicBezTo>
                      <a:pt x="210" y="131"/>
                      <a:pt x="211" y="132"/>
                      <a:pt x="211" y="132"/>
                    </a:cubicBezTo>
                    <a:cubicBezTo>
                      <a:pt x="212" y="132"/>
                      <a:pt x="212" y="133"/>
                      <a:pt x="213" y="133"/>
                    </a:cubicBezTo>
                    <a:cubicBezTo>
                      <a:pt x="214" y="134"/>
                      <a:pt x="213" y="136"/>
                      <a:pt x="214" y="137"/>
                    </a:cubicBezTo>
                    <a:cubicBezTo>
                      <a:pt x="215" y="138"/>
                      <a:pt x="216" y="138"/>
                      <a:pt x="217" y="140"/>
                    </a:cubicBezTo>
                    <a:cubicBezTo>
                      <a:pt x="219" y="143"/>
                      <a:pt x="218" y="140"/>
                      <a:pt x="220" y="141"/>
                    </a:cubicBezTo>
                    <a:cubicBezTo>
                      <a:pt x="220" y="141"/>
                      <a:pt x="220" y="143"/>
                      <a:pt x="220" y="143"/>
                    </a:cubicBezTo>
                    <a:cubicBezTo>
                      <a:pt x="221" y="143"/>
                      <a:pt x="222" y="136"/>
                      <a:pt x="222" y="135"/>
                    </a:cubicBezTo>
                    <a:cubicBezTo>
                      <a:pt x="222" y="132"/>
                      <a:pt x="221" y="130"/>
                      <a:pt x="220" y="126"/>
                    </a:cubicBezTo>
                    <a:cubicBezTo>
                      <a:pt x="218" y="123"/>
                      <a:pt x="218" y="120"/>
                      <a:pt x="217" y="117"/>
                    </a:cubicBezTo>
                    <a:cubicBezTo>
                      <a:pt x="215" y="115"/>
                      <a:pt x="214" y="111"/>
                      <a:pt x="215" y="108"/>
                    </a:cubicBezTo>
                    <a:cubicBezTo>
                      <a:pt x="216" y="105"/>
                      <a:pt x="218" y="103"/>
                      <a:pt x="221" y="101"/>
                    </a:cubicBezTo>
                    <a:cubicBezTo>
                      <a:pt x="222" y="100"/>
                      <a:pt x="223" y="100"/>
                      <a:pt x="224" y="99"/>
                    </a:cubicBezTo>
                    <a:cubicBezTo>
                      <a:pt x="225" y="98"/>
                      <a:pt x="226" y="96"/>
                      <a:pt x="227" y="96"/>
                    </a:cubicBezTo>
                    <a:cubicBezTo>
                      <a:pt x="229" y="94"/>
                      <a:pt x="232" y="94"/>
                      <a:pt x="234" y="92"/>
                    </a:cubicBezTo>
                    <a:cubicBezTo>
                      <a:pt x="235" y="91"/>
                      <a:pt x="236" y="89"/>
                      <a:pt x="238" y="89"/>
                    </a:cubicBezTo>
                    <a:cubicBezTo>
                      <a:pt x="238" y="89"/>
                      <a:pt x="242" y="89"/>
                      <a:pt x="241" y="87"/>
                    </a:cubicBezTo>
                    <a:cubicBezTo>
                      <a:pt x="241" y="87"/>
                      <a:pt x="238" y="88"/>
                      <a:pt x="238" y="88"/>
                    </a:cubicBezTo>
                    <a:cubicBezTo>
                      <a:pt x="238" y="87"/>
                      <a:pt x="240" y="88"/>
                      <a:pt x="239" y="86"/>
                    </a:cubicBezTo>
                    <a:cubicBezTo>
                      <a:pt x="239" y="86"/>
                      <a:pt x="238" y="85"/>
                      <a:pt x="239" y="85"/>
                    </a:cubicBezTo>
                    <a:cubicBezTo>
                      <a:pt x="239" y="84"/>
                      <a:pt x="239" y="85"/>
                      <a:pt x="240" y="84"/>
                    </a:cubicBezTo>
                    <a:cubicBezTo>
                      <a:pt x="239" y="85"/>
                      <a:pt x="241" y="86"/>
                      <a:pt x="241" y="85"/>
                    </a:cubicBezTo>
                    <a:cubicBezTo>
                      <a:pt x="242" y="85"/>
                      <a:pt x="245" y="83"/>
                      <a:pt x="244" y="82"/>
                    </a:cubicBezTo>
                    <a:cubicBezTo>
                      <a:pt x="244" y="83"/>
                      <a:pt x="238" y="82"/>
                      <a:pt x="239" y="81"/>
                    </a:cubicBezTo>
                    <a:cubicBezTo>
                      <a:pt x="239" y="80"/>
                      <a:pt x="240" y="82"/>
                      <a:pt x="241" y="81"/>
                    </a:cubicBezTo>
                    <a:cubicBezTo>
                      <a:pt x="241" y="81"/>
                      <a:pt x="243" y="80"/>
                      <a:pt x="243" y="80"/>
                    </a:cubicBezTo>
                    <a:cubicBezTo>
                      <a:pt x="243" y="80"/>
                      <a:pt x="242" y="79"/>
                      <a:pt x="242" y="78"/>
                    </a:cubicBezTo>
                    <a:cubicBezTo>
                      <a:pt x="243" y="77"/>
                      <a:pt x="243" y="76"/>
                      <a:pt x="241" y="76"/>
                    </a:cubicBezTo>
                    <a:cubicBezTo>
                      <a:pt x="241" y="76"/>
                      <a:pt x="237" y="74"/>
                      <a:pt x="237" y="74"/>
                    </a:cubicBezTo>
                    <a:cubicBezTo>
                      <a:pt x="238" y="73"/>
                      <a:pt x="239" y="74"/>
                      <a:pt x="240" y="74"/>
                    </a:cubicBezTo>
                    <a:cubicBezTo>
                      <a:pt x="241" y="73"/>
                      <a:pt x="239" y="71"/>
                      <a:pt x="238" y="71"/>
                    </a:cubicBezTo>
                    <a:cubicBezTo>
                      <a:pt x="237" y="70"/>
                      <a:pt x="236" y="69"/>
                      <a:pt x="236" y="68"/>
                    </a:cubicBezTo>
                    <a:cubicBezTo>
                      <a:pt x="235" y="67"/>
                      <a:pt x="238" y="65"/>
                      <a:pt x="237" y="64"/>
                    </a:cubicBezTo>
                    <a:cubicBezTo>
                      <a:pt x="238" y="65"/>
                      <a:pt x="237" y="66"/>
                      <a:pt x="237" y="67"/>
                    </a:cubicBezTo>
                    <a:cubicBezTo>
                      <a:pt x="237" y="67"/>
                      <a:pt x="239" y="69"/>
                      <a:pt x="239" y="69"/>
                    </a:cubicBezTo>
                    <a:cubicBezTo>
                      <a:pt x="241" y="67"/>
                      <a:pt x="239" y="62"/>
                      <a:pt x="242" y="61"/>
                    </a:cubicBezTo>
                    <a:cubicBezTo>
                      <a:pt x="241" y="61"/>
                      <a:pt x="241" y="66"/>
                      <a:pt x="242" y="67"/>
                    </a:cubicBezTo>
                    <a:cubicBezTo>
                      <a:pt x="242" y="69"/>
                      <a:pt x="244" y="69"/>
                      <a:pt x="244" y="71"/>
                    </a:cubicBezTo>
                    <a:cubicBezTo>
                      <a:pt x="244" y="72"/>
                      <a:pt x="241" y="74"/>
                      <a:pt x="242" y="75"/>
                    </a:cubicBezTo>
                    <a:cubicBezTo>
                      <a:pt x="242" y="75"/>
                      <a:pt x="248" y="69"/>
                      <a:pt x="247" y="67"/>
                    </a:cubicBezTo>
                    <a:cubicBezTo>
                      <a:pt x="247" y="65"/>
                      <a:pt x="245" y="64"/>
                      <a:pt x="245" y="62"/>
                    </a:cubicBezTo>
                    <a:cubicBezTo>
                      <a:pt x="244" y="61"/>
                      <a:pt x="245" y="58"/>
                      <a:pt x="247" y="59"/>
                    </a:cubicBezTo>
                    <a:cubicBezTo>
                      <a:pt x="246" y="58"/>
                      <a:pt x="245" y="61"/>
                      <a:pt x="246" y="62"/>
                    </a:cubicBezTo>
                    <a:cubicBezTo>
                      <a:pt x="248" y="64"/>
                      <a:pt x="248" y="65"/>
                      <a:pt x="250" y="62"/>
                    </a:cubicBezTo>
                    <a:cubicBezTo>
                      <a:pt x="251" y="61"/>
                      <a:pt x="253" y="58"/>
                      <a:pt x="252" y="56"/>
                    </a:cubicBezTo>
                    <a:cubicBezTo>
                      <a:pt x="252" y="56"/>
                      <a:pt x="251" y="55"/>
                      <a:pt x="252" y="54"/>
                    </a:cubicBezTo>
                    <a:cubicBezTo>
                      <a:pt x="252" y="54"/>
                      <a:pt x="253" y="52"/>
                      <a:pt x="253" y="52"/>
                    </a:cubicBezTo>
                    <a:cubicBezTo>
                      <a:pt x="253" y="52"/>
                      <a:pt x="253" y="54"/>
                      <a:pt x="253" y="54"/>
                    </a:cubicBezTo>
                    <a:cubicBezTo>
                      <a:pt x="253" y="54"/>
                      <a:pt x="258" y="51"/>
                      <a:pt x="260" y="51"/>
                    </a:cubicBezTo>
                    <a:cubicBezTo>
                      <a:pt x="261" y="50"/>
                      <a:pt x="263" y="51"/>
                      <a:pt x="264" y="51"/>
                    </a:cubicBezTo>
                    <a:cubicBezTo>
                      <a:pt x="266" y="50"/>
                      <a:pt x="265" y="49"/>
                      <a:pt x="265" y="48"/>
                    </a:cubicBezTo>
                    <a:cubicBezTo>
                      <a:pt x="266" y="48"/>
                      <a:pt x="266" y="50"/>
                      <a:pt x="267" y="50"/>
                    </a:cubicBezTo>
                    <a:cubicBezTo>
                      <a:pt x="267" y="50"/>
                      <a:pt x="269" y="49"/>
                      <a:pt x="269" y="49"/>
                    </a:cubicBezTo>
                    <a:cubicBezTo>
                      <a:pt x="271" y="51"/>
                      <a:pt x="275" y="46"/>
                      <a:pt x="272" y="46"/>
                    </a:cubicBezTo>
                    <a:cubicBezTo>
                      <a:pt x="272" y="46"/>
                      <a:pt x="272" y="48"/>
                      <a:pt x="271" y="48"/>
                    </a:cubicBezTo>
                    <a:cubicBezTo>
                      <a:pt x="270" y="48"/>
                      <a:pt x="268" y="44"/>
                      <a:pt x="268" y="44"/>
                    </a:cubicBezTo>
                    <a:cubicBezTo>
                      <a:pt x="269" y="43"/>
                      <a:pt x="268" y="42"/>
                      <a:pt x="269" y="41"/>
                    </a:cubicBezTo>
                    <a:cubicBezTo>
                      <a:pt x="270" y="39"/>
                      <a:pt x="271" y="37"/>
                      <a:pt x="272" y="36"/>
                    </a:cubicBezTo>
                    <a:cubicBezTo>
                      <a:pt x="273" y="36"/>
                      <a:pt x="274" y="35"/>
                      <a:pt x="274" y="35"/>
                    </a:cubicBezTo>
                    <a:cubicBezTo>
                      <a:pt x="276" y="36"/>
                      <a:pt x="277" y="33"/>
                      <a:pt x="278" y="32"/>
                    </a:cubicBezTo>
                    <a:cubicBezTo>
                      <a:pt x="278" y="32"/>
                      <a:pt x="280" y="33"/>
                      <a:pt x="281" y="32"/>
                    </a:cubicBezTo>
                    <a:cubicBezTo>
                      <a:pt x="283" y="31"/>
                      <a:pt x="285" y="31"/>
                      <a:pt x="286" y="30"/>
                    </a:cubicBezTo>
                    <a:cubicBezTo>
                      <a:pt x="287" y="30"/>
                      <a:pt x="289" y="29"/>
                      <a:pt x="288" y="28"/>
                    </a:cubicBezTo>
                    <a:cubicBezTo>
                      <a:pt x="286" y="26"/>
                      <a:pt x="286" y="25"/>
                      <a:pt x="285" y="24"/>
                    </a:cubicBezTo>
                    <a:cubicBezTo>
                      <a:pt x="281" y="23"/>
                      <a:pt x="287" y="14"/>
                      <a:pt x="281" y="14"/>
                    </a:cubicBezTo>
                    <a:cubicBezTo>
                      <a:pt x="280" y="13"/>
                      <a:pt x="279" y="15"/>
                      <a:pt x="278" y="14"/>
                    </a:cubicBezTo>
                    <a:cubicBezTo>
                      <a:pt x="277" y="13"/>
                      <a:pt x="277" y="12"/>
                      <a:pt x="276" y="13"/>
                    </a:cubicBezTo>
                    <a:cubicBezTo>
                      <a:pt x="275" y="14"/>
                      <a:pt x="274" y="16"/>
                      <a:pt x="273" y="17"/>
                    </a:cubicBezTo>
                    <a:cubicBezTo>
                      <a:pt x="272" y="18"/>
                      <a:pt x="272" y="20"/>
                      <a:pt x="271" y="21"/>
                    </a:cubicBezTo>
                    <a:cubicBezTo>
                      <a:pt x="271" y="23"/>
                      <a:pt x="270" y="26"/>
                      <a:pt x="268" y="26"/>
                    </a:cubicBezTo>
                    <a:cubicBezTo>
                      <a:pt x="266" y="26"/>
                      <a:pt x="266" y="28"/>
                      <a:pt x="264" y="28"/>
                    </a:cubicBezTo>
                    <a:cubicBezTo>
                      <a:pt x="259" y="28"/>
                      <a:pt x="254" y="28"/>
                      <a:pt x="249" y="28"/>
                    </a:cubicBezTo>
                    <a:cubicBezTo>
                      <a:pt x="247" y="28"/>
                      <a:pt x="247" y="28"/>
                      <a:pt x="246" y="29"/>
                    </a:cubicBezTo>
                    <a:cubicBezTo>
                      <a:pt x="245" y="31"/>
                      <a:pt x="241" y="33"/>
                      <a:pt x="241" y="34"/>
                    </a:cubicBezTo>
                    <a:cubicBezTo>
                      <a:pt x="242" y="37"/>
                      <a:pt x="239" y="39"/>
                      <a:pt x="237" y="39"/>
                    </a:cubicBezTo>
                    <a:cubicBezTo>
                      <a:pt x="235" y="39"/>
                      <a:pt x="234" y="38"/>
                      <a:pt x="232" y="38"/>
                    </a:cubicBezTo>
                    <a:cubicBezTo>
                      <a:pt x="230" y="38"/>
                      <a:pt x="228" y="39"/>
                      <a:pt x="227" y="39"/>
                    </a:cubicBezTo>
                    <a:cubicBezTo>
                      <a:pt x="227" y="39"/>
                      <a:pt x="227" y="42"/>
                      <a:pt x="228" y="42"/>
                    </a:cubicBezTo>
                    <a:cubicBezTo>
                      <a:pt x="227" y="43"/>
                      <a:pt x="226" y="44"/>
                      <a:pt x="224" y="45"/>
                    </a:cubicBezTo>
                    <a:cubicBezTo>
                      <a:pt x="222" y="46"/>
                      <a:pt x="219" y="48"/>
                      <a:pt x="216" y="49"/>
                    </a:cubicBezTo>
                    <a:cubicBezTo>
                      <a:pt x="213" y="50"/>
                      <a:pt x="210" y="50"/>
                      <a:pt x="207" y="49"/>
                    </a:cubicBezTo>
                    <a:cubicBezTo>
                      <a:pt x="206" y="48"/>
                      <a:pt x="205" y="47"/>
                      <a:pt x="206" y="46"/>
                    </a:cubicBezTo>
                    <a:cubicBezTo>
                      <a:pt x="206" y="46"/>
                      <a:pt x="207" y="44"/>
                      <a:pt x="208" y="44"/>
                    </a:cubicBezTo>
                    <a:cubicBezTo>
                      <a:pt x="208" y="44"/>
                      <a:pt x="208" y="45"/>
                      <a:pt x="208" y="46"/>
                    </a:cubicBezTo>
                    <a:cubicBezTo>
                      <a:pt x="210" y="42"/>
                      <a:pt x="211" y="39"/>
                      <a:pt x="209" y="35"/>
                    </a:cubicBezTo>
                    <a:cubicBezTo>
                      <a:pt x="208" y="34"/>
                      <a:pt x="206" y="36"/>
                      <a:pt x="205" y="36"/>
                    </a:cubicBezTo>
                    <a:cubicBezTo>
                      <a:pt x="204" y="37"/>
                      <a:pt x="204" y="36"/>
                      <a:pt x="203" y="36"/>
                    </a:cubicBezTo>
                    <a:cubicBezTo>
                      <a:pt x="202" y="35"/>
                      <a:pt x="204" y="34"/>
                      <a:pt x="204" y="34"/>
                    </a:cubicBezTo>
                    <a:cubicBezTo>
                      <a:pt x="208" y="30"/>
                      <a:pt x="205" y="26"/>
                      <a:pt x="201" y="25"/>
                    </a:cubicBezTo>
                    <a:cubicBezTo>
                      <a:pt x="198" y="24"/>
                      <a:pt x="198" y="25"/>
                      <a:pt x="196" y="26"/>
                    </a:cubicBezTo>
                    <a:cubicBezTo>
                      <a:pt x="196" y="27"/>
                      <a:pt x="196" y="27"/>
                      <a:pt x="196" y="28"/>
                    </a:cubicBezTo>
                    <a:cubicBezTo>
                      <a:pt x="196" y="29"/>
                      <a:pt x="194" y="28"/>
                      <a:pt x="193" y="28"/>
                    </a:cubicBezTo>
                    <a:cubicBezTo>
                      <a:pt x="192" y="28"/>
                      <a:pt x="190" y="36"/>
                      <a:pt x="190" y="37"/>
                    </a:cubicBezTo>
                    <a:cubicBezTo>
                      <a:pt x="191" y="42"/>
                      <a:pt x="192" y="45"/>
                      <a:pt x="188" y="47"/>
                    </a:cubicBezTo>
                    <a:cubicBezTo>
                      <a:pt x="188" y="48"/>
                      <a:pt x="185" y="49"/>
                      <a:pt x="185" y="48"/>
                    </a:cubicBezTo>
                    <a:cubicBezTo>
                      <a:pt x="185" y="46"/>
                      <a:pt x="184" y="44"/>
                      <a:pt x="184" y="42"/>
                    </a:cubicBezTo>
                    <a:cubicBezTo>
                      <a:pt x="184" y="41"/>
                      <a:pt x="186" y="30"/>
                      <a:pt x="186" y="30"/>
                    </a:cubicBezTo>
                    <a:cubicBezTo>
                      <a:pt x="185" y="30"/>
                      <a:pt x="183" y="32"/>
                      <a:pt x="183" y="31"/>
                    </a:cubicBezTo>
                    <a:cubicBezTo>
                      <a:pt x="183" y="30"/>
                      <a:pt x="186" y="26"/>
                      <a:pt x="187" y="25"/>
                    </a:cubicBezTo>
                    <a:cubicBezTo>
                      <a:pt x="188" y="23"/>
                      <a:pt x="191" y="23"/>
                      <a:pt x="193" y="22"/>
                    </a:cubicBezTo>
                    <a:cubicBezTo>
                      <a:pt x="196" y="22"/>
                      <a:pt x="199" y="23"/>
                      <a:pt x="202" y="23"/>
                    </a:cubicBezTo>
                    <a:cubicBezTo>
                      <a:pt x="205" y="23"/>
                      <a:pt x="201" y="20"/>
                      <a:pt x="199" y="20"/>
                    </a:cubicBezTo>
                    <a:cubicBezTo>
                      <a:pt x="197" y="20"/>
                      <a:pt x="199" y="17"/>
                      <a:pt x="196" y="17"/>
                    </a:cubicBezTo>
                    <a:cubicBezTo>
                      <a:pt x="194" y="18"/>
                      <a:pt x="192" y="19"/>
                      <a:pt x="189" y="19"/>
                    </a:cubicBezTo>
                    <a:cubicBezTo>
                      <a:pt x="187" y="19"/>
                      <a:pt x="185" y="17"/>
                      <a:pt x="183" y="16"/>
                    </a:cubicBezTo>
                    <a:cubicBezTo>
                      <a:pt x="183" y="16"/>
                      <a:pt x="180" y="16"/>
                      <a:pt x="181" y="15"/>
                    </a:cubicBezTo>
                    <a:cubicBezTo>
                      <a:pt x="182" y="15"/>
                      <a:pt x="184" y="14"/>
                      <a:pt x="184" y="13"/>
                    </a:cubicBezTo>
                    <a:cubicBezTo>
                      <a:pt x="184" y="13"/>
                      <a:pt x="176" y="16"/>
                      <a:pt x="175" y="16"/>
                    </a:cubicBezTo>
                    <a:cubicBezTo>
                      <a:pt x="174" y="17"/>
                      <a:pt x="173" y="18"/>
                      <a:pt x="172" y="18"/>
                    </a:cubicBezTo>
                    <a:cubicBezTo>
                      <a:pt x="170" y="18"/>
                      <a:pt x="170" y="16"/>
                      <a:pt x="168" y="16"/>
                    </a:cubicBezTo>
                    <a:cubicBezTo>
                      <a:pt x="167" y="16"/>
                      <a:pt x="162" y="18"/>
                      <a:pt x="165" y="15"/>
                    </a:cubicBezTo>
                    <a:cubicBezTo>
                      <a:pt x="168" y="13"/>
                      <a:pt x="171" y="11"/>
                      <a:pt x="174" y="9"/>
                    </a:cubicBezTo>
                    <a:cubicBezTo>
                      <a:pt x="172" y="9"/>
                      <a:pt x="170" y="7"/>
                      <a:pt x="168" y="9"/>
                    </a:cubicBezTo>
                    <a:cubicBezTo>
                      <a:pt x="165" y="10"/>
                      <a:pt x="164" y="8"/>
                      <a:pt x="161" y="7"/>
                    </a:cubicBezTo>
                    <a:cubicBezTo>
                      <a:pt x="160" y="7"/>
                      <a:pt x="159" y="6"/>
                      <a:pt x="158" y="5"/>
                    </a:cubicBezTo>
                    <a:cubicBezTo>
                      <a:pt x="156" y="5"/>
                      <a:pt x="155" y="6"/>
                      <a:pt x="153" y="6"/>
                    </a:cubicBezTo>
                    <a:cubicBezTo>
                      <a:pt x="152" y="5"/>
                      <a:pt x="150" y="5"/>
                      <a:pt x="150" y="3"/>
                    </a:cubicBezTo>
                    <a:cubicBezTo>
                      <a:pt x="150" y="3"/>
                      <a:pt x="148" y="0"/>
                      <a:pt x="148" y="1"/>
                    </a:cubicBezTo>
                    <a:cubicBezTo>
                      <a:pt x="147" y="1"/>
                      <a:pt x="148" y="4"/>
                      <a:pt x="147" y="4"/>
                    </a:cubicBezTo>
                    <a:cubicBezTo>
                      <a:pt x="146" y="4"/>
                      <a:pt x="145" y="4"/>
                      <a:pt x="145" y="4"/>
                    </a:cubicBezTo>
                    <a:cubicBezTo>
                      <a:pt x="142" y="4"/>
                      <a:pt x="139" y="4"/>
                      <a:pt x="136" y="4"/>
                    </a:cubicBezTo>
                    <a:cubicBezTo>
                      <a:pt x="125" y="4"/>
                      <a:pt x="115" y="4"/>
                      <a:pt x="105" y="4"/>
                    </a:cubicBezTo>
                    <a:cubicBezTo>
                      <a:pt x="80" y="4"/>
                      <a:pt x="55" y="4"/>
                      <a:pt x="30" y="4"/>
                    </a:cubicBezTo>
                    <a:cubicBezTo>
                      <a:pt x="24" y="4"/>
                      <a:pt x="17" y="4"/>
                      <a:pt x="11" y="4"/>
                    </a:cubicBezTo>
                    <a:cubicBezTo>
                      <a:pt x="12" y="5"/>
                      <a:pt x="14" y="13"/>
                      <a:pt x="11" y="14"/>
                    </a:cubicBezTo>
                    <a:cubicBezTo>
                      <a:pt x="9" y="14"/>
                      <a:pt x="8" y="14"/>
                      <a:pt x="10" y="12"/>
                    </a:cubicBezTo>
                    <a:cubicBezTo>
                      <a:pt x="12" y="9"/>
                      <a:pt x="9" y="9"/>
                      <a:pt x="7" y="9"/>
                    </a:cubicBezTo>
                    <a:cubicBezTo>
                      <a:pt x="5" y="9"/>
                      <a:pt x="2" y="7"/>
                      <a:pt x="1" y="7"/>
                    </a:cubicBezTo>
                    <a:cubicBezTo>
                      <a:pt x="0" y="8"/>
                      <a:pt x="2" y="12"/>
                      <a:pt x="2" y="12"/>
                    </a:cubicBezTo>
                    <a:cubicBezTo>
                      <a:pt x="3" y="15"/>
                      <a:pt x="4" y="16"/>
                      <a:pt x="4" y="18"/>
                    </a:cubicBezTo>
                    <a:cubicBezTo>
                      <a:pt x="4" y="19"/>
                      <a:pt x="7" y="21"/>
                      <a:pt x="8" y="21"/>
                    </a:cubicBezTo>
                    <a:cubicBezTo>
                      <a:pt x="7" y="21"/>
                      <a:pt x="6" y="21"/>
                      <a:pt x="5" y="22"/>
                    </a:cubicBezTo>
                    <a:cubicBezTo>
                      <a:pt x="4" y="23"/>
                      <a:pt x="5" y="24"/>
                      <a:pt x="5" y="25"/>
                    </a:cubicBezTo>
                    <a:cubicBezTo>
                      <a:pt x="5" y="28"/>
                      <a:pt x="5" y="30"/>
                      <a:pt x="4" y="32"/>
                    </a:cubicBezTo>
                    <a:cubicBezTo>
                      <a:pt x="4" y="35"/>
                      <a:pt x="3" y="37"/>
                      <a:pt x="2" y="40"/>
                    </a:cubicBezTo>
                    <a:cubicBezTo>
                      <a:pt x="1" y="43"/>
                      <a:pt x="3" y="46"/>
                      <a:pt x="4" y="49"/>
                    </a:cubicBezTo>
                    <a:cubicBezTo>
                      <a:pt x="4" y="52"/>
                      <a:pt x="3" y="54"/>
                      <a:pt x="3" y="56"/>
                    </a:cubicBezTo>
                    <a:cubicBezTo>
                      <a:pt x="3" y="57"/>
                      <a:pt x="4" y="58"/>
                      <a:pt x="4" y="59"/>
                    </a:cubicBezTo>
                    <a:cubicBezTo>
                      <a:pt x="5" y="60"/>
                      <a:pt x="5" y="62"/>
                      <a:pt x="5" y="63"/>
                    </a:cubicBezTo>
                    <a:cubicBezTo>
                      <a:pt x="6" y="66"/>
                      <a:pt x="9" y="67"/>
                      <a:pt x="10" y="70"/>
                    </a:cubicBezTo>
                    <a:cubicBezTo>
                      <a:pt x="11" y="72"/>
                      <a:pt x="11" y="71"/>
                      <a:pt x="12" y="70"/>
                    </a:cubicBezTo>
                    <a:cubicBezTo>
                      <a:pt x="12" y="70"/>
                      <a:pt x="13" y="73"/>
                      <a:pt x="13" y="73"/>
                    </a:cubicBezTo>
                    <a:cubicBezTo>
                      <a:pt x="13" y="73"/>
                      <a:pt x="12" y="72"/>
                      <a:pt x="12" y="73"/>
                    </a:cubicBezTo>
                    <a:cubicBezTo>
                      <a:pt x="12" y="74"/>
                      <a:pt x="12" y="75"/>
                      <a:pt x="13" y="76"/>
                    </a:cubicBezTo>
                    <a:cubicBezTo>
                      <a:pt x="14" y="76"/>
                      <a:pt x="14" y="76"/>
                      <a:pt x="15" y="77"/>
                    </a:cubicBezTo>
                    <a:cubicBezTo>
                      <a:pt x="16" y="78"/>
                      <a:pt x="14" y="79"/>
                      <a:pt x="15" y="80"/>
                    </a:cubicBezTo>
                    <a:cubicBezTo>
                      <a:pt x="17" y="83"/>
                      <a:pt x="21" y="85"/>
                      <a:pt x="21" y="88"/>
                    </a:cubicBezTo>
                    <a:cubicBezTo>
                      <a:pt x="22" y="90"/>
                      <a:pt x="23" y="90"/>
                      <a:pt x="25" y="91"/>
                    </a:cubicBezTo>
                    <a:cubicBezTo>
                      <a:pt x="27" y="92"/>
                      <a:pt x="29" y="93"/>
                      <a:pt x="31" y="93"/>
                    </a:cubicBezTo>
                    <a:cubicBezTo>
                      <a:pt x="33" y="93"/>
                      <a:pt x="35" y="95"/>
                      <a:pt x="36" y="96"/>
                    </a:cubicBezTo>
                    <a:cubicBezTo>
                      <a:pt x="36" y="97"/>
                      <a:pt x="40" y="101"/>
                      <a:pt x="39" y="102"/>
                    </a:cubicBezTo>
                    <a:cubicBezTo>
                      <a:pt x="43" y="101"/>
                      <a:pt x="48" y="100"/>
                      <a:pt x="52" y="101"/>
                    </a:cubicBezTo>
                    <a:cubicBezTo>
                      <a:pt x="58" y="103"/>
                      <a:pt x="63" y="106"/>
                      <a:pt x="68" y="10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3" name="Freeform 642"/>
              <p:cNvSpPr>
                <a:spLocks noEditPoints="1"/>
              </p:cNvSpPr>
              <p:nvPr/>
            </p:nvSpPr>
            <p:spPr bwMode="auto">
              <a:xfrm>
                <a:off x="5133309" y="4907791"/>
                <a:ext cx="3984080" cy="2048308"/>
              </a:xfrm>
              <a:custGeom>
                <a:avLst/>
                <a:gdLst>
                  <a:gd name="T0" fmla="*/ 255 w 427"/>
                  <a:gd name="T1" fmla="*/ 181 h 219"/>
                  <a:gd name="T2" fmla="*/ 299 w 427"/>
                  <a:gd name="T3" fmla="*/ 195 h 219"/>
                  <a:gd name="T4" fmla="*/ 296 w 427"/>
                  <a:gd name="T5" fmla="*/ 215 h 219"/>
                  <a:gd name="T6" fmla="*/ 332 w 427"/>
                  <a:gd name="T7" fmla="*/ 200 h 219"/>
                  <a:gd name="T8" fmla="*/ 366 w 427"/>
                  <a:gd name="T9" fmla="*/ 196 h 219"/>
                  <a:gd name="T10" fmla="*/ 383 w 427"/>
                  <a:gd name="T11" fmla="*/ 200 h 219"/>
                  <a:gd name="T12" fmla="*/ 391 w 427"/>
                  <a:gd name="T13" fmla="*/ 201 h 219"/>
                  <a:gd name="T14" fmla="*/ 380 w 427"/>
                  <a:gd name="T15" fmla="*/ 188 h 219"/>
                  <a:gd name="T16" fmla="*/ 382 w 427"/>
                  <a:gd name="T17" fmla="*/ 176 h 219"/>
                  <a:gd name="T18" fmla="*/ 354 w 427"/>
                  <a:gd name="T19" fmla="*/ 180 h 219"/>
                  <a:gd name="T20" fmla="*/ 414 w 427"/>
                  <a:gd name="T21" fmla="*/ 160 h 219"/>
                  <a:gd name="T22" fmla="*/ 417 w 427"/>
                  <a:gd name="T23" fmla="*/ 144 h 219"/>
                  <a:gd name="T24" fmla="*/ 415 w 427"/>
                  <a:gd name="T25" fmla="*/ 139 h 219"/>
                  <a:gd name="T26" fmla="*/ 394 w 427"/>
                  <a:gd name="T27" fmla="*/ 126 h 219"/>
                  <a:gd name="T28" fmla="*/ 390 w 427"/>
                  <a:gd name="T29" fmla="*/ 110 h 219"/>
                  <a:gd name="T30" fmla="*/ 378 w 427"/>
                  <a:gd name="T31" fmla="*/ 104 h 219"/>
                  <a:gd name="T32" fmla="*/ 364 w 427"/>
                  <a:gd name="T33" fmla="*/ 112 h 219"/>
                  <a:gd name="T34" fmla="*/ 356 w 427"/>
                  <a:gd name="T35" fmla="*/ 107 h 219"/>
                  <a:gd name="T36" fmla="*/ 342 w 427"/>
                  <a:gd name="T37" fmla="*/ 85 h 219"/>
                  <a:gd name="T38" fmla="*/ 314 w 427"/>
                  <a:gd name="T39" fmla="*/ 91 h 219"/>
                  <a:gd name="T40" fmla="*/ 320 w 427"/>
                  <a:gd name="T41" fmla="*/ 116 h 219"/>
                  <a:gd name="T42" fmla="*/ 306 w 427"/>
                  <a:gd name="T43" fmla="*/ 159 h 219"/>
                  <a:gd name="T44" fmla="*/ 292 w 427"/>
                  <a:gd name="T45" fmla="*/ 135 h 219"/>
                  <a:gd name="T46" fmla="*/ 250 w 427"/>
                  <a:gd name="T47" fmla="*/ 119 h 219"/>
                  <a:gd name="T48" fmla="*/ 237 w 427"/>
                  <a:gd name="T49" fmla="*/ 86 h 219"/>
                  <a:gd name="T50" fmla="*/ 246 w 427"/>
                  <a:gd name="T51" fmla="*/ 77 h 219"/>
                  <a:gd name="T52" fmla="*/ 246 w 427"/>
                  <a:gd name="T53" fmla="*/ 70 h 219"/>
                  <a:gd name="T54" fmla="*/ 263 w 427"/>
                  <a:gd name="T55" fmla="*/ 58 h 219"/>
                  <a:gd name="T56" fmla="*/ 276 w 427"/>
                  <a:gd name="T57" fmla="*/ 48 h 219"/>
                  <a:gd name="T58" fmla="*/ 293 w 427"/>
                  <a:gd name="T59" fmla="*/ 36 h 219"/>
                  <a:gd name="T60" fmla="*/ 276 w 427"/>
                  <a:gd name="T61" fmla="*/ 23 h 219"/>
                  <a:gd name="T62" fmla="*/ 262 w 427"/>
                  <a:gd name="T63" fmla="*/ 35 h 219"/>
                  <a:gd name="T64" fmla="*/ 252 w 427"/>
                  <a:gd name="T65" fmla="*/ 23 h 219"/>
                  <a:gd name="T66" fmla="*/ 241 w 427"/>
                  <a:gd name="T67" fmla="*/ 10 h 219"/>
                  <a:gd name="T68" fmla="*/ 223 w 427"/>
                  <a:gd name="T69" fmla="*/ 6 h 219"/>
                  <a:gd name="T70" fmla="*/ 232 w 427"/>
                  <a:gd name="T71" fmla="*/ 27 h 219"/>
                  <a:gd name="T72" fmla="*/ 226 w 427"/>
                  <a:gd name="T73" fmla="*/ 40 h 219"/>
                  <a:gd name="T74" fmla="*/ 218 w 427"/>
                  <a:gd name="T75" fmla="*/ 37 h 219"/>
                  <a:gd name="T76" fmla="*/ 164 w 427"/>
                  <a:gd name="T77" fmla="*/ 29 h 219"/>
                  <a:gd name="T78" fmla="*/ 166 w 427"/>
                  <a:gd name="T79" fmla="*/ 41 h 219"/>
                  <a:gd name="T80" fmla="*/ 160 w 427"/>
                  <a:gd name="T81" fmla="*/ 40 h 219"/>
                  <a:gd name="T82" fmla="*/ 133 w 427"/>
                  <a:gd name="T83" fmla="*/ 30 h 219"/>
                  <a:gd name="T84" fmla="*/ 83 w 427"/>
                  <a:gd name="T85" fmla="*/ 23 h 219"/>
                  <a:gd name="T86" fmla="*/ 71 w 427"/>
                  <a:gd name="T87" fmla="*/ 18 h 219"/>
                  <a:gd name="T88" fmla="*/ 50 w 427"/>
                  <a:gd name="T89" fmla="*/ 24 h 219"/>
                  <a:gd name="T90" fmla="*/ 49 w 427"/>
                  <a:gd name="T91" fmla="*/ 22 h 219"/>
                  <a:gd name="T92" fmla="*/ 29 w 427"/>
                  <a:gd name="T93" fmla="*/ 23 h 219"/>
                  <a:gd name="T94" fmla="*/ 21 w 427"/>
                  <a:gd name="T95" fmla="*/ 28 h 219"/>
                  <a:gd name="T96" fmla="*/ 3 w 427"/>
                  <a:gd name="T97" fmla="*/ 97 h 219"/>
                  <a:gd name="T98" fmla="*/ 40 w 427"/>
                  <a:gd name="T99" fmla="*/ 116 h 219"/>
                  <a:gd name="T100" fmla="*/ 53 w 427"/>
                  <a:gd name="T101" fmla="*/ 141 h 219"/>
                  <a:gd name="T102" fmla="*/ 62 w 427"/>
                  <a:gd name="T103" fmla="*/ 150 h 219"/>
                  <a:gd name="T104" fmla="*/ 67 w 427"/>
                  <a:gd name="T105" fmla="*/ 160 h 219"/>
                  <a:gd name="T106" fmla="*/ 80 w 427"/>
                  <a:gd name="T107" fmla="*/ 166 h 219"/>
                  <a:gd name="T108" fmla="*/ 133 w 427"/>
                  <a:gd name="T109" fmla="*/ 176 h 219"/>
                  <a:gd name="T110" fmla="*/ 97 w 427"/>
                  <a:gd name="T111" fmla="*/ 57 h 219"/>
                  <a:gd name="T112" fmla="*/ 87 w 427"/>
                  <a:gd name="T113" fmla="*/ 51 h 219"/>
                  <a:gd name="T114" fmla="*/ 113 w 427"/>
                  <a:gd name="T115" fmla="*/ 49 h 219"/>
                  <a:gd name="T116" fmla="*/ 142 w 427"/>
                  <a:gd name="T117" fmla="*/ 85 h 219"/>
                  <a:gd name="T118" fmla="*/ 131 w 427"/>
                  <a:gd name="T119" fmla="*/ 85 h 219"/>
                  <a:gd name="T120" fmla="*/ 160 w 427"/>
                  <a:gd name="T121" fmla="*/ 78 h 219"/>
                  <a:gd name="T122" fmla="*/ 210 w 427"/>
                  <a:gd name="T123" fmla="*/ 150 h 219"/>
                  <a:gd name="T124" fmla="*/ 222 w 427"/>
                  <a:gd name="T125" fmla="*/ 165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27" h="219">
                    <a:moveTo>
                      <a:pt x="229" y="174"/>
                    </a:moveTo>
                    <a:cubicBezTo>
                      <a:pt x="229" y="174"/>
                      <a:pt x="229" y="173"/>
                      <a:pt x="229" y="173"/>
                    </a:cubicBezTo>
                    <a:cubicBezTo>
                      <a:pt x="229" y="173"/>
                      <a:pt x="232" y="177"/>
                      <a:pt x="232" y="177"/>
                    </a:cubicBezTo>
                    <a:cubicBezTo>
                      <a:pt x="234" y="177"/>
                      <a:pt x="235" y="178"/>
                      <a:pt x="236" y="178"/>
                    </a:cubicBezTo>
                    <a:cubicBezTo>
                      <a:pt x="238" y="178"/>
                      <a:pt x="238" y="177"/>
                      <a:pt x="239" y="178"/>
                    </a:cubicBezTo>
                    <a:cubicBezTo>
                      <a:pt x="242" y="179"/>
                      <a:pt x="244" y="180"/>
                      <a:pt x="246" y="181"/>
                    </a:cubicBezTo>
                    <a:cubicBezTo>
                      <a:pt x="247" y="182"/>
                      <a:pt x="248" y="181"/>
                      <a:pt x="249" y="181"/>
                    </a:cubicBezTo>
                    <a:cubicBezTo>
                      <a:pt x="250" y="180"/>
                      <a:pt x="251" y="180"/>
                      <a:pt x="252" y="180"/>
                    </a:cubicBezTo>
                    <a:cubicBezTo>
                      <a:pt x="253" y="180"/>
                      <a:pt x="254" y="181"/>
                      <a:pt x="255" y="181"/>
                    </a:cubicBezTo>
                    <a:cubicBezTo>
                      <a:pt x="257" y="181"/>
                      <a:pt x="258" y="180"/>
                      <a:pt x="259" y="179"/>
                    </a:cubicBezTo>
                    <a:cubicBezTo>
                      <a:pt x="260" y="178"/>
                      <a:pt x="263" y="175"/>
                      <a:pt x="264" y="175"/>
                    </a:cubicBezTo>
                    <a:cubicBezTo>
                      <a:pt x="264" y="175"/>
                      <a:pt x="265" y="176"/>
                      <a:pt x="265" y="176"/>
                    </a:cubicBezTo>
                    <a:cubicBezTo>
                      <a:pt x="267" y="176"/>
                      <a:pt x="268" y="176"/>
                      <a:pt x="269" y="176"/>
                    </a:cubicBezTo>
                    <a:cubicBezTo>
                      <a:pt x="273" y="176"/>
                      <a:pt x="272" y="179"/>
                      <a:pt x="274" y="181"/>
                    </a:cubicBezTo>
                    <a:cubicBezTo>
                      <a:pt x="275" y="182"/>
                      <a:pt x="279" y="181"/>
                      <a:pt x="279" y="183"/>
                    </a:cubicBezTo>
                    <a:cubicBezTo>
                      <a:pt x="279" y="185"/>
                      <a:pt x="280" y="187"/>
                      <a:pt x="281" y="189"/>
                    </a:cubicBezTo>
                    <a:cubicBezTo>
                      <a:pt x="281" y="194"/>
                      <a:pt x="290" y="193"/>
                      <a:pt x="293" y="194"/>
                    </a:cubicBezTo>
                    <a:cubicBezTo>
                      <a:pt x="295" y="194"/>
                      <a:pt x="298" y="194"/>
                      <a:pt x="299" y="195"/>
                    </a:cubicBezTo>
                    <a:cubicBezTo>
                      <a:pt x="300" y="196"/>
                      <a:pt x="305" y="201"/>
                      <a:pt x="304" y="201"/>
                    </a:cubicBezTo>
                    <a:cubicBezTo>
                      <a:pt x="302" y="203"/>
                      <a:pt x="302" y="203"/>
                      <a:pt x="300" y="202"/>
                    </a:cubicBezTo>
                    <a:cubicBezTo>
                      <a:pt x="299" y="201"/>
                      <a:pt x="295" y="199"/>
                      <a:pt x="295" y="199"/>
                    </a:cubicBezTo>
                    <a:cubicBezTo>
                      <a:pt x="295" y="200"/>
                      <a:pt x="298" y="201"/>
                      <a:pt x="297" y="203"/>
                    </a:cubicBezTo>
                    <a:cubicBezTo>
                      <a:pt x="296" y="204"/>
                      <a:pt x="295" y="206"/>
                      <a:pt x="295" y="207"/>
                    </a:cubicBezTo>
                    <a:cubicBezTo>
                      <a:pt x="295" y="209"/>
                      <a:pt x="295" y="210"/>
                      <a:pt x="294" y="211"/>
                    </a:cubicBezTo>
                    <a:cubicBezTo>
                      <a:pt x="294" y="212"/>
                      <a:pt x="291" y="213"/>
                      <a:pt x="291" y="213"/>
                    </a:cubicBezTo>
                    <a:cubicBezTo>
                      <a:pt x="290" y="214"/>
                      <a:pt x="287" y="219"/>
                      <a:pt x="291" y="219"/>
                    </a:cubicBezTo>
                    <a:cubicBezTo>
                      <a:pt x="292" y="219"/>
                      <a:pt x="294" y="217"/>
                      <a:pt x="296" y="215"/>
                    </a:cubicBezTo>
                    <a:cubicBezTo>
                      <a:pt x="298" y="214"/>
                      <a:pt x="299" y="216"/>
                      <a:pt x="301" y="215"/>
                    </a:cubicBezTo>
                    <a:cubicBezTo>
                      <a:pt x="304" y="215"/>
                      <a:pt x="305" y="213"/>
                      <a:pt x="308" y="213"/>
                    </a:cubicBezTo>
                    <a:cubicBezTo>
                      <a:pt x="308" y="211"/>
                      <a:pt x="308" y="212"/>
                      <a:pt x="306" y="211"/>
                    </a:cubicBezTo>
                    <a:cubicBezTo>
                      <a:pt x="305" y="211"/>
                      <a:pt x="305" y="210"/>
                      <a:pt x="306" y="210"/>
                    </a:cubicBezTo>
                    <a:cubicBezTo>
                      <a:pt x="307" y="208"/>
                      <a:pt x="308" y="207"/>
                      <a:pt x="311" y="207"/>
                    </a:cubicBezTo>
                    <a:cubicBezTo>
                      <a:pt x="312" y="207"/>
                      <a:pt x="315" y="205"/>
                      <a:pt x="317" y="206"/>
                    </a:cubicBezTo>
                    <a:cubicBezTo>
                      <a:pt x="319" y="207"/>
                      <a:pt x="320" y="203"/>
                      <a:pt x="322" y="206"/>
                    </a:cubicBezTo>
                    <a:cubicBezTo>
                      <a:pt x="324" y="204"/>
                      <a:pt x="325" y="203"/>
                      <a:pt x="327" y="201"/>
                    </a:cubicBezTo>
                    <a:cubicBezTo>
                      <a:pt x="329" y="200"/>
                      <a:pt x="330" y="200"/>
                      <a:pt x="332" y="200"/>
                    </a:cubicBezTo>
                    <a:cubicBezTo>
                      <a:pt x="335" y="200"/>
                      <a:pt x="339" y="200"/>
                      <a:pt x="342" y="200"/>
                    </a:cubicBezTo>
                    <a:cubicBezTo>
                      <a:pt x="345" y="200"/>
                      <a:pt x="346" y="201"/>
                      <a:pt x="347" y="199"/>
                    </a:cubicBezTo>
                    <a:cubicBezTo>
                      <a:pt x="348" y="198"/>
                      <a:pt x="349" y="199"/>
                      <a:pt x="350" y="198"/>
                    </a:cubicBezTo>
                    <a:cubicBezTo>
                      <a:pt x="351" y="196"/>
                      <a:pt x="352" y="195"/>
                      <a:pt x="352" y="193"/>
                    </a:cubicBezTo>
                    <a:cubicBezTo>
                      <a:pt x="353" y="191"/>
                      <a:pt x="353" y="190"/>
                      <a:pt x="354" y="188"/>
                    </a:cubicBezTo>
                    <a:cubicBezTo>
                      <a:pt x="355" y="187"/>
                      <a:pt x="356" y="186"/>
                      <a:pt x="357" y="185"/>
                    </a:cubicBezTo>
                    <a:cubicBezTo>
                      <a:pt x="358" y="184"/>
                      <a:pt x="359" y="187"/>
                      <a:pt x="361" y="186"/>
                    </a:cubicBezTo>
                    <a:cubicBezTo>
                      <a:pt x="363" y="184"/>
                      <a:pt x="365" y="187"/>
                      <a:pt x="365" y="189"/>
                    </a:cubicBezTo>
                    <a:cubicBezTo>
                      <a:pt x="365" y="190"/>
                      <a:pt x="364" y="196"/>
                      <a:pt x="366" y="196"/>
                    </a:cubicBezTo>
                    <a:cubicBezTo>
                      <a:pt x="367" y="197"/>
                      <a:pt x="368" y="199"/>
                      <a:pt x="369" y="201"/>
                    </a:cubicBezTo>
                    <a:cubicBezTo>
                      <a:pt x="370" y="199"/>
                      <a:pt x="381" y="196"/>
                      <a:pt x="381" y="196"/>
                    </a:cubicBezTo>
                    <a:cubicBezTo>
                      <a:pt x="381" y="195"/>
                      <a:pt x="380" y="195"/>
                      <a:pt x="380" y="194"/>
                    </a:cubicBezTo>
                    <a:cubicBezTo>
                      <a:pt x="380" y="194"/>
                      <a:pt x="382" y="196"/>
                      <a:pt x="382" y="196"/>
                    </a:cubicBezTo>
                    <a:cubicBezTo>
                      <a:pt x="382" y="197"/>
                      <a:pt x="380" y="197"/>
                      <a:pt x="380" y="197"/>
                    </a:cubicBezTo>
                    <a:cubicBezTo>
                      <a:pt x="380" y="197"/>
                      <a:pt x="386" y="198"/>
                      <a:pt x="386" y="198"/>
                    </a:cubicBezTo>
                    <a:cubicBezTo>
                      <a:pt x="386" y="198"/>
                      <a:pt x="386" y="198"/>
                      <a:pt x="386" y="198"/>
                    </a:cubicBezTo>
                    <a:cubicBezTo>
                      <a:pt x="386" y="198"/>
                      <a:pt x="386" y="199"/>
                      <a:pt x="386" y="199"/>
                    </a:cubicBezTo>
                    <a:cubicBezTo>
                      <a:pt x="385" y="199"/>
                      <a:pt x="384" y="199"/>
                      <a:pt x="383" y="200"/>
                    </a:cubicBezTo>
                    <a:cubicBezTo>
                      <a:pt x="383" y="201"/>
                      <a:pt x="382" y="198"/>
                      <a:pt x="382" y="198"/>
                    </a:cubicBezTo>
                    <a:cubicBezTo>
                      <a:pt x="381" y="198"/>
                      <a:pt x="381" y="199"/>
                      <a:pt x="381" y="199"/>
                    </a:cubicBezTo>
                    <a:cubicBezTo>
                      <a:pt x="381" y="199"/>
                      <a:pt x="381" y="198"/>
                      <a:pt x="380" y="199"/>
                    </a:cubicBezTo>
                    <a:cubicBezTo>
                      <a:pt x="379" y="200"/>
                      <a:pt x="378" y="200"/>
                      <a:pt x="377" y="201"/>
                    </a:cubicBezTo>
                    <a:cubicBezTo>
                      <a:pt x="375" y="202"/>
                      <a:pt x="371" y="205"/>
                      <a:pt x="373" y="208"/>
                    </a:cubicBezTo>
                    <a:cubicBezTo>
                      <a:pt x="376" y="210"/>
                      <a:pt x="378" y="208"/>
                      <a:pt x="379" y="207"/>
                    </a:cubicBezTo>
                    <a:cubicBezTo>
                      <a:pt x="380" y="206"/>
                      <a:pt x="384" y="203"/>
                      <a:pt x="384" y="202"/>
                    </a:cubicBezTo>
                    <a:cubicBezTo>
                      <a:pt x="384" y="203"/>
                      <a:pt x="386" y="204"/>
                      <a:pt x="387" y="203"/>
                    </a:cubicBezTo>
                    <a:cubicBezTo>
                      <a:pt x="387" y="202"/>
                      <a:pt x="390" y="201"/>
                      <a:pt x="391" y="201"/>
                    </a:cubicBezTo>
                    <a:cubicBezTo>
                      <a:pt x="393" y="200"/>
                      <a:pt x="395" y="199"/>
                      <a:pt x="397" y="199"/>
                    </a:cubicBezTo>
                    <a:cubicBezTo>
                      <a:pt x="398" y="199"/>
                      <a:pt x="398" y="199"/>
                      <a:pt x="398" y="198"/>
                    </a:cubicBezTo>
                    <a:cubicBezTo>
                      <a:pt x="397" y="197"/>
                      <a:pt x="398" y="197"/>
                      <a:pt x="398" y="197"/>
                    </a:cubicBezTo>
                    <a:cubicBezTo>
                      <a:pt x="398" y="196"/>
                      <a:pt x="396" y="197"/>
                      <a:pt x="395" y="196"/>
                    </a:cubicBezTo>
                    <a:cubicBezTo>
                      <a:pt x="394" y="196"/>
                      <a:pt x="395" y="194"/>
                      <a:pt x="393" y="196"/>
                    </a:cubicBezTo>
                    <a:cubicBezTo>
                      <a:pt x="391" y="197"/>
                      <a:pt x="387" y="196"/>
                      <a:pt x="385" y="195"/>
                    </a:cubicBezTo>
                    <a:cubicBezTo>
                      <a:pt x="384" y="195"/>
                      <a:pt x="385" y="193"/>
                      <a:pt x="384" y="193"/>
                    </a:cubicBezTo>
                    <a:cubicBezTo>
                      <a:pt x="384" y="193"/>
                      <a:pt x="382" y="193"/>
                      <a:pt x="381" y="192"/>
                    </a:cubicBezTo>
                    <a:cubicBezTo>
                      <a:pt x="380" y="192"/>
                      <a:pt x="380" y="189"/>
                      <a:pt x="380" y="188"/>
                    </a:cubicBezTo>
                    <a:cubicBezTo>
                      <a:pt x="380" y="187"/>
                      <a:pt x="378" y="188"/>
                      <a:pt x="377" y="187"/>
                    </a:cubicBezTo>
                    <a:cubicBezTo>
                      <a:pt x="377" y="187"/>
                      <a:pt x="379" y="185"/>
                      <a:pt x="379" y="185"/>
                    </a:cubicBezTo>
                    <a:cubicBezTo>
                      <a:pt x="380" y="184"/>
                      <a:pt x="380" y="181"/>
                      <a:pt x="378" y="181"/>
                    </a:cubicBezTo>
                    <a:cubicBezTo>
                      <a:pt x="378" y="181"/>
                      <a:pt x="376" y="185"/>
                      <a:pt x="375" y="183"/>
                    </a:cubicBezTo>
                    <a:cubicBezTo>
                      <a:pt x="375" y="181"/>
                      <a:pt x="374" y="182"/>
                      <a:pt x="373" y="181"/>
                    </a:cubicBezTo>
                    <a:cubicBezTo>
                      <a:pt x="373" y="180"/>
                      <a:pt x="376" y="181"/>
                      <a:pt x="376" y="181"/>
                    </a:cubicBezTo>
                    <a:cubicBezTo>
                      <a:pt x="378" y="181"/>
                      <a:pt x="379" y="180"/>
                      <a:pt x="380" y="180"/>
                    </a:cubicBezTo>
                    <a:cubicBezTo>
                      <a:pt x="381" y="179"/>
                      <a:pt x="382" y="179"/>
                      <a:pt x="383" y="179"/>
                    </a:cubicBezTo>
                    <a:cubicBezTo>
                      <a:pt x="384" y="178"/>
                      <a:pt x="382" y="176"/>
                      <a:pt x="382" y="176"/>
                    </a:cubicBezTo>
                    <a:cubicBezTo>
                      <a:pt x="382" y="176"/>
                      <a:pt x="383" y="176"/>
                      <a:pt x="383" y="176"/>
                    </a:cubicBezTo>
                    <a:cubicBezTo>
                      <a:pt x="383" y="176"/>
                      <a:pt x="379" y="174"/>
                      <a:pt x="379" y="174"/>
                    </a:cubicBezTo>
                    <a:cubicBezTo>
                      <a:pt x="377" y="173"/>
                      <a:pt x="375" y="173"/>
                      <a:pt x="373" y="174"/>
                    </a:cubicBezTo>
                    <a:cubicBezTo>
                      <a:pt x="369" y="175"/>
                      <a:pt x="366" y="176"/>
                      <a:pt x="363" y="178"/>
                    </a:cubicBezTo>
                    <a:cubicBezTo>
                      <a:pt x="360" y="179"/>
                      <a:pt x="358" y="181"/>
                      <a:pt x="355" y="183"/>
                    </a:cubicBezTo>
                    <a:cubicBezTo>
                      <a:pt x="354" y="184"/>
                      <a:pt x="353" y="185"/>
                      <a:pt x="352" y="187"/>
                    </a:cubicBezTo>
                    <a:cubicBezTo>
                      <a:pt x="352" y="187"/>
                      <a:pt x="348" y="189"/>
                      <a:pt x="348" y="189"/>
                    </a:cubicBezTo>
                    <a:cubicBezTo>
                      <a:pt x="348" y="188"/>
                      <a:pt x="353" y="184"/>
                      <a:pt x="354" y="183"/>
                    </a:cubicBezTo>
                    <a:cubicBezTo>
                      <a:pt x="354" y="182"/>
                      <a:pt x="355" y="181"/>
                      <a:pt x="354" y="180"/>
                    </a:cubicBezTo>
                    <a:cubicBezTo>
                      <a:pt x="353" y="180"/>
                      <a:pt x="351" y="179"/>
                      <a:pt x="350" y="179"/>
                    </a:cubicBezTo>
                    <a:cubicBezTo>
                      <a:pt x="351" y="179"/>
                      <a:pt x="353" y="180"/>
                      <a:pt x="354" y="180"/>
                    </a:cubicBezTo>
                    <a:cubicBezTo>
                      <a:pt x="356" y="181"/>
                      <a:pt x="358" y="178"/>
                      <a:pt x="359" y="177"/>
                    </a:cubicBezTo>
                    <a:cubicBezTo>
                      <a:pt x="360" y="176"/>
                      <a:pt x="361" y="174"/>
                      <a:pt x="363" y="173"/>
                    </a:cubicBezTo>
                    <a:cubicBezTo>
                      <a:pt x="365" y="173"/>
                      <a:pt x="367" y="174"/>
                      <a:pt x="368" y="172"/>
                    </a:cubicBezTo>
                    <a:cubicBezTo>
                      <a:pt x="369" y="168"/>
                      <a:pt x="371" y="167"/>
                      <a:pt x="375" y="167"/>
                    </a:cubicBezTo>
                    <a:cubicBezTo>
                      <a:pt x="379" y="167"/>
                      <a:pt x="383" y="167"/>
                      <a:pt x="387" y="167"/>
                    </a:cubicBezTo>
                    <a:cubicBezTo>
                      <a:pt x="394" y="167"/>
                      <a:pt x="404" y="169"/>
                      <a:pt x="409" y="163"/>
                    </a:cubicBezTo>
                    <a:cubicBezTo>
                      <a:pt x="411" y="161"/>
                      <a:pt x="412" y="160"/>
                      <a:pt x="414" y="160"/>
                    </a:cubicBezTo>
                    <a:cubicBezTo>
                      <a:pt x="416" y="160"/>
                      <a:pt x="418" y="160"/>
                      <a:pt x="421" y="158"/>
                    </a:cubicBezTo>
                    <a:cubicBezTo>
                      <a:pt x="422" y="158"/>
                      <a:pt x="425" y="156"/>
                      <a:pt x="425" y="155"/>
                    </a:cubicBezTo>
                    <a:cubicBezTo>
                      <a:pt x="427" y="152"/>
                      <a:pt x="422" y="153"/>
                      <a:pt x="422" y="152"/>
                    </a:cubicBezTo>
                    <a:cubicBezTo>
                      <a:pt x="422" y="151"/>
                      <a:pt x="424" y="151"/>
                      <a:pt x="424" y="151"/>
                    </a:cubicBezTo>
                    <a:cubicBezTo>
                      <a:pt x="425" y="150"/>
                      <a:pt x="424" y="149"/>
                      <a:pt x="424" y="148"/>
                    </a:cubicBezTo>
                    <a:cubicBezTo>
                      <a:pt x="424" y="148"/>
                      <a:pt x="425" y="147"/>
                      <a:pt x="425" y="147"/>
                    </a:cubicBezTo>
                    <a:cubicBezTo>
                      <a:pt x="425" y="146"/>
                      <a:pt x="423" y="145"/>
                      <a:pt x="423" y="145"/>
                    </a:cubicBezTo>
                    <a:cubicBezTo>
                      <a:pt x="422" y="144"/>
                      <a:pt x="421" y="144"/>
                      <a:pt x="421" y="143"/>
                    </a:cubicBezTo>
                    <a:cubicBezTo>
                      <a:pt x="420" y="143"/>
                      <a:pt x="418" y="146"/>
                      <a:pt x="417" y="144"/>
                    </a:cubicBezTo>
                    <a:cubicBezTo>
                      <a:pt x="417" y="144"/>
                      <a:pt x="419" y="143"/>
                      <a:pt x="418" y="143"/>
                    </a:cubicBezTo>
                    <a:cubicBezTo>
                      <a:pt x="418" y="142"/>
                      <a:pt x="417" y="141"/>
                      <a:pt x="416" y="141"/>
                    </a:cubicBezTo>
                    <a:cubicBezTo>
                      <a:pt x="415" y="140"/>
                      <a:pt x="411" y="141"/>
                      <a:pt x="410" y="142"/>
                    </a:cubicBezTo>
                    <a:cubicBezTo>
                      <a:pt x="409" y="144"/>
                      <a:pt x="406" y="145"/>
                      <a:pt x="404" y="146"/>
                    </a:cubicBezTo>
                    <a:cubicBezTo>
                      <a:pt x="403" y="146"/>
                      <a:pt x="400" y="144"/>
                      <a:pt x="400" y="143"/>
                    </a:cubicBezTo>
                    <a:cubicBezTo>
                      <a:pt x="400" y="142"/>
                      <a:pt x="403" y="145"/>
                      <a:pt x="403" y="145"/>
                    </a:cubicBezTo>
                    <a:cubicBezTo>
                      <a:pt x="404" y="145"/>
                      <a:pt x="408" y="142"/>
                      <a:pt x="408" y="142"/>
                    </a:cubicBezTo>
                    <a:cubicBezTo>
                      <a:pt x="408" y="142"/>
                      <a:pt x="406" y="141"/>
                      <a:pt x="406" y="141"/>
                    </a:cubicBezTo>
                    <a:cubicBezTo>
                      <a:pt x="409" y="140"/>
                      <a:pt x="412" y="140"/>
                      <a:pt x="415" y="139"/>
                    </a:cubicBezTo>
                    <a:cubicBezTo>
                      <a:pt x="415" y="139"/>
                      <a:pt x="417" y="138"/>
                      <a:pt x="416" y="137"/>
                    </a:cubicBezTo>
                    <a:cubicBezTo>
                      <a:pt x="416" y="137"/>
                      <a:pt x="414" y="135"/>
                      <a:pt x="414" y="135"/>
                    </a:cubicBezTo>
                    <a:cubicBezTo>
                      <a:pt x="412" y="136"/>
                      <a:pt x="410" y="136"/>
                      <a:pt x="409" y="134"/>
                    </a:cubicBezTo>
                    <a:cubicBezTo>
                      <a:pt x="408" y="134"/>
                      <a:pt x="404" y="137"/>
                      <a:pt x="404" y="136"/>
                    </a:cubicBezTo>
                    <a:cubicBezTo>
                      <a:pt x="404" y="136"/>
                      <a:pt x="407" y="133"/>
                      <a:pt x="404" y="134"/>
                    </a:cubicBezTo>
                    <a:cubicBezTo>
                      <a:pt x="404" y="134"/>
                      <a:pt x="400" y="135"/>
                      <a:pt x="400" y="135"/>
                    </a:cubicBezTo>
                    <a:cubicBezTo>
                      <a:pt x="401" y="133"/>
                      <a:pt x="404" y="133"/>
                      <a:pt x="402" y="130"/>
                    </a:cubicBezTo>
                    <a:cubicBezTo>
                      <a:pt x="402" y="130"/>
                      <a:pt x="398" y="128"/>
                      <a:pt x="398" y="128"/>
                    </a:cubicBezTo>
                    <a:cubicBezTo>
                      <a:pt x="396" y="128"/>
                      <a:pt x="396" y="126"/>
                      <a:pt x="394" y="126"/>
                    </a:cubicBezTo>
                    <a:cubicBezTo>
                      <a:pt x="395" y="126"/>
                      <a:pt x="392" y="122"/>
                      <a:pt x="392" y="122"/>
                    </a:cubicBezTo>
                    <a:cubicBezTo>
                      <a:pt x="392" y="122"/>
                      <a:pt x="393" y="123"/>
                      <a:pt x="394" y="123"/>
                    </a:cubicBezTo>
                    <a:cubicBezTo>
                      <a:pt x="395" y="124"/>
                      <a:pt x="395" y="122"/>
                      <a:pt x="396" y="122"/>
                    </a:cubicBezTo>
                    <a:cubicBezTo>
                      <a:pt x="400" y="121"/>
                      <a:pt x="393" y="118"/>
                      <a:pt x="392" y="117"/>
                    </a:cubicBezTo>
                    <a:cubicBezTo>
                      <a:pt x="392" y="118"/>
                      <a:pt x="394" y="116"/>
                      <a:pt x="394" y="116"/>
                    </a:cubicBezTo>
                    <a:cubicBezTo>
                      <a:pt x="395" y="115"/>
                      <a:pt x="393" y="115"/>
                      <a:pt x="392" y="114"/>
                    </a:cubicBezTo>
                    <a:cubicBezTo>
                      <a:pt x="392" y="114"/>
                      <a:pt x="391" y="113"/>
                      <a:pt x="390" y="113"/>
                    </a:cubicBezTo>
                    <a:cubicBezTo>
                      <a:pt x="390" y="113"/>
                      <a:pt x="388" y="113"/>
                      <a:pt x="388" y="113"/>
                    </a:cubicBezTo>
                    <a:cubicBezTo>
                      <a:pt x="389" y="112"/>
                      <a:pt x="391" y="113"/>
                      <a:pt x="390" y="110"/>
                    </a:cubicBezTo>
                    <a:cubicBezTo>
                      <a:pt x="389" y="110"/>
                      <a:pt x="386" y="111"/>
                      <a:pt x="386" y="111"/>
                    </a:cubicBezTo>
                    <a:cubicBezTo>
                      <a:pt x="386" y="110"/>
                      <a:pt x="389" y="110"/>
                      <a:pt x="388" y="108"/>
                    </a:cubicBezTo>
                    <a:cubicBezTo>
                      <a:pt x="388" y="107"/>
                      <a:pt x="388" y="106"/>
                      <a:pt x="387" y="105"/>
                    </a:cubicBezTo>
                    <a:cubicBezTo>
                      <a:pt x="387" y="105"/>
                      <a:pt x="386" y="106"/>
                      <a:pt x="386" y="105"/>
                    </a:cubicBezTo>
                    <a:cubicBezTo>
                      <a:pt x="386" y="106"/>
                      <a:pt x="384" y="102"/>
                      <a:pt x="384" y="102"/>
                    </a:cubicBezTo>
                    <a:cubicBezTo>
                      <a:pt x="383" y="100"/>
                      <a:pt x="382" y="99"/>
                      <a:pt x="382" y="98"/>
                    </a:cubicBezTo>
                    <a:cubicBezTo>
                      <a:pt x="381" y="96"/>
                      <a:pt x="381" y="94"/>
                      <a:pt x="379" y="97"/>
                    </a:cubicBezTo>
                    <a:cubicBezTo>
                      <a:pt x="379" y="97"/>
                      <a:pt x="378" y="101"/>
                      <a:pt x="379" y="100"/>
                    </a:cubicBezTo>
                    <a:cubicBezTo>
                      <a:pt x="375" y="101"/>
                      <a:pt x="377" y="101"/>
                      <a:pt x="378" y="104"/>
                    </a:cubicBezTo>
                    <a:cubicBezTo>
                      <a:pt x="378" y="103"/>
                      <a:pt x="377" y="103"/>
                      <a:pt x="377" y="104"/>
                    </a:cubicBezTo>
                    <a:cubicBezTo>
                      <a:pt x="376" y="104"/>
                      <a:pt x="376" y="104"/>
                      <a:pt x="375" y="105"/>
                    </a:cubicBezTo>
                    <a:cubicBezTo>
                      <a:pt x="375" y="105"/>
                      <a:pt x="377" y="106"/>
                      <a:pt x="377" y="106"/>
                    </a:cubicBezTo>
                    <a:cubicBezTo>
                      <a:pt x="376" y="107"/>
                      <a:pt x="374" y="106"/>
                      <a:pt x="374" y="107"/>
                    </a:cubicBezTo>
                    <a:cubicBezTo>
                      <a:pt x="373" y="108"/>
                      <a:pt x="375" y="110"/>
                      <a:pt x="373" y="111"/>
                    </a:cubicBezTo>
                    <a:cubicBezTo>
                      <a:pt x="374" y="111"/>
                      <a:pt x="372" y="107"/>
                      <a:pt x="370" y="109"/>
                    </a:cubicBezTo>
                    <a:cubicBezTo>
                      <a:pt x="370" y="110"/>
                      <a:pt x="366" y="113"/>
                      <a:pt x="366" y="113"/>
                    </a:cubicBezTo>
                    <a:cubicBezTo>
                      <a:pt x="365" y="113"/>
                      <a:pt x="365" y="112"/>
                      <a:pt x="365" y="111"/>
                    </a:cubicBezTo>
                    <a:cubicBezTo>
                      <a:pt x="364" y="111"/>
                      <a:pt x="364" y="112"/>
                      <a:pt x="364" y="112"/>
                    </a:cubicBezTo>
                    <a:cubicBezTo>
                      <a:pt x="363" y="111"/>
                      <a:pt x="364" y="111"/>
                      <a:pt x="364" y="110"/>
                    </a:cubicBezTo>
                    <a:cubicBezTo>
                      <a:pt x="364" y="111"/>
                      <a:pt x="357" y="116"/>
                      <a:pt x="357" y="115"/>
                    </a:cubicBezTo>
                    <a:cubicBezTo>
                      <a:pt x="356" y="114"/>
                      <a:pt x="360" y="113"/>
                      <a:pt x="361" y="113"/>
                    </a:cubicBezTo>
                    <a:cubicBezTo>
                      <a:pt x="363" y="111"/>
                      <a:pt x="363" y="110"/>
                      <a:pt x="362" y="108"/>
                    </a:cubicBezTo>
                    <a:cubicBezTo>
                      <a:pt x="361" y="107"/>
                      <a:pt x="358" y="107"/>
                      <a:pt x="357" y="107"/>
                    </a:cubicBezTo>
                    <a:cubicBezTo>
                      <a:pt x="356" y="107"/>
                      <a:pt x="356" y="108"/>
                      <a:pt x="356" y="108"/>
                    </a:cubicBezTo>
                    <a:cubicBezTo>
                      <a:pt x="355" y="110"/>
                      <a:pt x="353" y="108"/>
                      <a:pt x="352" y="108"/>
                    </a:cubicBezTo>
                    <a:cubicBezTo>
                      <a:pt x="353" y="108"/>
                      <a:pt x="355" y="106"/>
                      <a:pt x="355" y="106"/>
                    </a:cubicBezTo>
                    <a:cubicBezTo>
                      <a:pt x="355" y="106"/>
                      <a:pt x="356" y="107"/>
                      <a:pt x="356" y="107"/>
                    </a:cubicBezTo>
                    <a:cubicBezTo>
                      <a:pt x="355" y="107"/>
                      <a:pt x="357" y="105"/>
                      <a:pt x="357" y="105"/>
                    </a:cubicBezTo>
                    <a:cubicBezTo>
                      <a:pt x="358" y="103"/>
                      <a:pt x="356" y="104"/>
                      <a:pt x="355" y="103"/>
                    </a:cubicBezTo>
                    <a:cubicBezTo>
                      <a:pt x="355" y="103"/>
                      <a:pt x="356" y="98"/>
                      <a:pt x="354" y="99"/>
                    </a:cubicBezTo>
                    <a:cubicBezTo>
                      <a:pt x="355" y="98"/>
                      <a:pt x="356" y="98"/>
                      <a:pt x="355" y="96"/>
                    </a:cubicBezTo>
                    <a:cubicBezTo>
                      <a:pt x="353" y="95"/>
                      <a:pt x="357" y="94"/>
                      <a:pt x="356" y="92"/>
                    </a:cubicBezTo>
                    <a:cubicBezTo>
                      <a:pt x="356" y="91"/>
                      <a:pt x="354" y="93"/>
                      <a:pt x="353" y="92"/>
                    </a:cubicBezTo>
                    <a:cubicBezTo>
                      <a:pt x="352" y="91"/>
                      <a:pt x="350" y="91"/>
                      <a:pt x="349" y="91"/>
                    </a:cubicBezTo>
                    <a:cubicBezTo>
                      <a:pt x="347" y="90"/>
                      <a:pt x="346" y="90"/>
                      <a:pt x="345" y="88"/>
                    </a:cubicBezTo>
                    <a:cubicBezTo>
                      <a:pt x="345" y="86"/>
                      <a:pt x="342" y="87"/>
                      <a:pt x="342" y="85"/>
                    </a:cubicBezTo>
                    <a:cubicBezTo>
                      <a:pt x="342" y="84"/>
                      <a:pt x="340" y="85"/>
                      <a:pt x="340" y="85"/>
                    </a:cubicBezTo>
                    <a:cubicBezTo>
                      <a:pt x="341" y="83"/>
                      <a:pt x="339" y="83"/>
                      <a:pt x="338" y="82"/>
                    </a:cubicBezTo>
                    <a:cubicBezTo>
                      <a:pt x="336" y="81"/>
                      <a:pt x="336" y="80"/>
                      <a:pt x="334" y="81"/>
                    </a:cubicBezTo>
                    <a:cubicBezTo>
                      <a:pt x="332" y="82"/>
                      <a:pt x="331" y="83"/>
                      <a:pt x="329" y="82"/>
                    </a:cubicBezTo>
                    <a:cubicBezTo>
                      <a:pt x="327" y="81"/>
                      <a:pt x="326" y="83"/>
                      <a:pt x="324" y="82"/>
                    </a:cubicBezTo>
                    <a:cubicBezTo>
                      <a:pt x="322" y="80"/>
                      <a:pt x="320" y="80"/>
                      <a:pt x="318" y="80"/>
                    </a:cubicBezTo>
                    <a:cubicBezTo>
                      <a:pt x="316" y="80"/>
                      <a:pt x="314" y="80"/>
                      <a:pt x="313" y="82"/>
                    </a:cubicBezTo>
                    <a:cubicBezTo>
                      <a:pt x="312" y="84"/>
                      <a:pt x="315" y="85"/>
                      <a:pt x="315" y="86"/>
                    </a:cubicBezTo>
                    <a:cubicBezTo>
                      <a:pt x="316" y="87"/>
                      <a:pt x="315" y="90"/>
                      <a:pt x="314" y="91"/>
                    </a:cubicBezTo>
                    <a:cubicBezTo>
                      <a:pt x="314" y="92"/>
                      <a:pt x="314" y="91"/>
                      <a:pt x="313" y="92"/>
                    </a:cubicBezTo>
                    <a:cubicBezTo>
                      <a:pt x="313" y="92"/>
                      <a:pt x="315" y="94"/>
                      <a:pt x="315" y="94"/>
                    </a:cubicBezTo>
                    <a:cubicBezTo>
                      <a:pt x="315" y="96"/>
                      <a:pt x="316" y="98"/>
                      <a:pt x="316" y="99"/>
                    </a:cubicBezTo>
                    <a:cubicBezTo>
                      <a:pt x="316" y="100"/>
                      <a:pt x="316" y="100"/>
                      <a:pt x="316" y="101"/>
                    </a:cubicBezTo>
                    <a:cubicBezTo>
                      <a:pt x="316" y="102"/>
                      <a:pt x="315" y="101"/>
                      <a:pt x="315" y="101"/>
                    </a:cubicBezTo>
                    <a:cubicBezTo>
                      <a:pt x="314" y="102"/>
                      <a:pt x="314" y="104"/>
                      <a:pt x="314" y="104"/>
                    </a:cubicBezTo>
                    <a:cubicBezTo>
                      <a:pt x="313" y="105"/>
                      <a:pt x="312" y="106"/>
                      <a:pt x="312" y="107"/>
                    </a:cubicBezTo>
                    <a:cubicBezTo>
                      <a:pt x="311" y="109"/>
                      <a:pt x="311" y="109"/>
                      <a:pt x="312" y="110"/>
                    </a:cubicBezTo>
                    <a:cubicBezTo>
                      <a:pt x="315" y="112"/>
                      <a:pt x="318" y="114"/>
                      <a:pt x="320" y="116"/>
                    </a:cubicBezTo>
                    <a:cubicBezTo>
                      <a:pt x="321" y="119"/>
                      <a:pt x="322" y="124"/>
                      <a:pt x="321" y="127"/>
                    </a:cubicBezTo>
                    <a:cubicBezTo>
                      <a:pt x="319" y="131"/>
                      <a:pt x="313" y="133"/>
                      <a:pt x="310" y="135"/>
                    </a:cubicBezTo>
                    <a:cubicBezTo>
                      <a:pt x="309" y="136"/>
                      <a:pt x="308" y="136"/>
                      <a:pt x="307" y="137"/>
                    </a:cubicBezTo>
                    <a:cubicBezTo>
                      <a:pt x="304" y="138"/>
                      <a:pt x="308" y="141"/>
                      <a:pt x="308" y="143"/>
                    </a:cubicBezTo>
                    <a:cubicBezTo>
                      <a:pt x="308" y="143"/>
                      <a:pt x="309" y="145"/>
                      <a:pt x="309" y="146"/>
                    </a:cubicBezTo>
                    <a:cubicBezTo>
                      <a:pt x="309" y="148"/>
                      <a:pt x="309" y="149"/>
                      <a:pt x="310" y="151"/>
                    </a:cubicBezTo>
                    <a:cubicBezTo>
                      <a:pt x="311" y="153"/>
                      <a:pt x="311" y="154"/>
                      <a:pt x="309" y="156"/>
                    </a:cubicBezTo>
                    <a:cubicBezTo>
                      <a:pt x="309" y="156"/>
                      <a:pt x="310" y="160"/>
                      <a:pt x="309" y="161"/>
                    </a:cubicBezTo>
                    <a:cubicBezTo>
                      <a:pt x="308" y="161"/>
                      <a:pt x="307" y="157"/>
                      <a:pt x="306" y="159"/>
                    </a:cubicBezTo>
                    <a:cubicBezTo>
                      <a:pt x="305" y="161"/>
                      <a:pt x="307" y="164"/>
                      <a:pt x="307" y="164"/>
                    </a:cubicBezTo>
                    <a:cubicBezTo>
                      <a:pt x="307" y="163"/>
                      <a:pt x="301" y="158"/>
                      <a:pt x="298" y="161"/>
                    </a:cubicBezTo>
                    <a:cubicBezTo>
                      <a:pt x="299" y="160"/>
                      <a:pt x="302" y="159"/>
                      <a:pt x="300" y="157"/>
                    </a:cubicBezTo>
                    <a:cubicBezTo>
                      <a:pt x="299" y="156"/>
                      <a:pt x="298" y="155"/>
                      <a:pt x="297" y="155"/>
                    </a:cubicBezTo>
                    <a:cubicBezTo>
                      <a:pt x="297" y="154"/>
                      <a:pt x="295" y="154"/>
                      <a:pt x="294" y="154"/>
                    </a:cubicBezTo>
                    <a:cubicBezTo>
                      <a:pt x="294" y="153"/>
                      <a:pt x="295" y="153"/>
                      <a:pt x="294" y="151"/>
                    </a:cubicBezTo>
                    <a:cubicBezTo>
                      <a:pt x="293" y="150"/>
                      <a:pt x="292" y="148"/>
                      <a:pt x="293" y="146"/>
                    </a:cubicBezTo>
                    <a:cubicBezTo>
                      <a:pt x="294" y="143"/>
                      <a:pt x="291" y="142"/>
                      <a:pt x="291" y="140"/>
                    </a:cubicBezTo>
                    <a:cubicBezTo>
                      <a:pt x="291" y="138"/>
                      <a:pt x="293" y="137"/>
                      <a:pt x="292" y="135"/>
                    </a:cubicBezTo>
                    <a:cubicBezTo>
                      <a:pt x="290" y="133"/>
                      <a:pt x="286" y="133"/>
                      <a:pt x="283" y="133"/>
                    </a:cubicBezTo>
                    <a:cubicBezTo>
                      <a:pt x="282" y="133"/>
                      <a:pt x="281" y="133"/>
                      <a:pt x="279" y="133"/>
                    </a:cubicBezTo>
                    <a:cubicBezTo>
                      <a:pt x="279" y="133"/>
                      <a:pt x="277" y="135"/>
                      <a:pt x="277" y="135"/>
                    </a:cubicBezTo>
                    <a:cubicBezTo>
                      <a:pt x="277" y="134"/>
                      <a:pt x="278" y="134"/>
                      <a:pt x="277" y="133"/>
                    </a:cubicBezTo>
                    <a:cubicBezTo>
                      <a:pt x="277" y="132"/>
                      <a:pt x="276" y="131"/>
                      <a:pt x="275" y="131"/>
                    </a:cubicBezTo>
                    <a:cubicBezTo>
                      <a:pt x="273" y="130"/>
                      <a:pt x="271" y="130"/>
                      <a:pt x="269" y="129"/>
                    </a:cubicBezTo>
                    <a:cubicBezTo>
                      <a:pt x="266" y="128"/>
                      <a:pt x="264" y="125"/>
                      <a:pt x="261" y="123"/>
                    </a:cubicBezTo>
                    <a:cubicBezTo>
                      <a:pt x="259" y="122"/>
                      <a:pt x="257" y="121"/>
                      <a:pt x="256" y="121"/>
                    </a:cubicBezTo>
                    <a:cubicBezTo>
                      <a:pt x="254" y="121"/>
                      <a:pt x="252" y="119"/>
                      <a:pt x="250" y="119"/>
                    </a:cubicBezTo>
                    <a:cubicBezTo>
                      <a:pt x="249" y="119"/>
                      <a:pt x="240" y="121"/>
                      <a:pt x="240" y="121"/>
                    </a:cubicBezTo>
                    <a:cubicBezTo>
                      <a:pt x="240" y="120"/>
                      <a:pt x="241" y="120"/>
                      <a:pt x="242" y="119"/>
                    </a:cubicBezTo>
                    <a:cubicBezTo>
                      <a:pt x="242" y="118"/>
                      <a:pt x="241" y="117"/>
                      <a:pt x="241" y="117"/>
                    </a:cubicBezTo>
                    <a:cubicBezTo>
                      <a:pt x="240" y="114"/>
                      <a:pt x="239" y="112"/>
                      <a:pt x="238" y="110"/>
                    </a:cubicBezTo>
                    <a:cubicBezTo>
                      <a:pt x="237" y="108"/>
                      <a:pt x="236" y="108"/>
                      <a:pt x="234" y="108"/>
                    </a:cubicBezTo>
                    <a:cubicBezTo>
                      <a:pt x="231" y="108"/>
                      <a:pt x="230" y="108"/>
                      <a:pt x="230" y="105"/>
                    </a:cubicBezTo>
                    <a:cubicBezTo>
                      <a:pt x="231" y="103"/>
                      <a:pt x="230" y="100"/>
                      <a:pt x="230" y="98"/>
                    </a:cubicBezTo>
                    <a:cubicBezTo>
                      <a:pt x="231" y="95"/>
                      <a:pt x="233" y="93"/>
                      <a:pt x="234" y="90"/>
                    </a:cubicBezTo>
                    <a:cubicBezTo>
                      <a:pt x="235" y="88"/>
                      <a:pt x="235" y="87"/>
                      <a:pt x="237" y="86"/>
                    </a:cubicBezTo>
                    <a:cubicBezTo>
                      <a:pt x="238" y="86"/>
                      <a:pt x="237" y="85"/>
                      <a:pt x="237" y="84"/>
                    </a:cubicBezTo>
                    <a:cubicBezTo>
                      <a:pt x="238" y="84"/>
                      <a:pt x="240" y="82"/>
                      <a:pt x="240" y="82"/>
                    </a:cubicBezTo>
                    <a:cubicBezTo>
                      <a:pt x="240" y="82"/>
                      <a:pt x="240" y="82"/>
                      <a:pt x="239" y="81"/>
                    </a:cubicBezTo>
                    <a:cubicBezTo>
                      <a:pt x="239" y="81"/>
                      <a:pt x="240" y="81"/>
                      <a:pt x="240" y="81"/>
                    </a:cubicBezTo>
                    <a:cubicBezTo>
                      <a:pt x="240" y="79"/>
                      <a:pt x="242" y="80"/>
                      <a:pt x="243" y="80"/>
                    </a:cubicBezTo>
                    <a:cubicBezTo>
                      <a:pt x="244" y="80"/>
                      <a:pt x="244" y="79"/>
                      <a:pt x="244" y="79"/>
                    </a:cubicBezTo>
                    <a:cubicBezTo>
                      <a:pt x="245" y="77"/>
                      <a:pt x="243" y="78"/>
                      <a:pt x="242" y="77"/>
                    </a:cubicBezTo>
                    <a:cubicBezTo>
                      <a:pt x="242" y="77"/>
                      <a:pt x="244" y="77"/>
                      <a:pt x="244" y="77"/>
                    </a:cubicBezTo>
                    <a:cubicBezTo>
                      <a:pt x="245" y="76"/>
                      <a:pt x="246" y="77"/>
                      <a:pt x="246" y="77"/>
                    </a:cubicBezTo>
                    <a:cubicBezTo>
                      <a:pt x="248" y="79"/>
                      <a:pt x="248" y="77"/>
                      <a:pt x="250" y="76"/>
                    </a:cubicBezTo>
                    <a:cubicBezTo>
                      <a:pt x="252" y="74"/>
                      <a:pt x="248" y="72"/>
                      <a:pt x="246" y="71"/>
                    </a:cubicBezTo>
                    <a:cubicBezTo>
                      <a:pt x="245" y="71"/>
                      <a:pt x="241" y="72"/>
                      <a:pt x="241" y="72"/>
                    </a:cubicBezTo>
                    <a:cubicBezTo>
                      <a:pt x="240" y="70"/>
                      <a:pt x="243" y="70"/>
                      <a:pt x="240" y="69"/>
                    </a:cubicBezTo>
                    <a:cubicBezTo>
                      <a:pt x="239" y="69"/>
                      <a:pt x="234" y="69"/>
                      <a:pt x="234" y="68"/>
                    </a:cubicBezTo>
                    <a:cubicBezTo>
                      <a:pt x="234" y="67"/>
                      <a:pt x="236" y="67"/>
                      <a:pt x="236" y="67"/>
                    </a:cubicBezTo>
                    <a:cubicBezTo>
                      <a:pt x="237" y="66"/>
                      <a:pt x="237" y="67"/>
                      <a:pt x="238" y="67"/>
                    </a:cubicBezTo>
                    <a:cubicBezTo>
                      <a:pt x="237" y="68"/>
                      <a:pt x="240" y="68"/>
                      <a:pt x="240" y="68"/>
                    </a:cubicBezTo>
                    <a:cubicBezTo>
                      <a:pt x="242" y="68"/>
                      <a:pt x="245" y="70"/>
                      <a:pt x="246" y="70"/>
                    </a:cubicBezTo>
                    <a:cubicBezTo>
                      <a:pt x="247" y="70"/>
                      <a:pt x="248" y="71"/>
                      <a:pt x="249" y="71"/>
                    </a:cubicBezTo>
                    <a:cubicBezTo>
                      <a:pt x="251" y="72"/>
                      <a:pt x="250" y="71"/>
                      <a:pt x="251" y="71"/>
                    </a:cubicBezTo>
                    <a:cubicBezTo>
                      <a:pt x="252" y="71"/>
                      <a:pt x="255" y="71"/>
                      <a:pt x="254" y="70"/>
                    </a:cubicBezTo>
                    <a:cubicBezTo>
                      <a:pt x="253" y="69"/>
                      <a:pt x="254" y="67"/>
                      <a:pt x="255" y="66"/>
                    </a:cubicBezTo>
                    <a:cubicBezTo>
                      <a:pt x="255" y="67"/>
                      <a:pt x="258" y="68"/>
                      <a:pt x="258" y="68"/>
                    </a:cubicBezTo>
                    <a:cubicBezTo>
                      <a:pt x="260" y="68"/>
                      <a:pt x="261" y="68"/>
                      <a:pt x="263" y="67"/>
                    </a:cubicBezTo>
                    <a:cubicBezTo>
                      <a:pt x="264" y="66"/>
                      <a:pt x="265" y="64"/>
                      <a:pt x="266" y="63"/>
                    </a:cubicBezTo>
                    <a:cubicBezTo>
                      <a:pt x="267" y="62"/>
                      <a:pt x="269" y="61"/>
                      <a:pt x="268" y="59"/>
                    </a:cubicBezTo>
                    <a:cubicBezTo>
                      <a:pt x="267" y="57"/>
                      <a:pt x="264" y="58"/>
                      <a:pt x="263" y="58"/>
                    </a:cubicBezTo>
                    <a:cubicBezTo>
                      <a:pt x="260" y="58"/>
                      <a:pt x="258" y="57"/>
                      <a:pt x="256" y="56"/>
                    </a:cubicBezTo>
                    <a:cubicBezTo>
                      <a:pt x="255" y="55"/>
                      <a:pt x="254" y="54"/>
                      <a:pt x="252" y="53"/>
                    </a:cubicBezTo>
                    <a:cubicBezTo>
                      <a:pt x="252" y="53"/>
                      <a:pt x="247" y="53"/>
                      <a:pt x="247" y="53"/>
                    </a:cubicBezTo>
                    <a:cubicBezTo>
                      <a:pt x="247" y="52"/>
                      <a:pt x="252" y="53"/>
                      <a:pt x="253" y="53"/>
                    </a:cubicBezTo>
                    <a:cubicBezTo>
                      <a:pt x="255" y="53"/>
                      <a:pt x="255" y="52"/>
                      <a:pt x="257" y="53"/>
                    </a:cubicBezTo>
                    <a:cubicBezTo>
                      <a:pt x="261" y="55"/>
                      <a:pt x="265" y="59"/>
                      <a:pt x="269" y="56"/>
                    </a:cubicBezTo>
                    <a:cubicBezTo>
                      <a:pt x="271" y="54"/>
                      <a:pt x="272" y="53"/>
                      <a:pt x="273" y="51"/>
                    </a:cubicBezTo>
                    <a:cubicBezTo>
                      <a:pt x="274" y="50"/>
                      <a:pt x="268" y="49"/>
                      <a:pt x="271" y="47"/>
                    </a:cubicBezTo>
                    <a:cubicBezTo>
                      <a:pt x="272" y="47"/>
                      <a:pt x="275" y="47"/>
                      <a:pt x="276" y="48"/>
                    </a:cubicBezTo>
                    <a:cubicBezTo>
                      <a:pt x="279" y="48"/>
                      <a:pt x="279" y="50"/>
                      <a:pt x="282" y="48"/>
                    </a:cubicBezTo>
                    <a:cubicBezTo>
                      <a:pt x="282" y="48"/>
                      <a:pt x="285" y="49"/>
                      <a:pt x="284" y="47"/>
                    </a:cubicBezTo>
                    <a:cubicBezTo>
                      <a:pt x="283" y="46"/>
                      <a:pt x="279" y="44"/>
                      <a:pt x="278" y="44"/>
                    </a:cubicBezTo>
                    <a:cubicBezTo>
                      <a:pt x="280" y="43"/>
                      <a:pt x="282" y="45"/>
                      <a:pt x="284" y="45"/>
                    </a:cubicBezTo>
                    <a:cubicBezTo>
                      <a:pt x="285" y="45"/>
                      <a:pt x="287" y="50"/>
                      <a:pt x="289" y="49"/>
                    </a:cubicBezTo>
                    <a:cubicBezTo>
                      <a:pt x="289" y="49"/>
                      <a:pt x="288" y="48"/>
                      <a:pt x="288" y="48"/>
                    </a:cubicBezTo>
                    <a:cubicBezTo>
                      <a:pt x="289" y="47"/>
                      <a:pt x="290" y="47"/>
                      <a:pt x="292" y="46"/>
                    </a:cubicBezTo>
                    <a:cubicBezTo>
                      <a:pt x="293" y="45"/>
                      <a:pt x="296" y="42"/>
                      <a:pt x="297" y="41"/>
                    </a:cubicBezTo>
                    <a:cubicBezTo>
                      <a:pt x="297" y="38"/>
                      <a:pt x="295" y="38"/>
                      <a:pt x="293" y="36"/>
                    </a:cubicBezTo>
                    <a:cubicBezTo>
                      <a:pt x="293" y="36"/>
                      <a:pt x="290" y="30"/>
                      <a:pt x="290" y="31"/>
                    </a:cubicBezTo>
                    <a:cubicBezTo>
                      <a:pt x="291" y="30"/>
                      <a:pt x="295" y="30"/>
                      <a:pt x="296" y="30"/>
                    </a:cubicBezTo>
                    <a:cubicBezTo>
                      <a:pt x="299" y="29"/>
                      <a:pt x="294" y="28"/>
                      <a:pt x="294" y="27"/>
                    </a:cubicBezTo>
                    <a:cubicBezTo>
                      <a:pt x="293" y="26"/>
                      <a:pt x="297" y="26"/>
                      <a:pt x="297" y="25"/>
                    </a:cubicBezTo>
                    <a:cubicBezTo>
                      <a:pt x="297" y="25"/>
                      <a:pt x="287" y="21"/>
                      <a:pt x="287" y="21"/>
                    </a:cubicBezTo>
                    <a:cubicBezTo>
                      <a:pt x="288" y="21"/>
                      <a:pt x="290" y="20"/>
                      <a:pt x="291" y="20"/>
                    </a:cubicBezTo>
                    <a:cubicBezTo>
                      <a:pt x="288" y="20"/>
                      <a:pt x="285" y="19"/>
                      <a:pt x="282" y="19"/>
                    </a:cubicBezTo>
                    <a:cubicBezTo>
                      <a:pt x="280" y="19"/>
                      <a:pt x="277" y="20"/>
                      <a:pt x="276" y="19"/>
                    </a:cubicBezTo>
                    <a:cubicBezTo>
                      <a:pt x="278" y="20"/>
                      <a:pt x="275" y="21"/>
                      <a:pt x="276" y="23"/>
                    </a:cubicBezTo>
                    <a:cubicBezTo>
                      <a:pt x="277" y="24"/>
                      <a:pt x="280" y="25"/>
                      <a:pt x="280" y="26"/>
                    </a:cubicBezTo>
                    <a:cubicBezTo>
                      <a:pt x="280" y="26"/>
                      <a:pt x="278" y="27"/>
                      <a:pt x="278" y="27"/>
                    </a:cubicBezTo>
                    <a:cubicBezTo>
                      <a:pt x="278" y="27"/>
                      <a:pt x="280" y="28"/>
                      <a:pt x="279" y="28"/>
                    </a:cubicBezTo>
                    <a:cubicBezTo>
                      <a:pt x="277" y="29"/>
                      <a:pt x="276" y="27"/>
                      <a:pt x="275" y="31"/>
                    </a:cubicBezTo>
                    <a:cubicBezTo>
                      <a:pt x="274" y="33"/>
                      <a:pt x="274" y="35"/>
                      <a:pt x="273" y="37"/>
                    </a:cubicBezTo>
                    <a:cubicBezTo>
                      <a:pt x="272" y="37"/>
                      <a:pt x="271" y="38"/>
                      <a:pt x="271" y="39"/>
                    </a:cubicBezTo>
                    <a:cubicBezTo>
                      <a:pt x="271" y="40"/>
                      <a:pt x="270" y="40"/>
                      <a:pt x="270" y="41"/>
                    </a:cubicBezTo>
                    <a:cubicBezTo>
                      <a:pt x="267" y="42"/>
                      <a:pt x="268" y="43"/>
                      <a:pt x="266" y="40"/>
                    </a:cubicBezTo>
                    <a:cubicBezTo>
                      <a:pt x="265" y="39"/>
                      <a:pt x="262" y="37"/>
                      <a:pt x="262" y="35"/>
                    </a:cubicBezTo>
                    <a:cubicBezTo>
                      <a:pt x="262" y="35"/>
                      <a:pt x="262" y="32"/>
                      <a:pt x="263" y="32"/>
                    </a:cubicBezTo>
                    <a:cubicBezTo>
                      <a:pt x="263" y="32"/>
                      <a:pt x="265" y="33"/>
                      <a:pt x="265" y="31"/>
                    </a:cubicBezTo>
                    <a:cubicBezTo>
                      <a:pt x="264" y="29"/>
                      <a:pt x="264" y="28"/>
                      <a:pt x="262" y="26"/>
                    </a:cubicBezTo>
                    <a:cubicBezTo>
                      <a:pt x="260" y="25"/>
                      <a:pt x="258" y="23"/>
                      <a:pt x="256" y="25"/>
                    </a:cubicBezTo>
                    <a:cubicBezTo>
                      <a:pt x="255" y="26"/>
                      <a:pt x="255" y="28"/>
                      <a:pt x="255" y="30"/>
                    </a:cubicBezTo>
                    <a:cubicBezTo>
                      <a:pt x="255" y="31"/>
                      <a:pt x="251" y="31"/>
                      <a:pt x="251" y="30"/>
                    </a:cubicBezTo>
                    <a:cubicBezTo>
                      <a:pt x="251" y="29"/>
                      <a:pt x="251" y="26"/>
                      <a:pt x="250" y="25"/>
                    </a:cubicBezTo>
                    <a:cubicBezTo>
                      <a:pt x="246" y="22"/>
                      <a:pt x="251" y="25"/>
                      <a:pt x="251" y="24"/>
                    </a:cubicBezTo>
                    <a:cubicBezTo>
                      <a:pt x="252" y="24"/>
                      <a:pt x="253" y="23"/>
                      <a:pt x="252" y="23"/>
                    </a:cubicBezTo>
                    <a:cubicBezTo>
                      <a:pt x="252" y="22"/>
                      <a:pt x="251" y="21"/>
                      <a:pt x="250" y="22"/>
                    </a:cubicBezTo>
                    <a:cubicBezTo>
                      <a:pt x="249" y="23"/>
                      <a:pt x="249" y="21"/>
                      <a:pt x="248" y="21"/>
                    </a:cubicBezTo>
                    <a:cubicBezTo>
                      <a:pt x="247" y="20"/>
                      <a:pt x="246" y="22"/>
                      <a:pt x="245" y="21"/>
                    </a:cubicBezTo>
                    <a:cubicBezTo>
                      <a:pt x="243" y="20"/>
                      <a:pt x="242" y="21"/>
                      <a:pt x="243" y="18"/>
                    </a:cubicBezTo>
                    <a:cubicBezTo>
                      <a:pt x="243" y="18"/>
                      <a:pt x="243" y="18"/>
                      <a:pt x="244" y="18"/>
                    </a:cubicBezTo>
                    <a:cubicBezTo>
                      <a:pt x="244" y="17"/>
                      <a:pt x="244" y="17"/>
                      <a:pt x="244" y="16"/>
                    </a:cubicBezTo>
                    <a:cubicBezTo>
                      <a:pt x="245" y="16"/>
                      <a:pt x="245" y="16"/>
                      <a:pt x="246" y="16"/>
                    </a:cubicBezTo>
                    <a:cubicBezTo>
                      <a:pt x="245" y="16"/>
                      <a:pt x="244" y="13"/>
                      <a:pt x="244" y="13"/>
                    </a:cubicBezTo>
                    <a:cubicBezTo>
                      <a:pt x="243" y="11"/>
                      <a:pt x="241" y="11"/>
                      <a:pt x="241" y="10"/>
                    </a:cubicBezTo>
                    <a:cubicBezTo>
                      <a:pt x="239" y="9"/>
                      <a:pt x="240" y="9"/>
                      <a:pt x="239" y="7"/>
                    </a:cubicBezTo>
                    <a:cubicBezTo>
                      <a:pt x="239" y="5"/>
                      <a:pt x="237" y="4"/>
                      <a:pt x="237" y="3"/>
                    </a:cubicBezTo>
                    <a:cubicBezTo>
                      <a:pt x="236" y="1"/>
                      <a:pt x="234" y="1"/>
                      <a:pt x="232" y="1"/>
                    </a:cubicBezTo>
                    <a:cubicBezTo>
                      <a:pt x="231" y="1"/>
                      <a:pt x="232" y="0"/>
                      <a:pt x="230" y="0"/>
                    </a:cubicBezTo>
                    <a:cubicBezTo>
                      <a:pt x="229" y="0"/>
                      <a:pt x="228" y="0"/>
                      <a:pt x="228" y="2"/>
                    </a:cubicBezTo>
                    <a:cubicBezTo>
                      <a:pt x="228" y="2"/>
                      <a:pt x="225" y="3"/>
                      <a:pt x="225" y="3"/>
                    </a:cubicBezTo>
                    <a:cubicBezTo>
                      <a:pt x="226" y="3"/>
                      <a:pt x="228" y="3"/>
                      <a:pt x="228" y="4"/>
                    </a:cubicBezTo>
                    <a:cubicBezTo>
                      <a:pt x="228" y="4"/>
                      <a:pt x="226" y="5"/>
                      <a:pt x="226" y="5"/>
                    </a:cubicBezTo>
                    <a:cubicBezTo>
                      <a:pt x="225" y="6"/>
                      <a:pt x="224" y="4"/>
                      <a:pt x="223" y="6"/>
                    </a:cubicBezTo>
                    <a:cubicBezTo>
                      <a:pt x="222" y="6"/>
                      <a:pt x="221" y="9"/>
                      <a:pt x="221" y="10"/>
                    </a:cubicBezTo>
                    <a:cubicBezTo>
                      <a:pt x="222" y="10"/>
                      <a:pt x="224" y="10"/>
                      <a:pt x="225" y="11"/>
                    </a:cubicBezTo>
                    <a:cubicBezTo>
                      <a:pt x="224" y="10"/>
                      <a:pt x="222" y="14"/>
                      <a:pt x="222" y="15"/>
                    </a:cubicBezTo>
                    <a:cubicBezTo>
                      <a:pt x="222" y="16"/>
                      <a:pt x="224" y="18"/>
                      <a:pt x="225" y="19"/>
                    </a:cubicBezTo>
                    <a:cubicBezTo>
                      <a:pt x="226" y="19"/>
                      <a:pt x="228" y="21"/>
                      <a:pt x="229" y="21"/>
                    </a:cubicBezTo>
                    <a:cubicBezTo>
                      <a:pt x="231" y="20"/>
                      <a:pt x="231" y="20"/>
                      <a:pt x="232" y="21"/>
                    </a:cubicBezTo>
                    <a:cubicBezTo>
                      <a:pt x="233" y="21"/>
                      <a:pt x="235" y="23"/>
                      <a:pt x="235" y="23"/>
                    </a:cubicBezTo>
                    <a:cubicBezTo>
                      <a:pt x="234" y="24"/>
                      <a:pt x="233" y="22"/>
                      <a:pt x="233" y="24"/>
                    </a:cubicBezTo>
                    <a:cubicBezTo>
                      <a:pt x="233" y="26"/>
                      <a:pt x="232" y="26"/>
                      <a:pt x="232" y="27"/>
                    </a:cubicBezTo>
                    <a:cubicBezTo>
                      <a:pt x="231" y="29"/>
                      <a:pt x="233" y="29"/>
                      <a:pt x="234" y="28"/>
                    </a:cubicBezTo>
                    <a:cubicBezTo>
                      <a:pt x="234" y="28"/>
                      <a:pt x="236" y="25"/>
                      <a:pt x="236" y="26"/>
                    </a:cubicBezTo>
                    <a:cubicBezTo>
                      <a:pt x="237" y="27"/>
                      <a:pt x="236" y="29"/>
                      <a:pt x="236" y="30"/>
                    </a:cubicBezTo>
                    <a:cubicBezTo>
                      <a:pt x="235" y="31"/>
                      <a:pt x="234" y="31"/>
                      <a:pt x="233" y="31"/>
                    </a:cubicBezTo>
                    <a:cubicBezTo>
                      <a:pt x="233" y="32"/>
                      <a:pt x="233" y="33"/>
                      <a:pt x="232" y="34"/>
                    </a:cubicBezTo>
                    <a:cubicBezTo>
                      <a:pt x="231" y="34"/>
                      <a:pt x="229" y="34"/>
                      <a:pt x="228" y="35"/>
                    </a:cubicBezTo>
                    <a:cubicBezTo>
                      <a:pt x="227" y="35"/>
                      <a:pt x="226" y="37"/>
                      <a:pt x="226" y="37"/>
                    </a:cubicBezTo>
                    <a:cubicBezTo>
                      <a:pt x="227" y="38"/>
                      <a:pt x="228" y="39"/>
                      <a:pt x="228" y="41"/>
                    </a:cubicBezTo>
                    <a:cubicBezTo>
                      <a:pt x="228" y="42"/>
                      <a:pt x="227" y="41"/>
                      <a:pt x="226" y="40"/>
                    </a:cubicBezTo>
                    <a:cubicBezTo>
                      <a:pt x="226" y="40"/>
                      <a:pt x="225" y="40"/>
                      <a:pt x="225" y="41"/>
                    </a:cubicBezTo>
                    <a:cubicBezTo>
                      <a:pt x="224" y="41"/>
                      <a:pt x="222" y="40"/>
                      <a:pt x="222" y="39"/>
                    </a:cubicBezTo>
                    <a:cubicBezTo>
                      <a:pt x="222" y="38"/>
                      <a:pt x="224" y="35"/>
                      <a:pt x="224" y="34"/>
                    </a:cubicBezTo>
                    <a:cubicBezTo>
                      <a:pt x="225" y="32"/>
                      <a:pt x="222" y="34"/>
                      <a:pt x="222" y="34"/>
                    </a:cubicBezTo>
                    <a:cubicBezTo>
                      <a:pt x="221" y="34"/>
                      <a:pt x="218" y="32"/>
                      <a:pt x="217" y="31"/>
                    </a:cubicBezTo>
                    <a:cubicBezTo>
                      <a:pt x="215" y="30"/>
                      <a:pt x="216" y="32"/>
                      <a:pt x="214" y="32"/>
                    </a:cubicBezTo>
                    <a:cubicBezTo>
                      <a:pt x="213" y="32"/>
                      <a:pt x="210" y="31"/>
                      <a:pt x="212" y="33"/>
                    </a:cubicBezTo>
                    <a:cubicBezTo>
                      <a:pt x="213" y="34"/>
                      <a:pt x="213" y="35"/>
                      <a:pt x="215" y="35"/>
                    </a:cubicBezTo>
                    <a:cubicBezTo>
                      <a:pt x="216" y="35"/>
                      <a:pt x="218" y="35"/>
                      <a:pt x="218" y="37"/>
                    </a:cubicBezTo>
                    <a:cubicBezTo>
                      <a:pt x="220" y="41"/>
                      <a:pt x="214" y="36"/>
                      <a:pt x="213" y="35"/>
                    </a:cubicBezTo>
                    <a:cubicBezTo>
                      <a:pt x="211" y="35"/>
                      <a:pt x="211" y="37"/>
                      <a:pt x="209" y="37"/>
                    </a:cubicBezTo>
                    <a:cubicBezTo>
                      <a:pt x="207" y="37"/>
                      <a:pt x="206" y="36"/>
                      <a:pt x="204" y="36"/>
                    </a:cubicBezTo>
                    <a:cubicBezTo>
                      <a:pt x="200" y="37"/>
                      <a:pt x="197" y="37"/>
                      <a:pt x="193" y="37"/>
                    </a:cubicBezTo>
                    <a:cubicBezTo>
                      <a:pt x="190" y="36"/>
                      <a:pt x="186" y="34"/>
                      <a:pt x="182" y="33"/>
                    </a:cubicBezTo>
                    <a:cubicBezTo>
                      <a:pt x="181" y="33"/>
                      <a:pt x="179" y="33"/>
                      <a:pt x="178" y="32"/>
                    </a:cubicBezTo>
                    <a:cubicBezTo>
                      <a:pt x="177" y="30"/>
                      <a:pt x="177" y="28"/>
                      <a:pt x="176" y="28"/>
                    </a:cubicBezTo>
                    <a:cubicBezTo>
                      <a:pt x="174" y="27"/>
                      <a:pt x="172" y="28"/>
                      <a:pt x="171" y="28"/>
                    </a:cubicBezTo>
                    <a:cubicBezTo>
                      <a:pt x="168" y="29"/>
                      <a:pt x="166" y="29"/>
                      <a:pt x="164" y="29"/>
                    </a:cubicBezTo>
                    <a:cubicBezTo>
                      <a:pt x="163" y="30"/>
                      <a:pt x="161" y="31"/>
                      <a:pt x="161" y="32"/>
                    </a:cubicBezTo>
                    <a:cubicBezTo>
                      <a:pt x="161" y="32"/>
                      <a:pt x="165" y="34"/>
                      <a:pt x="166" y="34"/>
                    </a:cubicBezTo>
                    <a:cubicBezTo>
                      <a:pt x="166" y="34"/>
                      <a:pt x="165" y="31"/>
                      <a:pt x="167" y="32"/>
                    </a:cubicBezTo>
                    <a:cubicBezTo>
                      <a:pt x="168" y="32"/>
                      <a:pt x="168" y="33"/>
                      <a:pt x="169" y="32"/>
                    </a:cubicBezTo>
                    <a:cubicBezTo>
                      <a:pt x="170" y="32"/>
                      <a:pt x="176" y="28"/>
                      <a:pt x="176" y="30"/>
                    </a:cubicBezTo>
                    <a:cubicBezTo>
                      <a:pt x="176" y="31"/>
                      <a:pt x="173" y="32"/>
                      <a:pt x="172" y="33"/>
                    </a:cubicBezTo>
                    <a:cubicBezTo>
                      <a:pt x="171" y="34"/>
                      <a:pt x="169" y="34"/>
                      <a:pt x="167" y="34"/>
                    </a:cubicBezTo>
                    <a:cubicBezTo>
                      <a:pt x="166" y="35"/>
                      <a:pt x="163" y="37"/>
                      <a:pt x="165" y="38"/>
                    </a:cubicBezTo>
                    <a:cubicBezTo>
                      <a:pt x="167" y="38"/>
                      <a:pt x="167" y="39"/>
                      <a:pt x="166" y="41"/>
                    </a:cubicBezTo>
                    <a:cubicBezTo>
                      <a:pt x="166" y="42"/>
                      <a:pt x="168" y="42"/>
                      <a:pt x="168" y="43"/>
                    </a:cubicBezTo>
                    <a:cubicBezTo>
                      <a:pt x="169" y="44"/>
                      <a:pt x="169" y="46"/>
                      <a:pt x="167" y="44"/>
                    </a:cubicBezTo>
                    <a:cubicBezTo>
                      <a:pt x="165" y="42"/>
                      <a:pt x="167" y="46"/>
                      <a:pt x="166" y="45"/>
                    </a:cubicBezTo>
                    <a:cubicBezTo>
                      <a:pt x="165" y="45"/>
                      <a:pt x="163" y="42"/>
                      <a:pt x="162" y="43"/>
                    </a:cubicBezTo>
                    <a:cubicBezTo>
                      <a:pt x="164" y="42"/>
                      <a:pt x="167" y="43"/>
                      <a:pt x="164" y="41"/>
                    </a:cubicBezTo>
                    <a:cubicBezTo>
                      <a:pt x="165" y="41"/>
                      <a:pt x="166" y="40"/>
                      <a:pt x="164" y="39"/>
                    </a:cubicBezTo>
                    <a:cubicBezTo>
                      <a:pt x="166" y="40"/>
                      <a:pt x="161" y="40"/>
                      <a:pt x="162" y="40"/>
                    </a:cubicBezTo>
                    <a:cubicBezTo>
                      <a:pt x="162" y="39"/>
                      <a:pt x="162" y="39"/>
                      <a:pt x="163" y="39"/>
                    </a:cubicBezTo>
                    <a:cubicBezTo>
                      <a:pt x="163" y="38"/>
                      <a:pt x="160" y="40"/>
                      <a:pt x="160" y="40"/>
                    </a:cubicBezTo>
                    <a:cubicBezTo>
                      <a:pt x="159" y="40"/>
                      <a:pt x="160" y="38"/>
                      <a:pt x="159" y="37"/>
                    </a:cubicBezTo>
                    <a:cubicBezTo>
                      <a:pt x="159" y="37"/>
                      <a:pt x="157" y="37"/>
                      <a:pt x="157" y="37"/>
                    </a:cubicBezTo>
                    <a:cubicBezTo>
                      <a:pt x="155" y="37"/>
                      <a:pt x="155" y="34"/>
                      <a:pt x="153" y="35"/>
                    </a:cubicBezTo>
                    <a:cubicBezTo>
                      <a:pt x="151" y="37"/>
                      <a:pt x="150" y="37"/>
                      <a:pt x="147" y="37"/>
                    </a:cubicBezTo>
                    <a:cubicBezTo>
                      <a:pt x="143" y="37"/>
                      <a:pt x="140" y="37"/>
                      <a:pt x="136" y="37"/>
                    </a:cubicBezTo>
                    <a:cubicBezTo>
                      <a:pt x="135" y="37"/>
                      <a:pt x="128" y="37"/>
                      <a:pt x="128" y="36"/>
                    </a:cubicBezTo>
                    <a:cubicBezTo>
                      <a:pt x="127" y="36"/>
                      <a:pt x="130" y="34"/>
                      <a:pt x="131" y="33"/>
                    </a:cubicBezTo>
                    <a:cubicBezTo>
                      <a:pt x="132" y="32"/>
                      <a:pt x="133" y="33"/>
                      <a:pt x="135" y="33"/>
                    </a:cubicBezTo>
                    <a:cubicBezTo>
                      <a:pt x="136" y="32"/>
                      <a:pt x="133" y="30"/>
                      <a:pt x="133" y="30"/>
                    </a:cubicBezTo>
                    <a:cubicBezTo>
                      <a:pt x="131" y="28"/>
                      <a:pt x="130" y="28"/>
                      <a:pt x="128" y="27"/>
                    </a:cubicBezTo>
                    <a:cubicBezTo>
                      <a:pt x="127" y="27"/>
                      <a:pt x="126" y="26"/>
                      <a:pt x="125" y="27"/>
                    </a:cubicBezTo>
                    <a:cubicBezTo>
                      <a:pt x="124" y="28"/>
                      <a:pt x="123" y="29"/>
                      <a:pt x="122" y="28"/>
                    </a:cubicBezTo>
                    <a:cubicBezTo>
                      <a:pt x="119" y="26"/>
                      <a:pt x="116" y="26"/>
                      <a:pt x="113" y="25"/>
                    </a:cubicBezTo>
                    <a:cubicBezTo>
                      <a:pt x="109" y="24"/>
                      <a:pt x="106" y="24"/>
                      <a:pt x="102" y="22"/>
                    </a:cubicBezTo>
                    <a:cubicBezTo>
                      <a:pt x="99" y="20"/>
                      <a:pt x="97" y="19"/>
                      <a:pt x="93" y="19"/>
                    </a:cubicBezTo>
                    <a:cubicBezTo>
                      <a:pt x="92" y="19"/>
                      <a:pt x="91" y="19"/>
                      <a:pt x="90" y="20"/>
                    </a:cubicBezTo>
                    <a:cubicBezTo>
                      <a:pt x="89" y="21"/>
                      <a:pt x="88" y="23"/>
                      <a:pt x="87" y="23"/>
                    </a:cubicBezTo>
                    <a:cubicBezTo>
                      <a:pt x="86" y="23"/>
                      <a:pt x="83" y="24"/>
                      <a:pt x="83" y="23"/>
                    </a:cubicBezTo>
                    <a:cubicBezTo>
                      <a:pt x="83" y="22"/>
                      <a:pt x="85" y="21"/>
                      <a:pt x="85" y="20"/>
                    </a:cubicBezTo>
                    <a:cubicBezTo>
                      <a:pt x="85" y="20"/>
                      <a:pt x="82" y="21"/>
                      <a:pt x="82" y="20"/>
                    </a:cubicBezTo>
                    <a:cubicBezTo>
                      <a:pt x="83" y="19"/>
                      <a:pt x="83" y="18"/>
                      <a:pt x="82" y="17"/>
                    </a:cubicBezTo>
                    <a:cubicBezTo>
                      <a:pt x="82" y="15"/>
                      <a:pt x="78" y="17"/>
                      <a:pt x="78" y="18"/>
                    </a:cubicBezTo>
                    <a:cubicBezTo>
                      <a:pt x="78" y="18"/>
                      <a:pt x="80" y="17"/>
                      <a:pt x="80" y="18"/>
                    </a:cubicBezTo>
                    <a:cubicBezTo>
                      <a:pt x="81" y="18"/>
                      <a:pt x="77" y="20"/>
                      <a:pt x="80" y="20"/>
                    </a:cubicBezTo>
                    <a:cubicBezTo>
                      <a:pt x="79" y="20"/>
                      <a:pt x="78" y="20"/>
                      <a:pt x="78" y="22"/>
                    </a:cubicBezTo>
                    <a:cubicBezTo>
                      <a:pt x="78" y="23"/>
                      <a:pt x="77" y="24"/>
                      <a:pt x="76" y="23"/>
                    </a:cubicBezTo>
                    <a:cubicBezTo>
                      <a:pt x="73" y="22"/>
                      <a:pt x="72" y="21"/>
                      <a:pt x="71" y="18"/>
                    </a:cubicBezTo>
                    <a:cubicBezTo>
                      <a:pt x="70" y="16"/>
                      <a:pt x="68" y="15"/>
                      <a:pt x="66" y="13"/>
                    </a:cubicBezTo>
                    <a:cubicBezTo>
                      <a:pt x="65" y="13"/>
                      <a:pt x="64" y="11"/>
                      <a:pt x="63" y="12"/>
                    </a:cubicBezTo>
                    <a:cubicBezTo>
                      <a:pt x="63" y="14"/>
                      <a:pt x="66" y="15"/>
                      <a:pt x="67" y="16"/>
                    </a:cubicBezTo>
                    <a:cubicBezTo>
                      <a:pt x="67" y="15"/>
                      <a:pt x="63" y="16"/>
                      <a:pt x="63" y="17"/>
                    </a:cubicBezTo>
                    <a:cubicBezTo>
                      <a:pt x="62" y="18"/>
                      <a:pt x="63" y="18"/>
                      <a:pt x="62" y="19"/>
                    </a:cubicBezTo>
                    <a:cubicBezTo>
                      <a:pt x="61" y="19"/>
                      <a:pt x="60" y="21"/>
                      <a:pt x="59" y="20"/>
                    </a:cubicBezTo>
                    <a:cubicBezTo>
                      <a:pt x="59" y="20"/>
                      <a:pt x="59" y="19"/>
                      <a:pt x="59" y="19"/>
                    </a:cubicBezTo>
                    <a:cubicBezTo>
                      <a:pt x="59" y="18"/>
                      <a:pt x="54" y="20"/>
                      <a:pt x="54" y="21"/>
                    </a:cubicBezTo>
                    <a:cubicBezTo>
                      <a:pt x="53" y="22"/>
                      <a:pt x="52" y="23"/>
                      <a:pt x="50" y="24"/>
                    </a:cubicBezTo>
                    <a:cubicBezTo>
                      <a:pt x="49" y="25"/>
                      <a:pt x="50" y="22"/>
                      <a:pt x="49" y="22"/>
                    </a:cubicBezTo>
                    <a:cubicBezTo>
                      <a:pt x="48" y="22"/>
                      <a:pt x="47" y="23"/>
                      <a:pt x="46" y="23"/>
                    </a:cubicBezTo>
                    <a:cubicBezTo>
                      <a:pt x="45" y="23"/>
                      <a:pt x="45" y="25"/>
                      <a:pt x="44" y="25"/>
                    </a:cubicBezTo>
                    <a:cubicBezTo>
                      <a:pt x="43" y="25"/>
                      <a:pt x="40" y="27"/>
                      <a:pt x="41" y="27"/>
                    </a:cubicBezTo>
                    <a:cubicBezTo>
                      <a:pt x="41" y="28"/>
                      <a:pt x="43" y="28"/>
                      <a:pt x="40" y="29"/>
                    </a:cubicBezTo>
                    <a:cubicBezTo>
                      <a:pt x="40" y="29"/>
                      <a:pt x="37" y="29"/>
                      <a:pt x="37" y="28"/>
                    </a:cubicBezTo>
                    <a:cubicBezTo>
                      <a:pt x="37" y="27"/>
                      <a:pt x="40" y="26"/>
                      <a:pt x="40" y="26"/>
                    </a:cubicBezTo>
                    <a:cubicBezTo>
                      <a:pt x="41" y="24"/>
                      <a:pt x="43" y="23"/>
                      <a:pt x="44" y="22"/>
                    </a:cubicBezTo>
                    <a:cubicBezTo>
                      <a:pt x="46" y="21"/>
                      <a:pt x="47" y="21"/>
                      <a:pt x="49" y="22"/>
                    </a:cubicBezTo>
                    <a:cubicBezTo>
                      <a:pt x="48" y="22"/>
                      <a:pt x="56" y="18"/>
                      <a:pt x="56" y="18"/>
                    </a:cubicBezTo>
                    <a:cubicBezTo>
                      <a:pt x="58" y="17"/>
                      <a:pt x="57" y="16"/>
                      <a:pt x="56" y="16"/>
                    </a:cubicBezTo>
                    <a:cubicBezTo>
                      <a:pt x="54" y="16"/>
                      <a:pt x="52" y="16"/>
                      <a:pt x="50" y="17"/>
                    </a:cubicBezTo>
                    <a:cubicBezTo>
                      <a:pt x="49" y="17"/>
                      <a:pt x="49" y="19"/>
                      <a:pt x="47" y="19"/>
                    </a:cubicBezTo>
                    <a:cubicBezTo>
                      <a:pt x="46" y="19"/>
                      <a:pt x="44" y="20"/>
                      <a:pt x="43" y="20"/>
                    </a:cubicBezTo>
                    <a:cubicBezTo>
                      <a:pt x="41" y="20"/>
                      <a:pt x="36" y="25"/>
                      <a:pt x="35" y="24"/>
                    </a:cubicBezTo>
                    <a:cubicBezTo>
                      <a:pt x="34" y="24"/>
                      <a:pt x="36" y="23"/>
                      <a:pt x="36" y="22"/>
                    </a:cubicBezTo>
                    <a:cubicBezTo>
                      <a:pt x="36" y="22"/>
                      <a:pt x="33" y="21"/>
                      <a:pt x="33" y="21"/>
                    </a:cubicBezTo>
                    <a:cubicBezTo>
                      <a:pt x="33" y="21"/>
                      <a:pt x="30" y="23"/>
                      <a:pt x="29" y="23"/>
                    </a:cubicBezTo>
                    <a:cubicBezTo>
                      <a:pt x="28" y="23"/>
                      <a:pt x="26" y="24"/>
                      <a:pt x="25" y="25"/>
                    </a:cubicBezTo>
                    <a:cubicBezTo>
                      <a:pt x="24" y="25"/>
                      <a:pt x="26" y="26"/>
                      <a:pt x="26" y="26"/>
                    </a:cubicBezTo>
                    <a:cubicBezTo>
                      <a:pt x="27" y="26"/>
                      <a:pt x="26" y="27"/>
                      <a:pt x="26" y="27"/>
                    </a:cubicBezTo>
                    <a:cubicBezTo>
                      <a:pt x="26" y="28"/>
                      <a:pt x="30" y="27"/>
                      <a:pt x="30" y="27"/>
                    </a:cubicBezTo>
                    <a:cubicBezTo>
                      <a:pt x="31" y="26"/>
                      <a:pt x="33" y="25"/>
                      <a:pt x="34" y="24"/>
                    </a:cubicBezTo>
                    <a:cubicBezTo>
                      <a:pt x="29" y="26"/>
                      <a:pt x="34" y="27"/>
                      <a:pt x="33" y="29"/>
                    </a:cubicBezTo>
                    <a:cubicBezTo>
                      <a:pt x="33" y="29"/>
                      <a:pt x="32" y="28"/>
                      <a:pt x="32" y="28"/>
                    </a:cubicBezTo>
                    <a:cubicBezTo>
                      <a:pt x="30" y="27"/>
                      <a:pt x="29" y="28"/>
                      <a:pt x="28" y="29"/>
                    </a:cubicBezTo>
                    <a:cubicBezTo>
                      <a:pt x="27" y="29"/>
                      <a:pt x="23" y="28"/>
                      <a:pt x="21" y="28"/>
                    </a:cubicBezTo>
                    <a:cubicBezTo>
                      <a:pt x="19" y="28"/>
                      <a:pt x="16" y="26"/>
                      <a:pt x="14" y="25"/>
                    </a:cubicBezTo>
                    <a:cubicBezTo>
                      <a:pt x="13" y="25"/>
                      <a:pt x="12" y="24"/>
                      <a:pt x="11" y="24"/>
                    </a:cubicBezTo>
                    <a:cubicBezTo>
                      <a:pt x="10" y="23"/>
                      <a:pt x="9" y="21"/>
                      <a:pt x="10" y="21"/>
                    </a:cubicBezTo>
                    <a:cubicBezTo>
                      <a:pt x="9" y="21"/>
                      <a:pt x="7" y="21"/>
                      <a:pt x="6" y="22"/>
                    </a:cubicBezTo>
                    <a:cubicBezTo>
                      <a:pt x="4" y="22"/>
                      <a:pt x="2" y="22"/>
                      <a:pt x="0" y="21"/>
                    </a:cubicBezTo>
                    <a:cubicBezTo>
                      <a:pt x="0" y="41"/>
                      <a:pt x="0" y="61"/>
                      <a:pt x="0" y="80"/>
                    </a:cubicBezTo>
                    <a:cubicBezTo>
                      <a:pt x="0" y="85"/>
                      <a:pt x="0" y="89"/>
                      <a:pt x="0" y="94"/>
                    </a:cubicBezTo>
                    <a:cubicBezTo>
                      <a:pt x="0" y="95"/>
                      <a:pt x="0" y="96"/>
                      <a:pt x="0" y="97"/>
                    </a:cubicBezTo>
                    <a:cubicBezTo>
                      <a:pt x="0" y="99"/>
                      <a:pt x="2" y="97"/>
                      <a:pt x="3" y="97"/>
                    </a:cubicBezTo>
                    <a:cubicBezTo>
                      <a:pt x="5" y="98"/>
                      <a:pt x="5" y="97"/>
                      <a:pt x="7" y="97"/>
                    </a:cubicBezTo>
                    <a:cubicBezTo>
                      <a:pt x="9" y="97"/>
                      <a:pt x="9" y="98"/>
                      <a:pt x="10" y="99"/>
                    </a:cubicBezTo>
                    <a:cubicBezTo>
                      <a:pt x="11" y="101"/>
                      <a:pt x="16" y="107"/>
                      <a:pt x="18" y="107"/>
                    </a:cubicBezTo>
                    <a:cubicBezTo>
                      <a:pt x="19" y="107"/>
                      <a:pt x="21" y="106"/>
                      <a:pt x="22" y="105"/>
                    </a:cubicBezTo>
                    <a:cubicBezTo>
                      <a:pt x="23" y="104"/>
                      <a:pt x="22" y="103"/>
                      <a:pt x="23" y="102"/>
                    </a:cubicBezTo>
                    <a:cubicBezTo>
                      <a:pt x="24" y="102"/>
                      <a:pt x="28" y="101"/>
                      <a:pt x="28" y="102"/>
                    </a:cubicBezTo>
                    <a:cubicBezTo>
                      <a:pt x="30" y="104"/>
                      <a:pt x="32" y="105"/>
                      <a:pt x="33" y="107"/>
                    </a:cubicBezTo>
                    <a:cubicBezTo>
                      <a:pt x="35" y="109"/>
                      <a:pt x="37" y="110"/>
                      <a:pt x="38" y="112"/>
                    </a:cubicBezTo>
                    <a:cubicBezTo>
                      <a:pt x="39" y="113"/>
                      <a:pt x="39" y="114"/>
                      <a:pt x="40" y="116"/>
                    </a:cubicBezTo>
                    <a:cubicBezTo>
                      <a:pt x="42" y="118"/>
                      <a:pt x="43" y="122"/>
                      <a:pt x="46" y="124"/>
                    </a:cubicBezTo>
                    <a:cubicBezTo>
                      <a:pt x="48" y="126"/>
                      <a:pt x="52" y="127"/>
                      <a:pt x="54" y="128"/>
                    </a:cubicBezTo>
                    <a:cubicBezTo>
                      <a:pt x="56" y="129"/>
                      <a:pt x="53" y="130"/>
                      <a:pt x="54" y="132"/>
                    </a:cubicBezTo>
                    <a:cubicBezTo>
                      <a:pt x="55" y="132"/>
                      <a:pt x="56" y="132"/>
                      <a:pt x="56" y="133"/>
                    </a:cubicBezTo>
                    <a:cubicBezTo>
                      <a:pt x="56" y="133"/>
                      <a:pt x="55" y="136"/>
                      <a:pt x="56" y="135"/>
                    </a:cubicBezTo>
                    <a:cubicBezTo>
                      <a:pt x="55" y="136"/>
                      <a:pt x="53" y="136"/>
                      <a:pt x="53" y="138"/>
                    </a:cubicBezTo>
                    <a:cubicBezTo>
                      <a:pt x="52" y="139"/>
                      <a:pt x="55" y="141"/>
                      <a:pt x="56" y="141"/>
                    </a:cubicBezTo>
                    <a:cubicBezTo>
                      <a:pt x="56" y="141"/>
                      <a:pt x="54" y="143"/>
                      <a:pt x="54" y="143"/>
                    </a:cubicBezTo>
                    <a:cubicBezTo>
                      <a:pt x="54" y="143"/>
                      <a:pt x="53" y="142"/>
                      <a:pt x="53" y="141"/>
                    </a:cubicBezTo>
                    <a:cubicBezTo>
                      <a:pt x="52" y="141"/>
                      <a:pt x="53" y="143"/>
                      <a:pt x="53" y="143"/>
                    </a:cubicBezTo>
                    <a:cubicBezTo>
                      <a:pt x="54" y="144"/>
                      <a:pt x="53" y="145"/>
                      <a:pt x="54" y="146"/>
                    </a:cubicBezTo>
                    <a:cubicBezTo>
                      <a:pt x="55" y="148"/>
                      <a:pt x="55" y="148"/>
                      <a:pt x="57" y="147"/>
                    </a:cubicBezTo>
                    <a:cubicBezTo>
                      <a:pt x="57" y="147"/>
                      <a:pt x="58" y="147"/>
                      <a:pt x="58" y="147"/>
                    </a:cubicBezTo>
                    <a:cubicBezTo>
                      <a:pt x="59" y="147"/>
                      <a:pt x="59" y="145"/>
                      <a:pt x="59" y="145"/>
                    </a:cubicBezTo>
                    <a:cubicBezTo>
                      <a:pt x="59" y="145"/>
                      <a:pt x="60" y="147"/>
                      <a:pt x="61" y="147"/>
                    </a:cubicBezTo>
                    <a:cubicBezTo>
                      <a:pt x="61" y="147"/>
                      <a:pt x="60" y="149"/>
                      <a:pt x="60" y="150"/>
                    </a:cubicBezTo>
                    <a:cubicBezTo>
                      <a:pt x="59" y="151"/>
                      <a:pt x="59" y="152"/>
                      <a:pt x="61" y="151"/>
                    </a:cubicBezTo>
                    <a:cubicBezTo>
                      <a:pt x="61" y="150"/>
                      <a:pt x="62" y="150"/>
                      <a:pt x="62" y="150"/>
                    </a:cubicBezTo>
                    <a:cubicBezTo>
                      <a:pt x="63" y="150"/>
                      <a:pt x="63" y="149"/>
                      <a:pt x="63" y="149"/>
                    </a:cubicBezTo>
                    <a:cubicBezTo>
                      <a:pt x="65" y="148"/>
                      <a:pt x="64" y="151"/>
                      <a:pt x="64" y="152"/>
                    </a:cubicBezTo>
                    <a:cubicBezTo>
                      <a:pt x="64" y="153"/>
                      <a:pt x="65" y="154"/>
                      <a:pt x="66" y="154"/>
                    </a:cubicBezTo>
                    <a:cubicBezTo>
                      <a:pt x="67" y="154"/>
                      <a:pt x="68" y="152"/>
                      <a:pt x="69" y="152"/>
                    </a:cubicBezTo>
                    <a:cubicBezTo>
                      <a:pt x="69" y="152"/>
                      <a:pt x="68" y="153"/>
                      <a:pt x="68" y="153"/>
                    </a:cubicBezTo>
                    <a:cubicBezTo>
                      <a:pt x="68" y="153"/>
                      <a:pt x="70" y="154"/>
                      <a:pt x="70" y="154"/>
                    </a:cubicBezTo>
                    <a:cubicBezTo>
                      <a:pt x="70" y="154"/>
                      <a:pt x="63" y="156"/>
                      <a:pt x="66" y="158"/>
                    </a:cubicBezTo>
                    <a:cubicBezTo>
                      <a:pt x="66" y="158"/>
                      <a:pt x="72" y="157"/>
                      <a:pt x="71" y="158"/>
                    </a:cubicBezTo>
                    <a:cubicBezTo>
                      <a:pt x="71" y="158"/>
                      <a:pt x="66" y="158"/>
                      <a:pt x="67" y="160"/>
                    </a:cubicBezTo>
                    <a:cubicBezTo>
                      <a:pt x="67" y="160"/>
                      <a:pt x="69" y="160"/>
                      <a:pt x="69" y="160"/>
                    </a:cubicBezTo>
                    <a:cubicBezTo>
                      <a:pt x="68" y="161"/>
                      <a:pt x="66" y="161"/>
                      <a:pt x="67" y="162"/>
                    </a:cubicBezTo>
                    <a:cubicBezTo>
                      <a:pt x="69" y="163"/>
                      <a:pt x="71" y="163"/>
                      <a:pt x="72" y="163"/>
                    </a:cubicBezTo>
                    <a:cubicBezTo>
                      <a:pt x="74" y="163"/>
                      <a:pt x="73" y="164"/>
                      <a:pt x="74" y="164"/>
                    </a:cubicBezTo>
                    <a:cubicBezTo>
                      <a:pt x="76" y="165"/>
                      <a:pt x="76" y="162"/>
                      <a:pt x="77" y="162"/>
                    </a:cubicBezTo>
                    <a:cubicBezTo>
                      <a:pt x="78" y="162"/>
                      <a:pt x="77" y="164"/>
                      <a:pt x="77" y="164"/>
                    </a:cubicBezTo>
                    <a:cubicBezTo>
                      <a:pt x="76" y="165"/>
                      <a:pt x="76" y="165"/>
                      <a:pt x="77" y="166"/>
                    </a:cubicBezTo>
                    <a:cubicBezTo>
                      <a:pt x="80" y="168"/>
                      <a:pt x="81" y="163"/>
                      <a:pt x="81" y="163"/>
                    </a:cubicBezTo>
                    <a:cubicBezTo>
                      <a:pt x="81" y="163"/>
                      <a:pt x="81" y="166"/>
                      <a:pt x="80" y="166"/>
                    </a:cubicBezTo>
                    <a:cubicBezTo>
                      <a:pt x="80" y="167"/>
                      <a:pt x="82" y="166"/>
                      <a:pt x="83" y="166"/>
                    </a:cubicBezTo>
                    <a:cubicBezTo>
                      <a:pt x="82" y="168"/>
                      <a:pt x="81" y="169"/>
                      <a:pt x="83" y="170"/>
                    </a:cubicBezTo>
                    <a:cubicBezTo>
                      <a:pt x="85" y="171"/>
                      <a:pt x="86" y="168"/>
                      <a:pt x="86" y="168"/>
                    </a:cubicBezTo>
                    <a:cubicBezTo>
                      <a:pt x="86" y="168"/>
                      <a:pt x="86" y="169"/>
                      <a:pt x="86" y="170"/>
                    </a:cubicBezTo>
                    <a:cubicBezTo>
                      <a:pt x="87" y="172"/>
                      <a:pt x="86" y="171"/>
                      <a:pt x="85" y="171"/>
                    </a:cubicBezTo>
                    <a:cubicBezTo>
                      <a:pt x="84" y="172"/>
                      <a:pt x="90" y="173"/>
                      <a:pt x="89" y="171"/>
                    </a:cubicBezTo>
                    <a:cubicBezTo>
                      <a:pt x="91" y="174"/>
                      <a:pt x="90" y="176"/>
                      <a:pt x="94" y="176"/>
                    </a:cubicBezTo>
                    <a:cubicBezTo>
                      <a:pt x="97" y="176"/>
                      <a:pt x="99" y="176"/>
                      <a:pt x="102" y="176"/>
                    </a:cubicBezTo>
                    <a:cubicBezTo>
                      <a:pt x="113" y="176"/>
                      <a:pt x="123" y="176"/>
                      <a:pt x="133" y="176"/>
                    </a:cubicBezTo>
                    <a:cubicBezTo>
                      <a:pt x="158" y="176"/>
                      <a:pt x="183" y="176"/>
                      <a:pt x="208" y="176"/>
                    </a:cubicBezTo>
                    <a:cubicBezTo>
                      <a:pt x="213" y="176"/>
                      <a:pt x="218" y="176"/>
                      <a:pt x="223" y="176"/>
                    </a:cubicBezTo>
                    <a:cubicBezTo>
                      <a:pt x="224" y="176"/>
                      <a:pt x="229" y="177"/>
                      <a:pt x="229" y="174"/>
                    </a:cubicBezTo>
                    <a:close/>
                    <a:moveTo>
                      <a:pt x="112" y="54"/>
                    </a:moveTo>
                    <a:cubicBezTo>
                      <a:pt x="110" y="54"/>
                      <a:pt x="108" y="53"/>
                      <a:pt x="106" y="54"/>
                    </a:cubicBezTo>
                    <a:cubicBezTo>
                      <a:pt x="104" y="57"/>
                      <a:pt x="108" y="56"/>
                      <a:pt x="108" y="57"/>
                    </a:cubicBezTo>
                    <a:cubicBezTo>
                      <a:pt x="108" y="56"/>
                      <a:pt x="100" y="60"/>
                      <a:pt x="100" y="60"/>
                    </a:cubicBezTo>
                    <a:cubicBezTo>
                      <a:pt x="98" y="59"/>
                      <a:pt x="107" y="53"/>
                      <a:pt x="99" y="56"/>
                    </a:cubicBezTo>
                    <a:cubicBezTo>
                      <a:pt x="98" y="56"/>
                      <a:pt x="97" y="57"/>
                      <a:pt x="97" y="57"/>
                    </a:cubicBezTo>
                    <a:cubicBezTo>
                      <a:pt x="96" y="58"/>
                      <a:pt x="97" y="59"/>
                      <a:pt x="96" y="60"/>
                    </a:cubicBezTo>
                    <a:cubicBezTo>
                      <a:pt x="95" y="60"/>
                      <a:pt x="88" y="59"/>
                      <a:pt x="88" y="59"/>
                    </a:cubicBezTo>
                    <a:cubicBezTo>
                      <a:pt x="88" y="58"/>
                      <a:pt x="91" y="59"/>
                      <a:pt x="91" y="58"/>
                    </a:cubicBezTo>
                    <a:cubicBezTo>
                      <a:pt x="92" y="57"/>
                      <a:pt x="91" y="57"/>
                      <a:pt x="92" y="56"/>
                    </a:cubicBezTo>
                    <a:cubicBezTo>
                      <a:pt x="92" y="55"/>
                      <a:pt x="94" y="54"/>
                      <a:pt x="94" y="54"/>
                    </a:cubicBezTo>
                    <a:cubicBezTo>
                      <a:pt x="94" y="53"/>
                      <a:pt x="91" y="52"/>
                      <a:pt x="94" y="52"/>
                    </a:cubicBezTo>
                    <a:cubicBezTo>
                      <a:pt x="94" y="52"/>
                      <a:pt x="98" y="53"/>
                      <a:pt x="98" y="52"/>
                    </a:cubicBezTo>
                    <a:cubicBezTo>
                      <a:pt x="98" y="51"/>
                      <a:pt x="93" y="50"/>
                      <a:pt x="92" y="50"/>
                    </a:cubicBezTo>
                    <a:cubicBezTo>
                      <a:pt x="91" y="50"/>
                      <a:pt x="89" y="51"/>
                      <a:pt x="87" y="51"/>
                    </a:cubicBezTo>
                    <a:cubicBezTo>
                      <a:pt x="86" y="51"/>
                      <a:pt x="84" y="50"/>
                      <a:pt x="82" y="51"/>
                    </a:cubicBezTo>
                    <a:cubicBezTo>
                      <a:pt x="81" y="51"/>
                      <a:pt x="79" y="53"/>
                      <a:pt x="80" y="51"/>
                    </a:cubicBezTo>
                    <a:cubicBezTo>
                      <a:pt x="81" y="49"/>
                      <a:pt x="83" y="50"/>
                      <a:pt x="84" y="49"/>
                    </a:cubicBezTo>
                    <a:cubicBezTo>
                      <a:pt x="86" y="49"/>
                      <a:pt x="89" y="48"/>
                      <a:pt x="91" y="47"/>
                    </a:cubicBezTo>
                    <a:cubicBezTo>
                      <a:pt x="95" y="46"/>
                      <a:pt x="99" y="46"/>
                      <a:pt x="102" y="44"/>
                    </a:cubicBezTo>
                    <a:cubicBezTo>
                      <a:pt x="104" y="44"/>
                      <a:pt x="107" y="43"/>
                      <a:pt x="108" y="45"/>
                    </a:cubicBezTo>
                    <a:cubicBezTo>
                      <a:pt x="109" y="46"/>
                      <a:pt x="105" y="47"/>
                      <a:pt x="104" y="48"/>
                    </a:cubicBezTo>
                    <a:cubicBezTo>
                      <a:pt x="102" y="49"/>
                      <a:pt x="110" y="49"/>
                      <a:pt x="111" y="49"/>
                    </a:cubicBezTo>
                    <a:cubicBezTo>
                      <a:pt x="111" y="49"/>
                      <a:pt x="113" y="49"/>
                      <a:pt x="113" y="49"/>
                    </a:cubicBezTo>
                    <a:cubicBezTo>
                      <a:pt x="114" y="48"/>
                      <a:pt x="116" y="46"/>
                      <a:pt x="117" y="47"/>
                    </a:cubicBezTo>
                    <a:cubicBezTo>
                      <a:pt x="118" y="48"/>
                      <a:pt x="113" y="54"/>
                      <a:pt x="112" y="54"/>
                    </a:cubicBezTo>
                    <a:cubicBezTo>
                      <a:pt x="110" y="54"/>
                      <a:pt x="114" y="54"/>
                      <a:pt x="112" y="54"/>
                    </a:cubicBezTo>
                    <a:close/>
                    <a:moveTo>
                      <a:pt x="157" y="78"/>
                    </a:moveTo>
                    <a:cubicBezTo>
                      <a:pt x="157" y="78"/>
                      <a:pt x="152" y="78"/>
                      <a:pt x="153" y="78"/>
                    </a:cubicBezTo>
                    <a:cubicBezTo>
                      <a:pt x="153" y="79"/>
                      <a:pt x="155" y="78"/>
                      <a:pt x="155" y="79"/>
                    </a:cubicBezTo>
                    <a:cubicBezTo>
                      <a:pt x="155" y="80"/>
                      <a:pt x="151" y="81"/>
                      <a:pt x="150" y="81"/>
                    </a:cubicBezTo>
                    <a:cubicBezTo>
                      <a:pt x="148" y="81"/>
                      <a:pt x="147" y="83"/>
                      <a:pt x="145" y="84"/>
                    </a:cubicBezTo>
                    <a:cubicBezTo>
                      <a:pt x="145" y="84"/>
                      <a:pt x="141" y="84"/>
                      <a:pt x="142" y="85"/>
                    </a:cubicBezTo>
                    <a:cubicBezTo>
                      <a:pt x="142" y="86"/>
                      <a:pt x="145" y="86"/>
                      <a:pt x="142" y="88"/>
                    </a:cubicBezTo>
                    <a:cubicBezTo>
                      <a:pt x="141" y="88"/>
                      <a:pt x="137" y="88"/>
                      <a:pt x="137" y="89"/>
                    </a:cubicBezTo>
                    <a:cubicBezTo>
                      <a:pt x="136" y="89"/>
                      <a:pt x="137" y="90"/>
                      <a:pt x="137" y="90"/>
                    </a:cubicBezTo>
                    <a:cubicBezTo>
                      <a:pt x="137" y="92"/>
                      <a:pt x="135" y="92"/>
                      <a:pt x="134" y="92"/>
                    </a:cubicBezTo>
                    <a:cubicBezTo>
                      <a:pt x="131" y="93"/>
                      <a:pt x="128" y="93"/>
                      <a:pt x="125" y="93"/>
                    </a:cubicBezTo>
                    <a:cubicBezTo>
                      <a:pt x="125" y="93"/>
                      <a:pt x="120" y="90"/>
                      <a:pt x="120" y="90"/>
                    </a:cubicBezTo>
                    <a:cubicBezTo>
                      <a:pt x="122" y="89"/>
                      <a:pt x="125" y="90"/>
                      <a:pt x="126" y="89"/>
                    </a:cubicBezTo>
                    <a:cubicBezTo>
                      <a:pt x="127" y="89"/>
                      <a:pt x="126" y="87"/>
                      <a:pt x="127" y="87"/>
                    </a:cubicBezTo>
                    <a:cubicBezTo>
                      <a:pt x="128" y="85"/>
                      <a:pt x="130" y="86"/>
                      <a:pt x="131" y="85"/>
                    </a:cubicBezTo>
                    <a:cubicBezTo>
                      <a:pt x="132" y="85"/>
                      <a:pt x="130" y="83"/>
                      <a:pt x="130" y="83"/>
                    </a:cubicBezTo>
                    <a:cubicBezTo>
                      <a:pt x="128" y="82"/>
                      <a:pt x="128" y="82"/>
                      <a:pt x="128" y="81"/>
                    </a:cubicBezTo>
                    <a:cubicBezTo>
                      <a:pt x="128" y="79"/>
                      <a:pt x="126" y="80"/>
                      <a:pt x="126" y="79"/>
                    </a:cubicBezTo>
                    <a:cubicBezTo>
                      <a:pt x="125" y="78"/>
                      <a:pt x="128" y="79"/>
                      <a:pt x="128" y="79"/>
                    </a:cubicBezTo>
                    <a:cubicBezTo>
                      <a:pt x="131" y="80"/>
                      <a:pt x="134" y="81"/>
                      <a:pt x="136" y="82"/>
                    </a:cubicBezTo>
                    <a:cubicBezTo>
                      <a:pt x="138" y="84"/>
                      <a:pt x="142" y="83"/>
                      <a:pt x="144" y="82"/>
                    </a:cubicBezTo>
                    <a:cubicBezTo>
                      <a:pt x="147" y="81"/>
                      <a:pt x="148" y="78"/>
                      <a:pt x="152" y="77"/>
                    </a:cubicBezTo>
                    <a:cubicBezTo>
                      <a:pt x="153" y="76"/>
                      <a:pt x="155" y="76"/>
                      <a:pt x="157" y="77"/>
                    </a:cubicBezTo>
                    <a:cubicBezTo>
                      <a:pt x="157" y="77"/>
                      <a:pt x="160" y="78"/>
                      <a:pt x="160" y="78"/>
                    </a:cubicBezTo>
                    <a:cubicBezTo>
                      <a:pt x="160" y="78"/>
                      <a:pt x="158" y="78"/>
                      <a:pt x="157" y="78"/>
                    </a:cubicBezTo>
                    <a:close/>
                    <a:moveTo>
                      <a:pt x="222" y="165"/>
                    </a:moveTo>
                    <a:cubicBezTo>
                      <a:pt x="221" y="167"/>
                      <a:pt x="219" y="163"/>
                      <a:pt x="219" y="162"/>
                    </a:cubicBezTo>
                    <a:cubicBezTo>
                      <a:pt x="219" y="160"/>
                      <a:pt x="221" y="159"/>
                      <a:pt x="221" y="157"/>
                    </a:cubicBezTo>
                    <a:cubicBezTo>
                      <a:pt x="220" y="156"/>
                      <a:pt x="219" y="159"/>
                      <a:pt x="218" y="158"/>
                    </a:cubicBezTo>
                    <a:cubicBezTo>
                      <a:pt x="218" y="157"/>
                      <a:pt x="218" y="154"/>
                      <a:pt x="216" y="154"/>
                    </a:cubicBezTo>
                    <a:cubicBezTo>
                      <a:pt x="216" y="154"/>
                      <a:pt x="216" y="156"/>
                      <a:pt x="215" y="156"/>
                    </a:cubicBezTo>
                    <a:cubicBezTo>
                      <a:pt x="214" y="155"/>
                      <a:pt x="214" y="154"/>
                      <a:pt x="213" y="153"/>
                    </a:cubicBezTo>
                    <a:cubicBezTo>
                      <a:pt x="212" y="152"/>
                      <a:pt x="211" y="151"/>
                      <a:pt x="210" y="150"/>
                    </a:cubicBezTo>
                    <a:cubicBezTo>
                      <a:pt x="209" y="149"/>
                      <a:pt x="212" y="149"/>
                      <a:pt x="212" y="148"/>
                    </a:cubicBezTo>
                    <a:cubicBezTo>
                      <a:pt x="211" y="147"/>
                      <a:pt x="209" y="148"/>
                      <a:pt x="209" y="147"/>
                    </a:cubicBezTo>
                    <a:cubicBezTo>
                      <a:pt x="209" y="146"/>
                      <a:pt x="210" y="143"/>
                      <a:pt x="210" y="142"/>
                    </a:cubicBezTo>
                    <a:cubicBezTo>
                      <a:pt x="212" y="140"/>
                      <a:pt x="217" y="147"/>
                      <a:pt x="217" y="148"/>
                    </a:cubicBezTo>
                    <a:cubicBezTo>
                      <a:pt x="218" y="150"/>
                      <a:pt x="219" y="151"/>
                      <a:pt x="219" y="153"/>
                    </a:cubicBezTo>
                    <a:cubicBezTo>
                      <a:pt x="220" y="155"/>
                      <a:pt x="220" y="154"/>
                      <a:pt x="221" y="156"/>
                    </a:cubicBezTo>
                    <a:cubicBezTo>
                      <a:pt x="221" y="157"/>
                      <a:pt x="222" y="158"/>
                      <a:pt x="222" y="159"/>
                    </a:cubicBezTo>
                    <a:cubicBezTo>
                      <a:pt x="223" y="161"/>
                      <a:pt x="222" y="163"/>
                      <a:pt x="222" y="165"/>
                    </a:cubicBezTo>
                    <a:cubicBezTo>
                      <a:pt x="221" y="166"/>
                      <a:pt x="222" y="164"/>
                      <a:pt x="222" y="16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4" name="Freeform 643"/>
              <p:cNvSpPr>
                <a:spLocks/>
              </p:cNvSpPr>
              <p:nvPr/>
            </p:nvSpPr>
            <p:spPr bwMode="auto">
              <a:xfrm>
                <a:off x="17343512" y="9466307"/>
                <a:ext cx="95541" cy="82827"/>
              </a:xfrm>
              <a:custGeom>
                <a:avLst/>
                <a:gdLst>
                  <a:gd name="T0" fmla="*/ 9 w 10"/>
                  <a:gd name="T1" fmla="*/ 0 h 9"/>
                  <a:gd name="T2" fmla="*/ 2 w 10"/>
                  <a:gd name="T3" fmla="*/ 7 h 9"/>
                  <a:gd name="T4" fmla="*/ 10 w 10"/>
                  <a:gd name="T5" fmla="*/ 3 h 9"/>
                  <a:gd name="T6" fmla="*/ 9 w 10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9" y="0"/>
                    </a:moveTo>
                    <a:cubicBezTo>
                      <a:pt x="7" y="1"/>
                      <a:pt x="0" y="4"/>
                      <a:pt x="2" y="7"/>
                    </a:cubicBezTo>
                    <a:cubicBezTo>
                      <a:pt x="4" y="9"/>
                      <a:pt x="9" y="3"/>
                      <a:pt x="10" y="3"/>
                    </a:cubicBezTo>
                    <a:cubicBezTo>
                      <a:pt x="10" y="2"/>
                      <a:pt x="9" y="1"/>
                      <a:pt x="9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5" name="Freeform 644"/>
              <p:cNvSpPr>
                <a:spLocks/>
              </p:cNvSpPr>
              <p:nvPr/>
            </p:nvSpPr>
            <p:spPr bwMode="auto">
              <a:xfrm>
                <a:off x="17419944" y="9447193"/>
                <a:ext cx="121018" cy="44598"/>
              </a:xfrm>
              <a:custGeom>
                <a:avLst/>
                <a:gdLst>
                  <a:gd name="T0" fmla="*/ 12 w 13"/>
                  <a:gd name="T1" fmla="*/ 0 h 5"/>
                  <a:gd name="T2" fmla="*/ 7 w 13"/>
                  <a:gd name="T3" fmla="*/ 0 h 5"/>
                  <a:gd name="T4" fmla="*/ 1 w 13"/>
                  <a:gd name="T5" fmla="*/ 2 h 5"/>
                  <a:gd name="T6" fmla="*/ 5 w 13"/>
                  <a:gd name="T7" fmla="*/ 3 h 5"/>
                  <a:gd name="T8" fmla="*/ 12 w 13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5">
                    <a:moveTo>
                      <a:pt x="12" y="0"/>
                    </a:moveTo>
                    <a:cubicBezTo>
                      <a:pt x="13" y="0"/>
                      <a:pt x="7" y="0"/>
                      <a:pt x="7" y="0"/>
                    </a:cubicBezTo>
                    <a:cubicBezTo>
                      <a:pt x="6" y="0"/>
                      <a:pt x="0" y="1"/>
                      <a:pt x="1" y="2"/>
                    </a:cubicBezTo>
                    <a:cubicBezTo>
                      <a:pt x="3" y="5"/>
                      <a:pt x="2" y="5"/>
                      <a:pt x="5" y="3"/>
                    </a:cubicBezTo>
                    <a:cubicBezTo>
                      <a:pt x="8" y="2"/>
                      <a:pt x="10" y="2"/>
                      <a:pt x="1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6" name="Freeform 645"/>
              <p:cNvSpPr>
                <a:spLocks/>
              </p:cNvSpPr>
              <p:nvPr/>
            </p:nvSpPr>
            <p:spPr bwMode="auto">
              <a:xfrm>
                <a:off x="12273444" y="6414553"/>
                <a:ext cx="289811" cy="159279"/>
              </a:xfrm>
              <a:custGeom>
                <a:avLst/>
                <a:gdLst>
                  <a:gd name="T0" fmla="*/ 10 w 31"/>
                  <a:gd name="T1" fmla="*/ 17 h 17"/>
                  <a:gd name="T2" fmla="*/ 13 w 31"/>
                  <a:gd name="T3" fmla="*/ 14 h 17"/>
                  <a:gd name="T4" fmla="*/ 18 w 31"/>
                  <a:gd name="T5" fmla="*/ 16 h 17"/>
                  <a:gd name="T6" fmla="*/ 21 w 31"/>
                  <a:gd name="T7" fmla="*/ 16 h 17"/>
                  <a:gd name="T8" fmla="*/ 23 w 31"/>
                  <a:gd name="T9" fmla="*/ 15 h 17"/>
                  <a:gd name="T10" fmla="*/ 29 w 31"/>
                  <a:gd name="T11" fmla="*/ 11 h 17"/>
                  <a:gd name="T12" fmla="*/ 27 w 31"/>
                  <a:gd name="T13" fmla="*/ 7 h 17"/>
                  <a:gd name="T14" fmla="*/ 21 w 31"/>
                  <a:gd name="T15" fmla="*/ 5 h 17"/>
                  <a:gd name="T16" fmla="*/ 17 w 31"/>
                  <a:gd name="T17" fmla="*/ 3 h 17"/>
                  <a:gd name="T18" fmla="*/ 13 w 31"/>
                  <a:gd name="T19" fmla="*/ 0 h 17"/>
                  <a:gd name="T20" fmla="*/ 11 w 31"/>
                  <a:gd name="T21" fmla="*/ 2 h 17"/>
                  <a:gd name="T22" fmla="*/ 8 w 31"/>
                  <a:gd name="T23" fmla="*/ 2 h 17"/>
                  <a:gd name="T24" fmla="*/ 0 w 31"/>
                  <a:gd name="T25" fmla="*/ 6 h 17"/>
                  <a:gd name="T26" fmla="*/ 2 w 31"/>
                  <a:gd name="T27" fmla="*/ 10 h 17"/>
                  <a:gd name="T28" fmla="*/ 4 w 31"/>
                  <a:gd name="T29" fmla="*/ 13 h 17"/>
                  <a:gd name="T30" fmla="*/ 10 w 31"/>
                  <a:gd name="T31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17">
                    <a:moveTo>
                      <a:pt x="10" y="17"/>
                    </a:moveTo>
                    <a:cubicBezTo>
                      <a:pt x="12" y="17"/>
                      <a:pt x="11" y="14"/>
                      <a:pt x="13" y="14"/>
                    </a:cubicBezTo>
                    <a:cubicBezTo>
                      <a:pt x="15" y="14"/>
                      <a:pt x="16" y="16"/>
                      <a:pt x="18" y="16"/>
                    </a:cubicBezTo>
                    <a:cubicBezTo>
                      <a:pt x="19" y="16"/>
                      <a:pt x="20" y="16"/>
                      <a:pt x="21" y="16"/>
                    </a:cubicBezTo>
                    <a:cubicBezTo>
                      <a:pt x="22" y="16"/>
                      <a:pt x="23" y="15"/>
                      <a:pt x="23" y="15"/>
                    </a:cubicBezTo>
                    <a:cubicBezTo>
                      <a:pt x="26" y="14"/>
                      <a:pt x="27" y="13"/>
                      <a:pt x="29" y="11"/>
                    </a:cubicBezTo>
                    <a:cubicBezTo>
                      <a:pt x="31" y="9"/>
                      <a:pt x="29" y="8"/>
                      <a:pt x="27" y="7"/>
                    </a:cubicBezTo>
                    <a:cubicBezTo>
                      <a:pt x="25" y="6"/>
                      <a:pt x="22" y="3"/>
                      <a:pt x="21" y="5"/>
                    </a:cubicBezTo>
                    <a:cubicBezTo>
                      <a:pt x="19" y="8"/>
                      <a:pt x="18" y="4"/>
                      <a:pt x="17" y="3"/>
                    </a:cubicBezTo>
                    <a:cubicBezTo>
                      <a:pt x="16" y="2"/>
                      <a:pt x="13" y="3"/>
                      <a:pt x="13" y="0"/>
                    </a:cubicBezTo>
                    <a:cubicBezTo>
                      <a:pt x="13" y="1"/>
                      <a:pt x="12" y="3"/>
                      <a:pt x="11" y="2"/>
                    </a:cubicBezTo>
                    <a:cubicBezTo>
                      <a:pt x="9" y="0"/>
                      <a:pt x="9" y="0"/>
                      <a:pt x="8" y="2"/>
                    </a:cubicBezTo>
                    <a:cubicBezTo>
                      <a:pt x="7" y="3"/>
                      <a:pt x="0" y="5"/>
                      <a:pt x="0" y="6"/>
                    </a:cubicBezTo>
                    <a:cubicBezTo>
                      <a:pt x="0" y="6"/>
                      <a:pt x="1" y="9"/>
                      <a:pt x="2" y="10"/>
                    </a:cubicBezTo>
                    <a:cubicBezTo>
                      <a:pt x="2" y="11"/>
                      <a:pt x="3" y="12"/>
                      <a:pt x="4" y="13"/>
                    </a:cubicBezTo>
                    <a:cubicBezTo>
                      <a:pt x="6" y="14"/>
                      <a:pt x="8" y="17"/>
                      <a:pt x="10" y="1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7" name="Freeform 646"/>
              <p:cNvSpPr>
                <a:spLocks/>
              </p:cNvSpPr>
              <p:nvPr/>
            </p:nvSpPr>
            <p:spPr bwMode="auto">
              <a:xfrm>
                <a:off x="12142870" y="6545160"/>
                <a:ext cx="347132" cy="149721"/>
              </a:xfrm>
              <a:custGeom>
                <a:avLst/>
                <a:gdLst>
                  <a:gd name="T0" fmla="*/ 32 w 37"/>
                  <a:gd name="T1" fmla="*/ 2 h 16"/>
                  <a:gd name="T2" fmla="*/ 27 w 37"/>
                  <a:gd name="T3" fmla="*/ 0 h 16"/>
                  <a:gd name="T4" fmla="*/ 24 w 37"/>
                  <a:gd name="T5" fmla="*/ 3 h 16"/>
                  <a:gd name="T6" fmla="*/ 20 w 37"/>
                  <a:gd name="T7" fmla="*/ 3 h 16"/>
                  <a:gd name="T8" fmla="*/ 17 w 37"/>
                  <a:gd name="T9" fmla="*/ 7 h 16"/>
                  <a:gd name="T10" fmla="*/ 16 w 37"/>
                  <a:gd name="T11" fmla="*/ 9 h 16"/>
                  <a:gd name="T12" fmla="*/ 13 w 37"/>
                  <a:gd name="T13" fmla="*/ 9 h 16"/>
                  <a:gd name="T14" fmla="*/ 9 w 37"/>
                  <a:gd name="T15" fmla="*/ 10 h 16"/>
                  <a:gd name="T16" fmla="*/ 5 w 37"/>
                  <a:gd name="T17" fmla="*/ 11 h 16"/>
                  <a:gd name="T18" fmla="*/ 0 w 37"/>
                  <a:gd name="T19" fmla="*/ 9 h 16"/>
                  <a:gd name="T20" fmla="*/ 4 w 37"/>
                  <a:gd name="T21" fmla="*/ 13 h 16"/>
                  <a:gd name="T22" fmla="*/ 6 w 37"/>
                  <a:gd name="T23" fmla="*/ 13 h 16"/>
                  <a:gd name="T24" fmla="*/ 8 w 37"/>
                  <a:gd name="T25" fmla="*/ 14 h 16"/>
                  <a:gd name="T26" fmla="*/ 12 w 37"/>
                  <a:gd name="T27" fmla="*/ 13 h 16"/>
                  <a:gd name="T28" fmla="*/ 15 w 37"/>
                  <a:gd name="T29" fmla="*/ 15 h 16"/>
                  <a:gd name="T30" fmla="*/ 22 w 37"/>
                  <a:gd name="T31" fmla="*/ 16 h 16"/>
                  <a:gd name="T32" fmla="*/ 29 w 37"/>
                  <a:gd name="T33" fmla="*/ 14 h 16"/>
                  <a:gd name="T34" fmla="*/ 33 w 37"/>
                  <a:gd name="T35" fmla="*/ 12 h 16"/>
                  <a:gd name="T36" fmla="*/ 34 w 37"/>
                  <a:gd name="T37" fmla="*/ 9 h 16"/>
                  <a:gd name="T38" fmla="*/ 36 w 37"/>
                  <a:gd name="T39" fmla="*/ 8 h 16"/>
                  <a:gd name="T40" fmla="*/ 36 w 37"/>
                  <a:gd name="T41" fmla="*/ 2 h 16"/>
                  <a:gd name="T42" fmla="*/ 32 w 37"/>
                  <a:gd name="T43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16">
                    <a:moveTo>
                      <a:pt x="32" y="2"/>
                    </a:moveTo>
                    <a:cubicBezTo>
                      <a:pt x="30" y="2"/>
                      <a:pt x="28" y="0"/>
                      <a:pt x="27" y="0"/>
                    </a:cubicBezTo>
                    <a:cubicBezTo>
                      <a:pt x="25" y="0"/>
                      <a:pt x="26" y="3"/>
                      <a:pt x="24" y="3"/>
                    </a:cubicBezTo>
                    <a:cubicBezTo>
                      <a:pt x="22" y="3"/>
                      <a:pt x="22" y="2"/>
                      <a:pt x="20" y="3"/>
                    </a:cubicBezTo>
                    <a:cubicBezTo>
                      <a:pt x="20" y="3"/>
                      <a:pt x="16" y="6"/>
                      <a:pt x="17" y="7"/>
                    </a:cubicBezTo>
                    <a:cubicBezTo>
                      <a:pt x="17" y="8"/>
                      <a:pt x="19" y="10"/>
                      <a:pt x="16" y="9"/>
                    </a:cubicBezTo>
                    <a:cubicBezTo>
                      <a:pt x="15" y="9"/>
                      <a:pt x="14" y="8"/>
                      <a:pt x="13" y="9"/>
                    </a:cubicBezTo>
                    <a:cubicBezTo>
                      <a:pt x="12" y="9"/>
                      <a:pt x="10" y="10"/>
                      <a:pt x="9" y="10"/>
                    </a:cubicBezTo>
                    <a:cubicBezTo>
                      <a:pt x="7" y="10"/>
                      <a:pt x="6" y="8"/>
                      <a:pt x="5" y="11"/>
                    </a:cubicBezTo>
                    <a:cubicBezTo>
                      <a:pt x="5" y="11"/>
                      <a:pt x="1" y="9"/>
                      <a:pt x="0" y="9"/>
                    </a:cubicBezTo>
                    <a:cubicBezTo>
                      <a:pt x="0" y="11"/>
                      <a:pt x="1" y="12"/>
                      <a:pt x="4" y="13"/>
                    </a:cubicBezTo>
                    <a:cubicBezTo>
                      <a:pt x="5" y="13"/>
                      <a:pt x="5" y="13"/>
                      <a:pt x="6" y="13"/>
                    </a:cubicBezTo>
                    <a:cubicBezTo>
                      <a:pt x="7" y="13"/>
                      <a:pt x="7" y="15"/>
                      <a:pt x="8" y="14"/>
                    </a:cubicBezTo>
                    <a:cubicBezTo>
                      <a:pt x="10" y="13"/>
                      <a:pt x="10" y="13"/>
                      <a:pt x="12" y="13"/>
                    </a:cubicBezTo>
                    <a:cubicBezTo>
                      <a:pt x="14" y="13"/>
                      <a:pt x="13" y="14"/>
                      <a:pt x="15" y="15"/>
                    </a:cubicBezTo>
                    <a:cubicBezTo>
                      <a:pt x="17" y="16"/>
                      <a:pt x="20" y="16"/>
                      <a:pt x="22" y="16"/>
                    </a:cubicBezTo>
                    <a:cubicBezTo>
                      <a:pt x="25" y="16"/>
                      <a:pt x="26" y="14"/>
                      <a:pt x="29" y="14"/>
                    </a:cubicBezTo>
                    <a:cubicBezTo>
                      <a:pt x="31" y="14"/>
                      <a:pt x="33" y="13"/>
                      <a:pt x="33" y="12"/>
                    </a:cubicBezTo>
                    <a:cubicBezTo>
                      <a:pt x="34" y="11"/>
                      <a:pt x="34" y="10"/>
                      <a:pt x="34" y="9"/>
                    </a:cubicBezTo>
                    <a:cubicBezTo>
                      <a:pt x="34" y="7"/>
                      <a:pt x="35" y="9"/>
                      <a:pt x="36" y="8"/>
                    </a:cubicBezTo>
                    <a:cubicBezTo>
                      <a:pt x="37" y="6"/>
                      <a:pt x="36" y="3"/>
                      <a:pt x="36" y="2"/>
                    </a:cubicBezTo>
                    <a:cubicBezTo>
                      <a:pt x="34" y="2"/>
                      <a:pt x="33" y="2"/>
                      <a:pt x="32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8" name="Freeform 647"/>
              <p:cNvSpPr>
                <a:spLocks/>
              </p:cNvSpPr>
              <p:nvPr/>
            </p:nvSpPr>
            <p:spPr bwMode="auto">
              <a:xfrm>
                <a:off x="12021850" y="6656654"/>
                <a:ext cx="531848" cy="516057"/>
              </a:xfrm>
              <a:custGeom>
                <a:avLst/>
                <a:gdLst>
                  <a:gd name="T0" fmla="*/ 37 w 57"/>
                  <a:gd name="T1" fmla="*/ 10 h 55"/>
                  <a:gd name="T2" fmla="*/ 41 w 57"/>
                  <a:gd name="T3" fmla="*/ 9 h 55"/>
                  <a:gd name="T4" fmla="*/ 43 w 57"/>
                  <a:gd name="T5" fmla="*/ 6 h 55"/>
                  <a:gd name="T6" fmla="*/ 45 w 57"/>
                  <a:gd name="T7" fmla="*/ 4 h 55"/>
                  <a:gd name="T8" fmla="*/ 45 w 57"/>
                  <a:gd name="T9" fmla="*/ 1 h 55"/>
                  <a:gd name="T10" fmla="*/ 41 w 57"/>
                  <a:gd name="T11" fmla="*/ 2 h 55"/>
                  <a:gd name="T12" fmla="*/ 36 w 57"/>
                  <a:gd name="T13" fmla="*/ 4 h 55"/>
                  <a:gd name="T14" fmla="*/ 27 w 57"/>
                  <a:gd name="T15" fmla="*/ 1 h 55"/>
                  <a:gd name="T16" fmla="*/ 22 w 57"/>
                  <a:gd name="T17" fmla="*/ 1 h 55"/>
                  <a:gd name="T18" fmla="*/ 19 w 57"/>
                  <a:gd name="T19" fmla="*/ 1 h 55"/>
                  <a:gd name="T20" fmla="*/ 18 w 57"/>
                  <a:gd name="T21" fmla="*/ 3 h 55"/>
                  <a:gd name="T22" fmla="*/ 17 w 57"/>
                  <a:gd name="T23" fmla="*/ 4 h 55"/>
                  <a:gd name="T24" fmla="*/ 15 w 57"/>
                  <a:gd name="T25" fmla="*/ 5 h 55"/>
                  <a:gd name="T26" fmla="*/ 13 w 57"/>
                  <a:gd name="T27" fmla="*/ 5 h 55"/>
                  <a:gd name="T28" fmla="*/ 12 w 57"/>
                  <a:gd name="T29" fmla="*/ 4 h 55"/>
                  <a:gd name="T30" fmla="*/ 11 w 57"/>
                  <a:gd name="T31" fmla="*/ 8 h 55"/>
                  <a:gd name="T32" fmla="*/ 9 w 57"/>
                  <a:gd name="T33" fmla="*/ 5 h 55"/>
                  <a:gd name="T34" fmla="*/ 5 w 57"/>
                  <a:gd name="T35" fmla="*/ 7 h 55"/>
                  <a:gd name="T36" fmla="*/ 0 w 57"/>
                  <a:gd name="T37" fmla="*/ 7 h 55"/>
                  <a:gd name="T38" fmla="*/ 1 w 57"/>
                  <a:gd name="T39" fmla="*/ 10 h 55"/>
                  <a:gd name="T40" fmla="*/ 0 w 57"/>
                  <a:gd name="T41" fmla="*/ 14 h 55"/>
                  <a:gd name="T42" fmla="*/ 2 w 57"/>
                  <a:gd name="T43" fmla="*/ 18 h 55"/>
                  <a:gd name="T44" fmla="*/ 4 w 57"/>
                  <a:gd name="T45" fmla="*/ 21 h 55"/>
                  <a:gd name="T46" fmla="*/ 12 w 57"/>
                  <a:gd name="T47" fmla="*/ 17 h 55"/>
                  <a:gd name="T48" fmla="*/ 15 w 57"/>
                  <a:gd name="T49" fmla="*/ 19 h 55"/>
                  <a:gd name="T50" fmla="*/ 17 w 57"/>
                  <a:gd name="T51" fmla="*/ 22 h 55"/>
                  <a:gd name="T52" fmla="*/ 18 w 57"/>
                  <a:gd name="T53" fmla="*/ 25 h 55"/>
                  <a:gd name="T54" fmla="*/ 21 w 57"/>
                  <a:gd name="T55" fmla="*/ 28 h 55"/>
                  <a:gd name="T56" fmla="*/ 28 w 57"/>
                  <a:gd name="T57" fmla="*/ 33 h 55"/>
                  <a:gd name="T58" fmla="*/ 33 w 57"/>
                  <a:gd name="T59" fmla="*/ 36 h 55"/>
                  <a:gd name="T60" fmla="*/ 42 w 57"/>
                  <a:gd name="T61" fmla="*/ 42 h 55"/>
                  <a:gd name="T62" fmla="*/ 45 w 57"/>
                  <a:gd name="T63" fmla="*/ 48 h 55"/>
                  <a:gd name="T64" fmla="*/ 43 w 57"/>
                  <a:gd name="T65" fmla="*/ 55 h 55"/>
                  <a:gd name="T66" fmla="*/ 49 w 57"/>
                  <a:gd name="T67" fmla="*/ 48 h 55"/>
                  <a:gd name="T68" fmla="*/ 47 w 57"/>
                  <a:gd name="T69" fmla="*/ 45 h 55"/>
                  <a:gd name="T70" fmla="*/ 50 w 57"/>
                  <a:gd name="T71" fmla="*/ 40 h 55"/>
                  <a:gd name="T72" fmla="*/ 53 w 57"/>
                  <a:gd name="T73" fmla="*/ 41 h 55"/>
                  <a:gd name="T74" fmla="*/ 55 w 57"/>
                  <a:gd name="T75" fmla="*/ 44 h 55"/>
                  <a:gd name="T76" fmla="*/ 53 w 57"/>
                  <a:gd name="T77" fmla="*/ 39 h 55"/>
                  <a:gd name="T78" fmla="*/ 44 w 57"/>
                  <a:gd name="T79" fmla="*/ 35 h 55"/>
                  <a:gd name="T80" fmla="*/ 44 w 57"/>
                  <a:gd name="T81" fmla="*/ 32 h 55"/>
                  <a:gd name="T82" fmla="*/ 39 w 57"/>
                  <a:gd name="T83" fmla="*/ 31 h 55"/>
                  <a:gd name="T84" fmla="*/ 35 w 57"/>
                  <a:gd name="T85" fmla="*/ 26 h 55"/>
                  <a:gd name="T86" fmla="*/ 32 w 57"/>
                  <a:gd name="T87" fmla="*/ 21 h 55"/>
                  <a:gd name="T88" fmla="*/ 27 w 57"/>
                  <a:gd name="T89" fmla="*/ 17 h 55"/>
                  <a:gd name="T90" fmla="*/ 27 w 57"/>
                  <a:gd name="T91" fmla="*/ 15 h 55"/>
                  <a:gd name="T92" fmla="*/ 28 w 57"/>
                  <a:gd name="T93" fmla="*/ 12 h 55"/>
                  <a:gd name="T94" fmla="*/ 30 w 57"/>
                  <a:gd name="T95" fmla="*/ 9 h 55"/>
                  <a:gd name="T96" fmla="*/ 32 w 57"/>
                  <a:gd name="T97" fmla="*/ 8 h 55"/>
                  <a:gd name="T98" fmla="*/ 34 w 57"/>
                  <a:gd name="T99" fmla="*/ 10 h 55"/>
                  <a:gd name="T100" fmla="*/ 37 w 57"/>
                  <a:gd name="T101" fmla="*/ 10 h 55"/>
                  <a:gd name="T102" fmla="*/ 37 w 57"/>
                  <a:gd name="T103" fmla="*/ 1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7" h="55">
                    <a:moveTo>
                      <a:pt x="37" y="10"/>
                    </a:moveTo>
                    <a:cubicBezTo>
                      <a:pt x="38" y="9"/>
                      <a:pt x="40" y="10"/>
                      <a:pt x="41" y="9"/>
                    </a:cubicBezTo>
                    <a:cubicBezTo>
                      <a:pt x="43" y="8"/>
                      <a:pt x="42" y="7"/>
                      <a:pt x="43" y="6"/>
                    </a:cubicBezTo>
                    <a:cubicBezTo>
                      <a:pt x="43" y="5"/>
                      <a:pt x="44" y="4"/>
                      <a:pt x="45" y="4"/>
                    </a:cubicBezTo>
                    <a:cubicBezTo>
                      <a:pt x="46" y="3"/>
                      <a:pt x="45" y="3"/>
                      <a:pt x="45" y="1"/>
                    </a:cubicBezTo>
                    <a:cubicBezTo>
                      <a:pt x="44" y="2"/>
                      <a:pt x="43" y="2"/>
                      <a:pt x="41" y="2"/>
                    </a:cubicBezTo>
                    <a:cubicBezTo>
                      <a:pt x="39" y="2"/>
                      <a:pt x="37" y="5"/>
                      <a:pt x="36" y="4"/>
                    </a:cubicBezTo>
                    <a:cubicBezTo>
                      <a:pt x="33" y="3"/>
                      <a:pt x="28" y="4"/>
                      <a:pt x="27" y="1"/>
                    </a:cubicBezTo>
                    <a:cubicBezTo>
                      <a:pt x="26" y="0"/>
                      <a:pt x="23" y="1"/>
                      <a:pt x="22" y="1"/>
                    </a:cubicBezTo>
                    <a:cubicBezTo>
                      <a:pt x="20" y="3"/>
                      <a:pt x="20" y="1"/>
                      <a:pt x="19" y="1"/>
                    </a:cubicBezTo>
                    <a:cubicBezTo>
                      <a:pt x="18" y="1"/>
                      <a:pt x="18" y="3"/>
                      <a:pt x="18" y="3"/>
                    </a:cubicBezTo>
                    <a:cubicBezTo>
                      <a:pt x="18" y="3"/>
                      <a:pt x="17" y="4"/>
                      <a:pt x="17" y="4"/>
                    </a:cubicBezTo>
                    <a:cubicBezTo>
                      <a:pt x="17" y="5"/>
                      <a:pt x="16" y="5"/>
                      <a:pt x="15" y="5"/>
                    </a:cubicBezTo>
                    <a:cubicBezTo>
                      <a:pt x="15" y="5"/>
                      <a:pt x="14" y="5"/>
                      <a:pt x="13" y="5"/>
                    </a:cubicBezTo>
                    <a:cubicBezTo>
                      <a:pt x="13" y="5"/>
                      <a:pt x="13" y="5"/>
                      <a:pt x="12" y="4"/>
                    </a:cubicBezTo>
                    <a:cubicBezTo>
                      <a:pt x="12" y="4"/>
                      <a:pt x="11" y="7"/>
                      <a:pt x="11" y="8"/>
                    </a:cubicBezTo>
                    <a:cubicBezTo>
                      <a:pt x="11" y="9"/>
                      <a:pt x="9" y="6"/>
                      <a:pt x="9" y="5"/>
                    </a:cubicBezTo>
                    <a:cubicBezTo>
                      <a:pt x="7" y="4"/>
                      <a:pt x="6" y="7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" y="12"/>
                      <a:pt x="0" y="12"/>
                      <a:pt x="0" y="14"/>
                    </a:cubicBezTo>
                    <a:cubicBezTo>
                      <a:pt x="0" y="15"/>
                      <a:pt x="0" y="18"/>
                      <a:pt x="2" y="18"/>
                    </a:cubicBezTo>
                    <a:cubicBezTo>
                      <a:pt x="3" y="19"/>
                      <a:pt x="4" y="18"/>
                      <a:pt x="4" y="21"/>
                    </a:cubicBezTo>
                    <a:cubicBezTo>
                      <a:pt x="6" y="20"/>
                      <a:pt x="10" y="16"/>
                      <a:pt x="12" y="17"/>
                    </a:cubicBezTo>
                    <a:cubicBezTo>
                      <a:pt x="13" y="18"/>
                      <a:pt x="14" y="19"/>
                      <a:pt x="15" y="19"/>
                    </a:cubicBezTo>
                    <a:cubicBezTo>
                      <a:pt x="16" y="19"/>
                      <a:pt x="17" y="21"/>
                      <a:pt x="17" y="22"/>
                    </a:cubicBezTo>
                    <a:cubicBezTo>
                      <a:pt x="18" y="23"/>
                      <a:pt x="18" y="24"/>
                      <a:pt x="18" y="25"/>
                    </a:cubicBezTo>
                    <a:cubicBezTo>
                      <a:pt x="19" y="26"/>
                      <a:pt x="20" y="27"/>
                      <a:pt x="21" y="28"/>
                    </a:cubicBezTo>
                    <a:cubicBezTo>
                      <a:pt x="23" y="29"/>
                      <a:pt x="25" y="31"/>
                      <a:pt x="28" y="33"/>
                    </a:cubicBezTo>
                    <a:cubicBezTo>
                      <a:pt x="30" y="35"/>
                      <a:pt x="31" y="35"/>
                      <a:pt x="33" y="36"/>
                    </a:cubicBezTo>
                    <a:cubicBezTo>
                      <a:pt x="36" y="38"/>
                      <a:pt x="38" y="41"/>
                      <a:pt x="42" y="42"/>
                    </a:cubicBezTo>
                    <a:cubicBezTo>
                      <a:pt x="44" y="43"/>
                      <a:pt x="44" y="46"/>
                      <a:pt x="45" y="48"/>
                    </a:cubicBezTo>
                    <a:cubicBezTo>
                      <a:pt x="45" y="50"/>
                      <a:pt x="42" y="52"/>
                      <a:pt x="43" y="55"/>
                    </a:cubicBezTo>
                    <a:cubicBezTo>
                      <a:pt x="43" y="54"/>
                      <a:pt x="49" y="49"/>
                      <a:pt x="49" y="48"/>
                    </a:cubicBezTo>
                    <a:cubicBezTo>
                      <a:pt x="50" y="47"/>
                      <a:pt x="47" y="45"/>
                      <a:pt x="47" y="45"/>
                    </a:cubicBezTo>
                    <a:cubicBezTo>
                      <a:pt x="45" y="43"/>
                      <a:pt x="49" y="39"/>
                      <a:pt x="50" y="40"/>
                    </a:cubicBezTo>
                    <a:cubicBezTo>
                      <a:pt x="51" y="41"/>
                      <a:pt x="52" y="41"/>
                      <a:pt x="53" y="41"/>
                    </a:cubicBezTo>
                    <a:cubicBezTo>
                      <a:pt x="54" y="42"/>
                      <a:pt x="54" y="43"/>
                      <a:pt x="55" y="44"/>
                    </a:cubicBezTo>
                    <a:cubicBezTo>
                      <a:pt x="57" y="44"/>
                      <a:pt x="54" y="40"/>
                      <a:pt x="53" y="39"/>
                    </a:cubicBezTo>
                    <a:cubicBezTo>
                      <a:pt x="51" y="37"/>
                      <a:pt x="47" y="37"/>
                      <a:pt x="44" y="35"/>
                    </a:cubicBezTo>
                    <a:cubicBezTo>
                      <a:pt x="43" y="34"/>
                      <a:pt x="46" y="32"/>
                      <a:pt x="44" y="32"/>
                    </a:cubicBezTo>
                    <a:cubicBezTo>
                      <a:pt x="43" y="31"/>
                      <a:pt x="41" y="32"/>
                      <a:pt x="39" y="31"/>
                    </a:cubicBezTo>
                    <a:cubicBezTo>
                      <a:pt x="37" y="30"/>
                      <a:pt x="36" y="28"/>
                      <a:pt x="35" y="26"/>
                    </a:cubicBezTo>
                    <a:cubicBezTo>
                      <a:pt x="34" y="24"/>
                      <a:pt x="34" y="22"/>
                      <a:pt x="32" y="21"/>
                    </a:cubicBezTo>
                    <a:cubicBezTo>
                      <a:pt x="31" y="20"/>
                      <a:pt x="27" y="19"/>
                      <a:pt x="27" y="17"/>
                    </a:cubicBezTo>
                    <a:cubicBezTo>
                      <a:pt x="27" y="16"/>
                      <a:pt x="27" y="15"/>
                      <a:pt x="27" y="15"/>
                    </a:cubicBezTo>
                    <a:cubicBezTo>
                      <a:pt x="28" y="13"/>
                      <a:pt x="28" y="13"/>
                      <a:pt x="28" y="12"/>
                    </a:cubicBezTo>
                    <a:cubicBezTo>
                      <a:pt x="27" y="9"/>
                      <a:pt x="30" y="10"/>
                      <a:pt x="30" y="9"/>
                    </a:cubicBezTo>
                    <a:cubicBezTo>
                      <a:pt x="31" y="8"/>
                      <a:pt x="32" y="8"/>
                      <a:pt x="32" y="8"/>
                    </a:cubicBezTo>
                    <a:cubicBezTo>
                      <a:pt x="34" y="8"/>
                      <a:pt x="34" y="9"/>
                      <a:pt x="34" y="10"/>
                    </a:cubicBezTo>
                    <a:cubicBezTo>
                      <a:pt x="35" y="10"/>
                      <a:pt x="36" y="10"/>
                      <a:pt x="37" y="10"/>
                    </a:cubicBezTo>
                    <a:cubicBezTo>
                      <a:pt x="37" y="9"/>
                      <a:pt x="36" y="10"/>
                      <a:pt x="37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49" name="Freeform 648"/>
              <p:cNvSpPr>
                <a:spLocks/>
              </p:cNvSpPr>
              <p:nvPr/>
            </p:nvSpPr>
            <p:spPr bwMode="auto">
              <a:xfrm>
                <a:off x="12330767" y="6685324"/>
                <a:ext cx="251592" cy="235731"/>
              </a:xfrm>
              <a:custGeom>
                <a:avLst/>
                <a:gdLst>
                  <a:gd name="T0" fmla="*/ 12 w 27"/>
                  <a:gd name="T1" fmla="*/ 10 h 25"/>
                  <a:gd name="T2" fmla="*/ 21 w 27"/>
                  <a:gd name="T3" fmla="*/ 9 h 25"/>
                  <a:gd name="T4" fmla="*/ 27 w 27"/>
                  <a:gd name="T5" fmla="*/ 11 h 25"/>
                  <a:gd name="T6" fmla="*/ 25 w 27"/>
                  <a:gd name="T7" fmla="*/ 4 h 25"/>
                  <a:gd name="T8" fmla="*/ 17 w 27"/>
                  <a:gd name="T9" fmla="*/ 3 h 25"/>
                  <a:gd name="T10" fmla="*/ 13 w 27"/>
                  <a:gd name="T11" fmla="*/ 0 h 25"/>
                  <a:gd name="T12" fmla="*/ 11 w 27"/>
                  <a:gd name="T13" fmla="*/ 2 h 25"/>
                  <a:gd name="T14" fmla="*/ 6 w 27"/>
                  <a:gd name="T15" fmla="*/ 7 h 25"/>
                  <a:gd name="T16" fmla="*/ 1 w 27"/>
                  <a:gd name="T17" fmla="*/ 7 h 25"/>
                  <a:gd name="T18" fmla="*/ 1 w 27"/>
                  <a:gd name="T19" fmla="*/ 11 h 25"/>
                  <a:gd name="T20" fmla="*/ 3 w 27"/>
                  <a:gd name="T21" fmla="*/ 10 h 25"/>
                  <a:gd name="T22" fmla="*/ 4 w 27"/>
                  <a:gd name="T23" fmla="*/ 13 h 25"/>
                  <a:gd name="T24" fmla="*/ 6 w 27"/>
                  <a:gd name="T25" fmla="*/ 10 h 25"/>
                  <a:gd name="T26" fmla="*/ 11 w 27"/>
                  <a:gd name="T27" fmla="*/ 17 h 25"/>
                  <a:gd name="T28" fmla="*/ 23 w 27"/>
                  <a:gd name="T29" fmla="*/ 25 h 25"/>
                  <a:gd name="T30" fmla="*/ 21 w 27"/>
                  <a:gd name="T31" fmla="*/ 22 h 25"/>
                  <a:gd name="T32" fmla="*/ 16 w 27"/>
                  <a:gd name="T33" fmla="*/ 19 h 25"/>
                  <a:gd name="T34" fmla="*/ 12 w 27"/>
                  <a:gd name="T35" fmla="*/ 1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7" h="25">
                    <a:moveTo>
                      <a:pt x="12" y="10"/>
                    </a:moveTo>
                    <a:cubicBezTo>
                      <a:pt x="15" y="10"/>
                      <a:pt x="18" y="8"/>
                      <a:pt x="21" y="9"/>
                    </a:cubicBezTo>
                    <a:cubicBezTo>
                      <a:pt x="23" y="9"/>
                      <a:pt x="25" y="10"/>
                      <a:pt x="27" y="11"/>
                    </a:cubicBezTo>
                    <a:cubicBezTo>
                      <a:pt x="26" y="9"/>
                      <a:pt x="26" y="7"/>
                      <a:pt x="25" y="4"/>
                    </a:cubicBezTo>
                    <a:cubicBezTo>
                      <a:pt x="22" y="6"/>
                      <a:pt x="19" y="4"/>
                      <a:pt x="17" y="3"/>
                    </a:cubicBezTo>
                    <a:cubicBezTo>
                      <a:pt x="15" y="2"/>
                      <a:pt x="14" y="2"/>
                      <a:pt x="13" y="0"/>
                    </a:cubicBezTo>
                    <a:cubicBezTo>
                      <a:pt x="13" y="0"/>
                      <a:pt x="11" y="1"/>
                      <a:pt x="11" y="2"/>
                    </a:cubicBezTo>
                    <a:cubicBezTo>
                      <a:pt x="9" y="3"/>
                      <a:pt x="10" y="8"/>
                      <a:pt x="6" y="7"/>
                    </a:cubicBezTo>
                    <a:cubicBezTo>
                      <a:pt x="4" y="6"/>
                      <a:pt x="2" y="7"/>
                      <a:pt x="1" y="7"/>
                    </a:cubicBezTo>
                    <a:cubicBezTo>
                      <a:pt x="0" y="8"/>
                      <a:pt x="1" y="11"/>
                      <a:pt x="1" y="11"/>
                    </a:cubicBezTo>
                    <a:cubicBezTo>
                      <a:pt x="1" y="11"/>
                      <a:pt x="3" y="10"/>
                      <a:pt x="3" y="10"/>
                    </a:cubicBezTo>
                    <a:cubicBezTo>
                      <a:pt x="4" y="10"/>
                      <a:pt x="4" y="12"/>
                      <a:pt x="4" y="13"/>
                    </a:cubicBezTo>
                    <a:cubicBezTo>
                      <a:pt x="4" y="11"/>
                      <a:pt x="5" y="8"/>
                      <a:pt x="6" y="10"/>
                    </a:cubicBezTo>
                    <a:cubicBezTo>
                      <a:pt x="7" y="13"/>
                      <a:pt x="9" y="15"/>
                      <a:pt x="11" y="17"/>
                    </a:cubicBezTo>
                    <a:cubicBezTo>
                      <a:pt x="14" y="20"/>
                      <a:pt x="19" y="22"/>
                      <a:pt x="23" y="25"/>
                    </a:cubicBezTo>
                    <a:cubicBezTo>
                      <a:pt x="23" y="23"/>
                      <a:pt x="23" y="23"/>
                      <a:pt x="21" y="22"/>
                    </a:cubicBezTo>
                    <a:cubicBezTo>
                      <a:pt x="19" y="21"/>
                      <a:pt x="17" y="20"/>
                      <a:pt x="16" y="19"/>
                    </a:cubicBezTo>
                    <a:cubicBezTo>
                      <a:pt x="14" y="17"/>
                      <a:pt x="9" y="10"/>
                      <a:pt x="12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0" name="Freeform 649"/>
              <p:cNvSpPr>
                <a:spLocks/>
              </p:cNvSpPr>
              <p:nvPr/>
            </p:nvSpPr>
            <p:spPr bwMode="auto">
              <a:xfrm>
                <a:off x="11470893" y="6414553"/>
                <a:ext cx="617835" cy="531986"/>
              </a:xfrm>
              <a:custGeom>
                <a:avLst/>
                <a:gdLst>
                  <a:gd name="T0" fmla="*/ 59 w 66"/>
                  <a:gd name="T1" fmla="*/ 31 h 57"/>
                  <a:gd name="T2" fmla="*/ 56 w 66"/>
                  <a:gd name="T3" fmla="*/ 30 h 57"/>
                  <a:gd name="T4" fmla="*/ 60 w 66"/>
                  <a:gd name="T5" fmla="*/ 24 h 57"/>
                  <a:gd name="T6" fmla="*/ 63 w 66"/>
                  <a:gd name="T7" fmla="*/ 23 h 57"/>
                  <a:gd name="T8" fmla="*/ 65 w 66"/>
                  <a:gd name="T9" fmla="*/ 15 h 57"/>
                  <a:gd name="T10" fmla="*/ 60 w 66"/>
                  <a:gd name="T11" fmla="*/ 13 h 57"/>
                  <a:gd name="T12" fmla="*/ 57 w 66"/>
                  <a:gd name="T13" fmla="*/ 11 h 57"/>
                  <a:gd name="T14" fmla="*/ 55 w 66"/>
                  <a:gd name="T15" fmla="*/ 11 h 57"/>
                  <a:gd name="T16" fmla="*/ 48 w 66"/>
                  <a:gd name="T17" fmla="*/ 7 h 57"/>
                  <a:gd name="T18" fmla="*/ 43 w 66"/>
                  <a:gd name="T19" fmla="*/ 5 h 57"/>
                  <a:gd name="T20" fmla="*/ 38 w 66"/>
                  <a:gd name="T21" fmla="*/ 1 h 57"/>
                  <a:gd name="T22" fmla="*/ 34 w 66"/>
                  <a:gd name="T23" fmla="*/ 1 h 57"/>
                  <a:gd name="T24" fmla="*/ 33 w 66"/>
                  <a:gd name="T25" fmla="*/ 5 h 57"/>
                  <a:gd name="T26" fmla="*/ 30 w 66"/>
                  <a:gd name="T27" fmla="*/ 8 h 57"/>
                  <a:gd name="T28" fmla="*/ 26 w 66"/>
                  <a:gd name="T29" fmla="*/ 10 h 57"/>
                  <a:gd name="T30" fmla="*/ 24 w 66"/>
                  <a:gd name="T31" fmla="*/ 12 h 57"/>
                  <a:gd name="T32" fmla="*/ 20 w 66"/>
                  <a:gd name="T33" fmla="*/ 11 h 57"/>
                  <a:gd name="T34" fmla="*/ 16 w 66"/>
                  <a:gd name="T35" fmla="*/ 10 h 57"/>
                  <a:gd name="T36" fmla="*/ 16 w 66"/>
                  <a:gd name="T37" fmla="*/ 16 h 57"/>
                  <a:gd name="T38" fmla="*/ 9 w 66"/>
                  <a:gd name="T39" fmla="*/ 15 h 57"/>
                  <a:gd name="T40" fmla="*/ 1 w 66"/>
                  <a:gd name="T41" fmla="*/ 17 h 57"/>
                  <a:gd name="T42" fmla="*/ 2 w 66"/>
                  <a:gd name="T43" fmla="*/ 19 h 57"/>
                  <a:gd name="T44" fmla="*/ 4 w 66"/>
                  <a:gd name="T45" fmla="*/ 21 h 57"/>
                  <a:gd name="T46" fmla="*/ 15 w 66"/>
                  <a:gd name="T47" fmla="*/ 25 h 57"/>
                  <a:gd name="T48" fmla="*/ 14 w 66"/>
                  <a:gd name="T49" fmla="*/ 28 h 57"/>
                  <a:gd name="T50" fmla="*/ 19 w 66"/>
                  <a:gd name="T51" fmla="*/ 31 h 57"/>
                  <a:gd name="T52" fmla="*/ 20 w 66"/>
                  <a:gd name="T53" fmla="*/ 35 h 57"/>
                  <a:gd name="T54" fmla="*/ 22 w 66"/>
                  <a:gd name="T55" fmla="*/ 38 h 57"/>
                  <a:gd name="T56" fmla="*/ 19 w 66"/>
                  <a:gd name="T57" fmla="*/ 36 h 57"/>
                  <a:gd name="T58" fmla="*/ 16 w 66"/>
                  <a:gd name="T59" fmla="*/ 49 h 57"/>
                  <a:gd name="T60" fmla="*/ 27 w 66"/>
                  <a:gd name="T61" fmla="*/ 53 h 57"/>
                  <a:gd name="T62" fmla="*/ 30 w 66"/>
                  <a:gd name="T63" fmla="*/ 53 h 57"/>
                  <a:gd name="T64" fmla="*/ 33 w 66"/>
                  <a:gd name="T65" fmla="*/ 55 h 57"/>
                  <a:gd name="T66" fmla="*/ 40 w 66"/>
                  <a:gd name="T67" fmla="*/ 54 h 57"/>
                  <a:gd name="T68" fmla="*/ 47 w 66"/>
                  <a:gd name="T69" fmla="*/ 48 h 57"/>
                  <a:gd name="T70" fmla="*/ 57 w 66"/>
                  <a:gd name="T71" fmla="*/ 50 h 57"/>
                  <a:gd name="T72" fmla="*/ 62 w 66"/>
                  <a:gd name="T73" fmla="*/ 47 h 57"/>
                  <a:gd name="T74" fmla="*/ 62 w 66"/>
                  <a:gd name="T75" fmla="*/ 45 h 57"/>
                  <a:gd name="T76" fmla="*/ 59 w 66"/>
                  <a:gd name="T77" fmla="*/ 38 h 57"/>
                  <a:gd name="T78" fmla="*/ 59 w 66"/>
                  <a:gd name="T79" fmla="*/ 34 h 57"/>
                  <a:gd name="T80" fmla="*/ 59 w 66"/>
                  <a:gd name="T81" fmla="*/ 31 h 57"/>
                  <a:gd name="T82" fmla="*/ 59 w 66"/>
                  <a:gd name="T83" fmla="*/ 3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6" h="57">
                    <a:moveTo>
                      <a:pt x="59" y="31"/>
                    </a:moveTo>
                    <a:cubicBezTo>
                      <a:pt x="58" y="29"/>
                      <a:pt x="55" y="33"/>
                      <a:pt x="56" y="30"/>
                    </a:cubicBezTo>
                    <a:cubicBezTo>
                      <a:pt x="56" y="29"/>
                      <a:pt x="59" y="24"/>
                      <a:pt x="60" y="24"/>
                    </a:cubicBezTo>
                    <a:cubicBezTo>
                      <a:pt x="61" y="23"/>
                      <a:pt x="62" y="25"/>
                      <a:pt x="63" y="23"/>
                    </a:cubicBezTo>
                    <a:cubicBezTo>
                      <a:pt x="64" y="20"/>
                      <a:pt x="63" y="18"/>
                      <a:pt x="65" y="15"/>
                    </a:cubicBezTo>
                    <a:cubicBezTo>
                      <a:pt x="66" y="13"/>
                      <a:pt x="61" y="13"/>
                      <a:pt x="60" y="13"/>
                    </a:cubicBezTo>
                    <a:cubicBezTo>
                      <a:pt x="58" y="13"/>
                      <a:pt x="57" y="12"/>
                      <a:pt x="57" y="11"/>
                    </a:cubicBezTo>
                    <a:cubicBezTo>
                      <a:pt x="56" y="11"/>
                      <a:pt x="55" y="11"/>
                      <a:pt x="55" y="11"/>
                    </a:cubicBezTo>
                    <a:cubicBezTo>
                      <a:pt x="53" y="11"/>
                      <a:pt x="48" y="9"/>
                      <a:pt x="48" y="7"/>
                    </a:cubicBezTo>
                    <a:cubicBezTo>
                      <a:pt x="47" y="10"/>
                      <a:pt x="44" y="5"/>
                      <a:pt x="43" y="5"/>
                    </a:cubicBezTo>
                    <a:cubicBezTo>
                      <a:pt x="41" y="4"/>
                      <a:pt x="39" y="3"/>
                      <a:pt x="38" y="1"/>
                    </a:cubicBezTo>
                    <a:cubicBezTo>
                      <a:pt x="37" y="0"/>
                      <a:pt x="35" y="0"/>
                      <a:pt x="34" y="1"/>
                    </a:cubicBezTo>
                    <a:cubicBezTo>
                      <a:pt x="33" y="2"/>
                      <a:pt x="32" y="4"/>
                      <a:pt x="33" y="5"/>
                    </a:cubicBezTo>
                    <a:cubicBezTo>
                      <a:pt x="33" y="6"/>
                      <a:pt x="31" y="7"/>
                      <a:pt x="30" y="8"/>
                    </a:cubicBezTo>
                    <a:cubicBezTo>
                      <a:pt x="29" y="8"/>
                      <a:pt x="27" y="8"/>
                      <a:pt x="26" y="10"/>
                    </a:cubicBezTo>
                    <a:cubicBezTo>
                      <a:pt x="26" y="11"/>
                      <a:pt x="25" y="12"/>
                      <a:pt x="24" y="12"/>
                    </a:cubicBezTo>
                    <a:cubicBezTo>
                      <a:pt x="22" y="12"/>
                      <a:pt x="21" y="12"/>
                      <a:pt x="20" y="11"/>
                    </a:cubicBezTo>
                    <a:cubicBezTo>
                      <a:pt x="18" y="11"/>
                      <a:pt x="18" y="10"/>
                      <a:pt x="16" y="10"/>
                    </a:cubicBezTo>
                    <a:cubicBezTo>
                      <a:pt x="14" y="9"/>
                      <a:pt x="20" y="16"/>
                      <a:pt x="16" y="16"/>
                    </a:cubicBezTo>
                    <a:cubicBezTo>
                      <a:pt x="13" y="16"/>
                      <a:pt x="11" y="17"/>
                      <a:pt x="9" y="15"/>
                    </a:cubicBezTo>
                    <a:cubicBezTo>
                      <a:pt x="8" y="14"/>
                      <a:pt x="1" y="16"/>
                      <a:pt x="1" y="17"/>
                    </a:cubicBezTo>
                    <a:cubicBezTo>
                      <a:pt x="1" y="18"/>
                      <a:pt x="4" y="18"/>
                      <a:pt x="2" y="19"/>
                    </a:cubicBezTo>
                    <a:cubicBezTo>
                      <a:pt x="0" y="20"/>
                      <a:pt x="3" y="21"/>
                      <a:pt x="4" y="21"/>
                    </a:cubicBezTo>
                    <a:cubicBezTo>
                      <a:pt x="6" y="22"/>
                      <a:pt x="15" y="23"/>
                      <a:pt x="15" y="25"/>
                    </a:cubicBezTo>
                    <a:cubicBezTo>
                      <a:pt x="15" y="26"/>
                      <a:pt x="13" y="26"/>
                      <a:pt x="14" y="28"/>
                    </a:cubicBezTo>
                    <a:cubicBezTo>
                      <a:pt x="16" y="30"/>
                      <a:pt x="17" y="30"/>
                      <a:pt x="19" y="31"/>
                    </a:cubicBezTo>
                    <a:cubicBezTo>
                      <a:pt x="21" y="32"/>
                      <a:pt x="18" y="34"/>
                      <a:pt x="20" y="35"/>
                    </a:cubicBezTo>
                    <a:cubicBezTo>
                      <a:pt x="20" y="35"/>
                      <a:pt x="22" y="38"/>
                      <a:pt x="22" y="38"/>
                    </a:cubicBezTo>
                    <a:cubicBezTo>
                      <a:pt x="21" y="39"/>
                      <a:pt x="20" y="36"/>
                      <a:pt x="19" y="36"/>
                    </a:cubicBezTo>
                    <a:cubicBezTo>
                      <a:pt x="18" y="36"/>
                      <a:pt x="19" y="48"/>
                      <a:pt x="16" y="49"/>
                    </a:cubicBezTo>
                    <a:cubicBezTo>
                      <a:pt x="19" y="51"/>
                      <a:pt x="23" y="54"/>
                      <a:pt x="27" y="53"/>
                    </a:cubicBezTo>
                    <a:cubicBezTo>
                      <a:pt x="28" y="53"/>
                      <a:pt x="29" y="52"/>
                      <a:pt x="30" y="53"/>
                    </a:cubicBezTo>
                    <a:cubicBezTo>
                      <a:pt x="31" y="53"/>
                      <a:pt x="32" y="54"/>
                      <a:pt x="33" y="55"/>
                    </a:cubicBezTo>
                    <a:cubicBezTo>
                      <a:pt x="35" y="56"/>
                      <a:pt x="41" y="57"/>
                      <a:pt x="40" y="54"/>
                    </a:cubicBezTo>
                    <a:cubicBezTo>
                      <a:pt x="39" y="49"/>
                      <a:pt x="44" y="47"/>
                      <a:pt x="47" y="48"/>
                    </a:cubicBezTo>
                    <a:cubicBezTo>
                      <a:pt x="51" y="49"/>
                      <a:pt x="53" y="52"/>
                      <a:pt x="57" y="50"/>
                    </a:cubicBezTo>
                    <a:cubicBezTo>
                      <a:pt x="59" y="49"/>
                      <a:pt x="60" y="48"/>
                      <a:pt x="62" y="47"/>
                    </a:cubicBezTo>
                    <a:cubicBezTo>
                      <a:pt x="62" y="47"/>
                      <a:pt x="64" y="45"/>
                      <a:pt x="62" y="45"/>
                    </a:cubicBezTo>
                    <a:cubicBezTo>
                      <a:pt x="60" y="44"/>
                      <a:pt x="58" y="40"/>
                      <a:pt x="59" y="38"/>
                    </a:cubicBezTo>
                    <a:cubicBezTo>
                      <a:pt x="61" y="36"/>
                      <a:pt x="60" y="36"/>
                      <a:pt x="59" y="34"/>
                    </a:cubicBezTo>
                    <a:cubicBezTo>
                      <a:pt x="59" y="33"/>
                      <a:pt x="59" y="32"/>
                      <a:pt x="59" y="31"/>
                    </a:cubicBezTo>
                    <a:cubicBezTo>
                      <a:pt x="58" y="30"/>
                      <a:pt x="59" y="32"/>
                      <a:pt x="59" y="3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1" name="Freeform 650"/>
              <p:cNvSpPr>
                <a:spLocks/>
              </p:cNvSpPr>
              <p:nvPr/>
            </p:nvSpPr>
            <p:spPr bwMode="auto">
              <a:xfrm>
                <a:off x="11983632" y="6621615"/>
                <a:ext cx="207006" cy="140163"/>
              </a:xfrm>
              <a:custGeom>
                <a:avLst/>
                <a:gdLst>
                  <a:gd name="T0" fmla="*/ 17 w 22"/>
                  <a:gd name="T1" fmla="*/ 1 h 15"/>
                  <a:gd name="T2" fmla="*/ 9 w 22"/>
                  <a:gd name="T3" fmla="*/ 1 h 15"/>
                  <a:gd name="T4" fmla="*/ 8 w 22"/>
                  <a:gd name="T5" fmla="*/ 2 h 15"/>
                  <a:gd name="T6" fmla="*/ 5 w 22"/>
                  <a:gd name="T7" fmla="*/ 2 h 15"/>
                  <a:gd name="T8" fmla="*/ 3 w 22"/>
                  <a:gd name="T9" fmla="*/ 5 h 15"/>
                  <a:gd name="T10" fmla="*/ 1 w 22"/>
                  <a:gd name="T11" fmla="*/ 9 h 15"/>
                  <a:gd name="T12" fmla="*/ 4 w 22"/>
                  <a:gd name="T13" fmla="*/ 10 h 15"/>
                  <a:gd name="T14" fmla="*/ 7 w 22"/>
                  <a:gd name="T15" fmla="*/ 11 h 15"/>
                  <a:gd name="T16" fmla="*/ 11 w 22"/>
                  <a:gd name="T17" fmla="*/ 10 h 15"/>
                  <a:gd name="T18" fmla="*/ 13 w 22"/>
                  <a:gd name="T19" fmla="*/ 10 h 15"/>
                  <a:gd name="T20" fmla="*/ 16 w 22"/>
                  <a:gd name="T21" fmla="*/ 8 h 15"/>
                  <a:gd name="T22" fmla="*/ 18 w 22"/>
                  <a:gd name="T23" fmla="*/ 9 h 15"/>
                  <a:gd name="T24" fmla="*/ 21 w 22"/>
                  <a:gd name="T25" fmla="*/ 8 h 15"/>
                  <a:gd name="T26" fmla="*/ 22 w 22"/>
                  <a:gd name="T27" fmla="*/ 5 h 15"/>
                  <a:gd name="T28" fmla="*/ 18 w 22"/>
                  <a:gd name="T29" fmla="*/ 4 h 15"/>
                  <a:gd name="T30" fmla="*/ 17 w 22"/>
                  <a:gd name="T31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" h="15">
                    <a:moveTo>
                      <a:pt x="17" y="1"/>
                    </a:moveTo>
                    <a:cubicBezTo>
                      <a:pt x="14" y="0"/>
                      <a:pt x="12" y="1"/>
                      <a:pt x="9" y="1"/>
                    </a:cubicBezTo>
                    <a:cubicBezTo>
                      <a:pt x="7" y="1"/>
                      <a:pt x="9" y="1"/>
                      <a:pt x="8" y="2"/>
                    </a:cubicBezTo>
                    <a:cubicBezTo>
                      <a:pt x="7" y="2"/>
                      <a:pt x="5" y="2"/>
                      <a:pt x="5" y="2"/>
                    </a:cubicBezTo>
                    <a:cubicBezTo>
                      <a:pt x="4" y="2"/>
                      <a:pt x="3" y="5"/>
                      <a:pt x="3" y="5"/>
                    </a:cubicBezTo>
                    <a:cubicBezTo>
                      <a:pt x="2" y="6"/>
                      <a:pt x="0" y="10"/>
                      <a:pt x="1" y="9"/>
                    </a:cubicBezTo>
                    <a:cubicBezTo>
                      <a:pt x="3" y="9"/>
                      <a:pt x="3" y="8"/>
                      <a:pt x="4" y="10"/>
                    </a:cubicBezTo>
                    <a:cubicBezTo>
                      <a:pt x="4" y="12"/>
                      <a:pt x="5" y="11"/>
                      <a:pt x="7" y="11"/>
                    </a:cubicBezTo>
                    <a:cubicBezTo>
                      <a:pt x="8" y="11"/>
                      <a:pt x="10" y="11"/>
                      <a:pt x="11" y="10"/>
                    </a:cubicBezTo>
                    <a:cubicBezTo>
                      <a:pt x="12" y="8"/>
                      <a:pt x="13" y="9"/>
                      <a:pt x="13" y="10"/>
                    </a:cubicBezTo>
                    <a:cubicBezTo>
                      <a:pt x="16" y="15"/>
                      <a:pt x="15" y="8"/>
                      <a:pt x="16" y="8"/>
                    </a:cubicBezTo>
                    <a:cubicBezTo>
                      <a:pt x="17" y="8"/>
                      <a:pt x="17" y="9"/>
                      <a:pt x="18" y="9"/>
                    </a:cubicBezTo>
                    <a:cubicBezTo>
                      <a:pt x="19" y="9"/>
                      <a:pt x="20" y="9"/>
                      <a:pt x="21" y="8"/>
                    </a:cubicBezTo>
                    <a:cubicBezTo>
                      <a:pt x="22" y="7"/>
                      <a:pt x="22" y="7"/>
                      <a:pt x="22" y="5"/>
                    </a:cubicBezTo>
                    <a:cubicBezTo>
                      <a:pt x="22" y="5"/>
                      <a:pt x="19" y="4"/>
                      <a:pt x="18" y="4"/>
                    </a:cubicBezTo>
                    <a:cubicBezTo>
                      <a:pt x="17" y="3"/>
                      <a:pt x="17" y="2"/>
                      <a:pt x="17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2" name="Freeform 651"/>
              <p:cNvSpPr>
                <a:spLocks/>
              </p:cNvSpPr>
              <p:nvPr/>
            </p:nvSpPr>
            <p:spPr bwMode="auto">
              <a:xfrm>
                <a:off x="11808475" y="6395439"/>
                <a:ext cx="194268" cy="121050"/>
              </a:xfrm>
              <a:custGeom>
                <a:avLst/>
                <a:gdLst>
                  <a:gd name="T0" fmla="*/ 19 w 21"/>
                  <a:gd name="T1" fmla="*/ 9 h 13"/>
                  <a:gd name="T2" fmla="*/ 20 w 21"/>
                  <a:gd name="T3" fmla="*/ 6 h 13"/>
                  <a:gd name="T4" fmla="*/ 18 w 21"/>
                  <a:gd name="T5" fmla="*/ 3 h 13"/>
                  <a:gd name="T6" fmla="*/ 13 w 21"/>
                  <a:gd name="T7" fmla="*/ 0 h 13"/>
                  <a:gd name="T8" fmla="*/ 8 w 21"/>
                  <a:gd name="T9" fmla="*/ 1 h 13"/>
                  <a:gd name="T10" fmla="*/ 3 w 21"/>
                  <a:gd name="T11" fmla="*/ 1 h 13"/>
                  <a:gd name="T12" fmla="*/ 5 w 21"/>
                  <a:gd name="T13" fmla="*/ 6 h 13"/>
                  <a:gd name="T14" fmla="*/ 10 w 21"/>
                  <a:gd name="T15" fmla="*/ 9 h 13"/>
                  <a:gd name="T16" fmla="*/ 12 w 21"/>
                  <a:gd name="T17" fmla="*/ 9 h 13"/>
                  <a:gd name="T18" fmla="*/ 18 w 21"/>
                  <a:gd name="T19" fmla="*/ 13 h 13"/>
                  <a:gd name="T20" fmla="*/ 19 w 21"/>
                  <a:gd name="T21" fmla="*/ 9 h 13"/>
                  <a:gd name="T22" fmla="*/ 19 w 21"/>
                  <a:gd name="T23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13">
                    <a:moveTo>
                      <a:pt x="19" y="9"/>
                    </a:moveTo>
                    <a:cubicBezTo>
                      <a:pt x="18" y="9"/>
                      <a:pt x="21" y="7"/>
                      <a:pt x="20" y="6"/>
                    </a:cubicBezTo>
                    <a:cubicBezTo>
                      <a:pt x="20" y="5"/>
                      <a:pt x="19" y="3"/>
                      <a:pt x="18" y="3"/>
                    </a:cubicBezTo>
                    <a:cubicBezTo>
                      <a:pt x="17" y="2"/>
                      <a:pt x="15" y="0"/>
                      <a:pt x="13" y="0"/>
                    </a:cubicBezTo>
                    <a:cubicBezTo>
                      <a:pt x="11" y="0"/>
                      <a:pt x="10" y="1"/>
                      <a:pt x="8" y="1"/>
                    </a:cubicBezTo>
                    <a:cubicBezTo>
                      <a:pt x="6" y="1"/>
                      <a:pt x="5" y="0"/>
                      <a:pt x="3" y="1"/>
                    </a:cubicBezTo>
                    <a:cubicBezTo>
                      <a:pt x="0" y="3"/>
                      <a:pt x="3" y="5"/>
                      <a:pt x="5" y="6"/>
                    </a:cubicBezTo>
                    <a:cubicBezTo>
                      <a:pt x="7" y="7"/>
                      <a:pt x="8" y="7"/>
                      <a:pt x="10" y="9"/>
                    </a:cubicBezTo>
                    <a:cubicBezTo>
                      <a:pt x="10" y="10"/>
                      <a:pt x="12" y="10"/>
                      <a:pt x="12" y="9"/>
                    </a:cubicBezTo>
                    <a:cubicBezTo>
                      <a:pt x="12" y="10"/>
                      <a:pt x="17" y="13"/>
                      <a:pt x="18" y="13"/>
                    </a:cubicBezTo>
                    <a:cubicBezTo>
                      <a:pt x="18" y="11"/>
                      <a:pt x="18" y="10"/>
                      <a:pt x="19" y="9"/>
                    </a:cubicBezTo>
                    <a:cubicBezTo>
                      <a:pt x="19" y="9"/>
                      <a:pt x="17" y="10"/>
                      <a:pt x="19" y="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3" name="Freeform 652"/>
              <p:cNvSpPr>
                <a:spLocks/>
              </p:cNvSpPr>
              <p:nvPr/>
            </p:nvSpPr>
            <p:spPr bwMode="auto">
              <a:xfrm>
                <a:off x="11967711" y="6481449"/>
                <a:ext cx="35033" cy="35042"/>
              </a:xfrm>
              <a:custGeom>
                <a:avLst/>
                <a:gdLst>
                  <a:gd name="T0" fmla="*/ 2 w 4"/>
                  <a:gd name="T1" fmla="*/ 0 h 4"/>
                  <a:gd name="T2" fmla="*/ 1 w 4"/>
                  <a:gd name="T3" fmla="*/ 3 h 4"/>
                  <a:gd name="T4" fmla="*/ 4 w 4"/>
                  <a:gd name="T5" fmla="*/ 4 h 4"/>
                  <a:gd name="T6" fmla="*/ 2 w 4"/>
                  <a:gd name="T7" fmla="*/ 0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1" y="0"/>
                      <a:pt x="1" y="2"/>
                      <a:pt x="1" y="3"/>
                    </a:cubicBezTo>
                    <a:cubicBezTo>
                      <a:pt x="1" y="4"/>
                      <a:pt x="3" y="4"/>
                      <a:pt x="4" y="4"/>
                    </a:cubicBezTo>
                    <a:cubicBezTo>
                      <a:pt x="4" y="2"/>
                      <a:pt x="4" y="1"/>
                      <a:pt x="2" y="0"/>
                    </a:cubicBezTo>
                    <a:cubicBezTo>
                      <a:pt x="0" y="1"/>
                      <a:pt x="3" y="1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4" name="Freeform 653"/>
              <p:cNvSpPr>
                <a:spLocks/>
              </p:cNvSpPr>
              <p:nvPr/>
            </p:nvSpPr>
            <p:spPr bwMode="auto">
              <a:xfrm>
                <a:off x="11853061" y="6264832"/>
                <a:ext cx="187902" cy="168837"/>
              </a:xfrm>
              <a:custGeom>
                <a:avLst/>
                <a:gdLst>
                  <a:gd name="T0" fmla="*/ 5 w 20"/>
                  <a:gd name="T1" fmla="*/ 14 h 18"/>
                  <a:gd name="T2" fmla="*/ 14 w 20"/>
                  <a:gd name="T3" fmla="*/ 18 h 18"/>
                  <a:gd name="T4" fmla="*/ 14 w 20"/>
                  <a:gd name="T5" fmla="*/ 13 h 18"/>
                  <a:gd name="T6" fmla="*/ 17 w 20"/>
                  <a:gd name="T7" fmla="*/ 11 h 18"/>
                  <a:gd name="T8" fmla="*/ 18 w 20"/>
                  <a:gd name="T9" fmla="*/ 6 h 18"/>
                  <a:gd name="T10" fmla="*/ 20 w 20"/>
                  <a:gd name="T11" fmla="*/ 5 h 18"/>
                  <a:gd name="T12" fmla="*/ 19 w 20"/>
                  <a:gd name="T13" fmla="*/ 0 h 18"/>
                  <a:gd name="T14" fmla="*/ 15 w 20"/>
                  <a:gd name="T15" fmla="*/ 1 h 18"/>
                  <a:gd name="T16" fmla="*/ 10 w 20"/>
                  <a:gd name="T17" fmla="*/ 3 h 18"/>
                  <a:gd name="T18" fmla="*/ 12 w 20"/>
                  <a:gd name="T19" fmla="*/ 6 h 18"/>
                  <a:gd name="T20" fmla="*/ 10 w 20"/>
                  <a:gd name="T21" fmla="*/ 4 h 18"/>
                  <a:gd name="T22" fmla="*/ 7 w 20"/>
                  <a:gd name="T23" fmla="*/ 6 h 18"/>
                  <a:gd name="T24" fmla="*/ 5 w 20"/>
                  <a:gd name="T25" fmla="*/ 8 h 18"/>
                  <a:gd name="T26" fmla="*/ 5 w 20"/>
                  <a:gd name="T27" fmla="*/ 12 h 18"/>
                  <a:gd name="T28" fmla="*/ 3 w 20"/>
                  <a:gd name="T29" fmla="*/ 12 h 18"/>
                  <a:gd name="T30" fmla="*/ 4 w 20"/>
                  <a:gd name="T31" fmla="*/ 12 h 18"/>
                  <a:gd name="T32" fmla="*/ 3 w 20"/>
                  <a:gd name="T33" fmla="*/ 12 h 18"/>
                  <a:gd name="T34" fmla="*/ 4 w 20"/>
                  <a:gd name="T35" fmla="*/ 14 h 18"/>
                  <a:gd name="T36" fmla="*/ 2 w 20"/>
                  <a:gd name="T37" fmla="*/ 13 h 18"/>
                  <a:gd name="T38" fmla="*/ 3 w 20"/>
                  <a:gd name="T39" fmla="*/ 14 h 18"/>
                  <a:gd name="T40" fmla="*/ 1 w 20"/>
                  <a:gd name="T41" fmla="*/ 14 h 18"/>
                  <a:gd name="T42" fmla="*/ 2 w 20"/>
                  <a:gd name="T43" fmla="*/ 15 h 18"/>
                  <a:gd name="T44" fmla="*/ 0 w 20"/>
                  <a:gd name="T45" fmla="*/ 15 h 18"/>
                  <a:gd name="T46" fmla="*/ 5 w 20"/>
                  <a:gd name="T47" fmla="*/ 14 h 18"/>
                  <a:gd name="T48" fmla="*/ 5 w 20"/>
                  <a:gd name="T49" fmla="*/ 1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0" h="18">
                    <a:moveTo>
                      <a:pt x="5" y="14"/>
                    </a:moveTo>
                    <a:cubicBezTo>
                      <a:pt x="7" y="12"/>
                      <a:pt x="13" y="16"/>
                      <a:pt x="14" y="18"/>
                    </a:cubicBezTo>
                    <a:cubicBezTo>
                      <a:pt x="15" y="16"/>
                      <a:pt x="15" y="14"/>
                      <a:pt x="14" y="13"/>
                    </a:cubicBezTo>
                    <a:cubicBezTo>
                      <a:pt x="13" y="9"/>
                      <a:pt x="15" y="11"/>
                      <a:pt x="17" y="11"/>
                    </a:cubicBezTo>
                    <a:cubicBezTo>
                      <a:pt x="19" y="10"/>
                      <a:pt x="19" y="8"/>
                      <a:pt x="18" y="6"/>
                    </a:cubicBezTo>
                    <a:cubicBezTo>
                      <a:pt x="18" y="6"/>
                      <a:pt x="20" y="5"/>
                      <a:pt x="20" y="5"/>
                    </a:cubicBezTo>
                    <a:cubicBezTo>
                      <a:pt x="20" y="3"/>
                      <a:pt x="20" y="2"/>
                      <a:pt x="19" y="0"/>
                    </a:cubicBezTo>
                    <a:cubicBezTo>
                      <a:pt x="19" y="0"/>
                      <a:pt x="15" y="1"/>
                      <a:pt x="15" y="1"/>
                    </a:cubicBezTo>
                    <a:cubicBezTo>
                      <a:pt x="13" y="1"/>
                      <a:pt x="12" y="1"/>
                      <a:pt x="10" y="3"/>
                    </a:cubicBezTo>
                    <a:cubicBezTo>
                      <a:pt x="10" y="3"/>
                      <a:pt x="13" y="5"/>
                      <a:pt x="12" y="6"/>
                    </a:cubicBezTo>
                    <a:cubicBezTo>
                      <a:pt x="10" y="8"/>
                      <a:pt x="9" y="4"/>
                      <a:pt x="10" y="4"/>
                    </a:cubicBezTo>
                    <a:cubicBezTo>
                      <a:pt x="10" y="4"/>
                      <a:pt x="7" y="5"/>
                      <a:pt x="7" y="6"/>
                    </a:cubicBezTo>
                    <a:cubicBezTo>
                      <a:pt x="7" y="7"/>
                      <a:pt x="6" y="7"/>
                      <a:pt x="5" y="8"/>
                    </a:cubicBezTo>
                    <a:cubicBezTo>
                      <a:pt x="5" y="9"/>
                      <a:pt x="3" y="12"/>
                      <a:pt x="5" y="12"/>
                    </a:cubicBezTo>
                    <a:cubicBezTo>
                      <a:pt x="5" y="12"/>
                      <a:pt x="4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4" y="12"/>
                      <a:pt x="3" y="12"/>
                      <a:pt x="3" y="12"/>
                    </a:cubicBezTo>
                    <a:cubicBezTo>
                      <a:pt x="2" y="13"/>
                      <a:pt x="4" y="14"/>
                      <a:pt x="4" y="14"/>
                    </a:cubicBezTo>
                    <a:cubicBezTo>
                      <a:pt x="4" y="13"/>
                      <a:pt x="2" y="13"/>
                      <a:pt x="2" y="13"/>
                    </a:cubicBezTo>
                    <a:cubicBezTo>
                      <a:pt x="2" y="13"/>
                      <a:pt x="3" y="14"/>
                      <a:pt x="3" y="14"/>
                    </a:cubicBezTo>
                    <a:cubicBezTo>
                      <a:pt x="3" y="14"/>
                      <a:pt x="2" y="13"/>
                      <a:pt x="1" y="14"/>
                    </a:cubicBezTo>
                    <a:cubicBezTo>
                      <a:pt x="1" y="14"/>
                      <a:pt x="2" y="15"/>
                      <a:pt x="2" y="15"/>
                    </a:cubicBezTo>
                    <a:cubicBezTo>
                      <a:pt x="2" y="14"/>
                      <a:pt x="1" y="14"/>
                      <a:pt x="0" y="15"/>
                    </a:cubicBezTo>
                    <a:cubicBezTo>
                      <a:pt x="1" y="15"/>
                      <a:pt x="4" y="16"/>
                      <a:pt x="5" y="14"/>
                    </a:cubicBezTo>
                    <a:cubicBezTo>
                      <a:pt x="5" y="14"/>
                      <a:pt x="5" y="15"/>
                      <a:pt x="5" y="1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5" name="Freeform 654"/>
              <p:cNvSpPr>
                <a:spLocks/>
              </p:cNvSpPr>
              <p:nvPr/>
            </p:nvSpPr>
            <p:spPr bwMode="auto">
              <a:xfrm>
                <a:off x="12079173" y="5984503"/>
                <a:ext cx="140127" cy="207060"/>
              </a:xfrm>
              <a:custGeom>
                <a:avLst/>
                <a:gdLst>
                  <a:gd name="T0" fmla="*/ 10 w 15"/>
                  <a:gd name="T1" fmla="*/ 21 h 22"/>
                  <a:gd name="T2" fmla="*/ 8 w 15"/>
                  <a:gd name="T3" fmla="*/ 17 h 22"/>
                  <a:gd name="T4" fmla="*/ 11 w 15"/>
                  <a:gd name="T5" fmla="*/ 12 h 22"/>
                  <a:gd name="T6" fmla="*/ 11 w 15"/>
                  <a:gd name="T7" fmla="*/ 13 h 22"/>
                  <a:gd name="T8" fmla="*/ 15 w 15"/>
                  <a:gd name="T9" fmla="*/ 10 h 22"/>
                  <a:gd name="T10" fmla="*/ 11 w 15"/>
                  <a:gd name="T11" fmla="*/ 7 h 22"/>
                  <a:gd name="T12" fmla="*/ 10 w 15"/>
                  <a:gd name="T13" fmla="*/ 5 h 22"/>
                  <a:gd name="T14" fmla="*/ 12 w 15"/>
                  <a:gd name="T15" fmla="*/ 4 h 22"/>
                  <a:gd name="T16" fmla="*/ 12 w 15"/>
                  <a:gd name="T17" fmla="*/ 1 h 22"/>
                  <a:gd name="T18" fmla="*/ 11 w 15"/>
                  <a:gd name="T19" fmla="*/ 1 h 22"/>
                  <a:gd name="T20" fmla="*/ 7 w 15"/>
                  <a:gd name="T21" fmla="*/ 4 h 22"/>
                  <a:gd name="T22" fmla="*/ 2 w 15"/>
                  <a:gd name="T23" fmla="*/ 5 h 22"/>
                  <a:gd name="T24" fmla="*/ 4 w 15"/>
                  <a:gd name="T25" fmla="*/ 6 h 22"/>
                  <a:gd name="T26" fmla="*/ 6 w 15"/>
                  <a:gd name="T27" fmla="*/ 8 h 22"/>
                  <a:gd name="T28" fmla="*/ 4 w 15"/>
                  <a:gd name="T29" fmla="*/ 8 h 22"/>
                  <a:gd name="T30" fmla="*/ 2 w 15"/>
                  <a:gd name="T31" fmla="*/ 8 h 22"/>
                  <a:gd name="T32" fmla="*/ 0 w 15"/>
                  <a:gd name="T33" fmla="*/ 9 h 22"/>
                  <a:gd name="T34" fmla="*/ 0 w 15"/>
                  <a:gd name="T35" fmla="*/ 14 h 22"/>
                  <a:gd name="T36" fmla="*/ 2 w 15"/>
                  <a:gd name="T37" fmla="*/ 16 h 22"/>
                  <a:gd name="T38" fmla="*/ 2 w 15"/>
                  <a:gd name="T39" fmla="*/ 20 h 22"/>
                  <a:gd name="T40" fmla="*/ 10 w 15"/>
                  <a:gd name="T41" fmla="*/ 2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" h="22">
                    <a:moveTo>
                      <a:pt x="10" y="21"/>
                    </a:moveTo>
                    <a:cubicBezTo>
                      <a:pt x="10" y="20"/>
                      <a:pt x="6" y="18"/>
                      <a:pt x="8" y="17"/>
                    </a:cubicBezTo>
                    <a:cubicBezTo>
                      <a:pt x="9" y="16"/>
                      <a:pt x="9" y="13"/>
                      <a:pt x="11" y="12"/>
                    </a:cubicBezTo>
                    <a:cubicBezTo>
                      <a:pt x="11" y="12"/>
                      <a:pt x="11" y="13"/>
                      <a:pt x="11" y="13"/>
                    </a:cubicBezTo>
                    <a:cubicBezTo>
                      <a:pt x="12" y="13"/>
                      <a:pt x="15" y="11"/>
                      <a:pt x="15" y="10"/>
                    </a:cubicBezTo>
                    <a:cubicBezTo>
                      <a:pt x="15" y="9"/>
                      <a:pt x="11" y="9"/>
                      <a:pt x="11" y="7"/>
                    </a:cubicBezTo>
                    <a:cubicBezTo>
                      <a:pt x="11" y="6"/>
                      <a:pt x="10" y="6"/>
                      <a:pt x="10" y="5"/>
                    </a:cubicBezTo>
                    <a:cubicBezTo>
                      <a:pt x="10" y="4"/>
                      <a:pt x="12" y="5"/>
                      <a:pt x="12" y="4"/>
                    </a:cubicBezTo>
                    <a:cubicBezTo>
                      <a:pt x="12" y="3"/>
                      <a:pt x="12" y="2"/>
                      <a:pt x="12" y="1"/>
                    </a:cubicBezTo>
                    <a:cubicBezTo>
                      <a:pt x="12" y="0"/>
                      <a:pt x="12" y="1"/>
                      <a:pt x="11" y="1"/>
                    </a:cubicBezTo>
                    <a:cubicBezTo>
                      <a:pt x="8" y="1"/>
                      <a:pt x="9" y="2"/>
                      <a:pt x="7" y="4"/>
                    </a:cubicBezTo>
                    <a:cubicBezTo>
                      <a:pt x="6" y="5"/>
                      <a:pt x="3" y="3"/>
                      <a:pt x="2" y="5"/>
                    </a:cubicBezTo>
                    <a:cubicBezTo>
                      <a:pt x="0" y="7"/>
                      <a:pt x="3" y="7"/>
                      <a:pt x="4" y="6"/>
                    </a:cubicBezTo>
                    <a:cubicBezTo>
                      <a:pt x="5" y="5"/>
                      <a:pt x="7" y="6"/>
                      <a:pt x="6" y="8"/>
                    </a:cubicBezTo>
                    <a:cubicBezTo>
                      <a:pt x="6" y="7"/>
                      <a:pt x="4" y="6"/>
                      <a:pt x="4" y="8"/>
                    </a:cubicBezTo>
                    <a:cubicBezTo>
                      <a:pt x="3" y="8"/>
                      <a:pt x="2" y="9"/>
                      <a:pt x="2" y="8"/>
                    </a:cubicBezTo>
                    <a:cubicBezTo>
                      <a:pt x="2" y="9"/>
                      <a:pt x="0" y="7"/>
                      <a:pt x="0" y="9"/>
                    </a:cubicBezTo>
                    <a:cubicBezTo>
                      <a:pt x="0" y="11"/>
                      <a:pt x="0" y="12"/>
                      <a:pt x="0" y="14"/>
                    </a:cubicBezTo>
                    <a:cubicBezTo>
                      <a:pt x="1" y="15"/>
                      <a:pt x="2" y="15"/>
                      <a:pt x="2" y="16"/>
                    </a:cubicBezTo>
                    <a:cubicBezTo>
                      <a:pt x="3" y="18"/>
                      <a:pt x="1" y="19"/>
                      <a:pt x="2" y="20"/>
                    </a:cubicBezTo>
                    <a:cubicBezTo>
                      <a:pt x="4" y="22"/>
                      <a:pt x="8" y="21"/>
                      <a:pt x="10" y="2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6" name="Freeform 655"/>
              <p:cNvSpPr>
                <a:spLocks/>
              </p:cNvSpPr>
              <p:nvPr/>
            </p:nvSpPr>
            <p:spPr bwMode="auto">
              <a:xfrm>
                <a:off x="11977264" y="6172454"/>
                <a:ext cx="417198" cy="484203"/>
              </a:xfrm>
              <a:custGeom>
                <a:avLst/>
                <a:gdLst>
                  <a:gd name="T0" fmla="*/ 44 w 45"/>
                  <a:gd name="T1" fmla="*/ 24 h 52"/>
                  <a:gd name="T2" fmla="*/ 43 w 45"/>
                  <a:gd name="T3" fmla="*/ 18 h 52"/>
                  <a:gd name="T4" fmla="*/ 42 w 45"/>
                  <a:gd name="T5" fmla="*/ 12 h 52"/>
                  <a:gd name="T6" fmla="*/ 41 w 45"/>
                  <a:gd name="T7" fmla="*/ 7 h 52"/>
                  <a:gd name="T8" fmla="*/ 38 w 45"/>
                  <a:gd name="T9" fmla="*/ 4 h 52"/>
                  <a:gd name="T10" fmla="*/ 38 w 45"/>
                  <a:gd name="T11" fmla="*/ 2 h 52"/>
                  <a:gd name="T12" fmla="*/ 37 w 45"/>
                  <a:gd name="T13" fmla="*/ 5 h 52"/>
                  <a:gd name="T14" fmla="*/ 33 w 45"/>
                  <a:gd name="T15" fmla="*/ 4 h 52"/>
                  <a:gd name="T16" fmla="*/ 25 w 45"/>
                  <a:gd name="T17" fmla="*/ 7 h 52"/>
                  <a:gd name="T18" fmla="*/ 26 w 45"/>
                  <a:gd name="T19" fmla="*/ 4 h 52"/>
                  <a:gd name="T20" fmla="*/ 21 w 45"/>
                  <a:gd name="T21" fmla="*/ 4 h 52"/>
                  <a:gd name="T22" fmla="*/ 20 w 45"/>
                  <a:gd name="T23" fmla="*/ 1 h 52"/>
                  <a:gd name="T24" fmla="*/ 13 w 45"/>
                  <a:gd name="T25" fmla="*/ 0 h 52"/>
                  <a:gd name="T26" fmla="*/ 15 w 45"/>
                  <a:gd name="T27" fmla="*/ 3 h 52"/>
                  <a:gd name="T28" fmla="*/ 15 w 45"/>
                  <a:gd name="T29" fmla="*/ 6 h 52"/>
                  <a:gd name="T30" fmla="*/ 17 w 45"/>
                  <a:gd name="T31" fmla="*/ 7 h 52"/>
                  <a:gd name="T32" fmla="*/ 20 w 45"/>
                  <a:gd name="T33" fmla="*/ 9 h 52"/>
                  <a:gd name="T34" fmla="*/ 15 w 45"/>
                  <a:gd name="T35" fmla="*/ 8 h 52"/>
                  <a:gd name="T36" fmla="*/ 14 w 45"/>
                  <a:gd name="T37" fmla="*/ 8 h 52"/>
                  <a:gd name="T38" fmla="*/ 13 w 45"/>
                  <a:gd name="T39" fmla="*/ 10 h 52"/>
                  <a:gd name="T40" fmla="*/ 6 w 45"/>
                  <a:gd name="T41" fmla="*/ 10 h 52"/>
                  <a:gd name="T42" fmla="*/ 6 w 45"/>
                  <a:gd name="T43" fmla="*/ 15 h 52"/>
                  <a:gd name="T44" fmla="*/ 6 w 45"/>
                  <a:gd name="T45" fmla="*/ 17 h 52"/>
                  <a:gd name="T46" fmla="*/ 1 w 45"/>
                  <a:gd name="T47" fmla="*/ 22 h 52"/>
                  <a:gd name="T48" fmla="*/ 2 w 45"/>
                  <a:gd name="T49" fmla="*/ 26 h 52"/>
                  <a:gd name="T50" fmla="*/ 2 w 45"/>
                  <a:gd name="T51" fmla="*/ 30 h 52"/>
                  <a:gd name="T52" fmla="*/ 1 w 45"/>
                  <a:gd name="T53" fmla="*/ 33 h 52"/>
                  <a:gd name="T54" fmla="*/ 3 w 45"/>
                  <a:gd name="T55" fmla="*/ 37 h 52"/>
                  <a:gd name="T56" fmla="*/ 11 w 45"/>
                  <a:gd name="T57" fmla="*/ 40 h 52"/>
                  <a:gd name="T58" fmla="*/ 9 w 45"/>
                  <a:gd name="T59" fmla="*/ 49 h 52"/>
                  <a:gd name="T60" fmla="*/ 19 w 45"/>
                  <a:gd name="T61" fmla="*/ 49 h 52"/>
                  <a:gd name="T62" fmla="*/ 23 w 45"/>
                  <a:gd name="T63" fmla="*/ 51 h 52"/>
                  <a:gd name="T64" fmla="*/ 26 w 45"/>
                  <a:gd name="T65" fmla="*/ 50 h 52"/>
                  <a:gd name="T66" fmla="*/ 33 w 45"/>
                  <a:gd name="T67" fmla="*/ 49 h 52"/>
                  <a:gd name="T68" fmla="*/ 36 w 45"/>
                  <a:gd name="T69" fmla="*/ 49 h 52"/>
                  <a:gd name="T70" fmla="*/ 36 w 45"/>
                  <a:gd name="T71" fmla="*/ 45 h 52"/>
                  <a:gd name="T72" fmla="*/ 40 w 45"/>
                  <a:gd name="T73" fmla="*/ 43 h 52"/>
                  <a:gd name="T74" fmla="*/ 35 w 45"/>
                  <a:gd name="T75" fmla="*/ 37 h 52"/>
                  <a:gd name="T76" fmla="*/ 32 w 45"/>
                  <a:gd name="T77" fmla="*/ 31 h 52"/>
                  <a:gd name="T78" fmla="*/ 41 w 45"/>
                  <a:gd name="T79" fmla="*/ 26 h 52"/>
                  <a:gd name="T80" fmla="*/ 44 w 45"/>
                  <a:gd name="T81" fmla="*/ 28 h 52"/>
                  <a:gd name="T82" fmla="*/ 44 w 45"/>
                  <a:gd name="T83" fmla="*/ 24 h 52"/>
                  <a:gd name="T84" fmla="*/ 44 w 45"/>
                  <a:gd name="T85" fmla="*/ 2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5" h="52">
                    <a:moveTo>
                      <a:pt x="44" y="24"/>
                    </a:moveTo>
                    <a:cubicBezTo>
                      <a:pt x="43" y="22"/>
                      <a:pt x="43" y="20"/>
                      <a:pt x="43" y="18"/>
                    </a:cubicBezTo>
                    <a:cubicBezTo>
                      <a:pt x="42" y="16"/>
                      <a:pt x="41" y="15"/>
                      <a:pt x="42" y="12"/>
                    </a:cubicBezTo>
                    <a:cubicBezTo>
                      <a:pt x="43" y="10"/>
                      <a:pt x="42" y="8"/>
                      <a:pt x="41" y="7"/>
                    </a:cubicBezTo>
                    <a:cubicBezTo>
                      <a:pt x="40" y="6"/>
                      <a:pt x="38" y="5"/>
                      <a:pt x="38" y="4"/>
                    </a:cubicBezTo>
                    <a:cubicBezTo>
                      <a:pt x="38" y="4"/>
                      <a:pt x="39" y="3"/>
                      <a:pt x="38" y="2"/>
                    </a:cubicBezTo>
                    <a:cubicBezTo>
                      <a:pt x="37" y="2"/>
                      <a:pt x="37" y="5"/>
                      <a:pt x="37" y="5"/>
                    </a:cubicBezTo>
                    <a:cubicBezTo>
                      <a:pt x="35" y="5"/>
                      <a:pt x="35" y="4"/>
                      <a:pt x="33" y="4"/>
                    </a:cubicBezTo>
                    <a:cubicBezTo>
                      <a:pt x="31" y="5"/>
                      <a:pt x="28" y="7"/>
                      <a:pt x="25" y="7"/>
                    </a:cubicBezTo>
                    <a:cubicBezTo>
                      <a:pt x="24" y="6"/>
                      <a:pt x="26" y="5"/>
                      <a:pt x="26" y="4"/>
                    </a:cubicBezTo>
                    <a:cubicBezTo>
                      <a:pt x="24" y="4"/>
                      <a:pt x="23" y="5"/>
                      <a:pt x="21" y="4"/>
                    </a:cubicBezTo>
                    <a:cubicBezTo>
                      <a:pt x="20" y="3"/>
                      <a:pt x="23" y="1"/>
                      <a:pt x="20" y="1"/>
                    </a:cubicBezTo>
                    <a:cubicBezTo>
                      <a:pt x="18" y="1"/>
                      <a:pt x="16" y="1"/>
                      <a:pt x="13" y="0"/>
                    </a:cubicBezTo>
                    <a:cubicBezTo>
                      <a:pt x="14" y="1"/>
                      <a:pt x="15" y="1"/>
                      <a:pt x="15" y="3"/>
                    </a:cubicBezTo>
                    <a:cubicBezTo>
                      <a:pt x="14" y="4"/>
                      <a:pt x="14" y="4"/>
                      <a:pt x="15" y="6"/>
                    </a:cubicBezTo>
                    <a:cubicBezTo>
                      <a:pt x="15" y="8"/>
                      <a:pt x="15" y="7"/>
                      <a:pt x="17" y="7"/>
                    </a:cubicBezTo>
                    <a:cubicBezTo>
                      <a:pt x="18" y="7"/>
                      <a:pt x="19" y="8"/>
                      <a:pt x="20" y="9"/>
                    </a:cubicBezTo>
                    <a:cubicBezTo>
                      <a:pt x="19" y="8"/>
                      <a:pt x="16" y="8"/>
                      <a:pt x="15" y="8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3" y="9"/>
                      <a:pt x="14" y="10"/>
                      <a:pt x="13" y="10"/>
                    </a:cubicBezTo>
                    <a:cubicBezTo>
                      <a:pt x="11" y="11"/>
                      <a:pt x="7" y="6"/>
                      <a:pt x="6" y="10"/>
                    </a:cubicBezTo>
                    <a:cubicBezTo>
                      <a:pt x="7" y="12"/>
                      <a:pt x="8" y="14"/>
                      <a:pt x="6" y="15"/>
                    </a:cubicBezTo>
                    <a:cubicBezTo>
                      <a:pt x="5" y="17"/>
                      <a:pt x="5" y="15"/>
                      <a:pt x="6" y="17"/>
                    </a:cubicBezTo>
                    <a:cubicBezTo>
                      <a:pt x="6" y="22"/>
                      <a:pt x="0" y="20"/>
                      <a:pt x="1" y="22"/>
                    </a:cubicBezTo>
                    <a:cubicBezTo>
                      <a:pt x="1" y="23"/>
                      <a:pt x="2" y="24"/>
                      <a:pt x="2" y="26"/>
                    </a:cubicBezTo>
                    <a:cubicBezTo>
                      <a:pt x="2" y="28"/>
                      <a:pt x="1" y="28"/>
                      <a:pt x="2" y="30"/>
                    </a:cubicBezTo>
                    <a:cubicBezTo>
                      <a:pt x="3" y="31"/>
                      <a:pt x="0" y="33"/>
                      <a:pt x="1" y="33"/>
                    </a:cubicBezTo>
                    <a:cubicBezTo>
                      <a:pt x="3" y="34"/>
                      <a:pt x="2" y="36"/>
                      <a:pt x="3" y="37"/>
                    </a:cubicBezTo>
                    <a:cubicBezTo>
                      <a:pt x="4" y="40"/>
                      <a:pt x="8" y="39"/>
                      <a:pt x="11" y="40"/>
                    </a:cubicBezTo>
                    <a:cubicBezTo>
                      <a:pt x="11" y="40"/>
                      <a:pt x="9" y="48"/>
                      <a:pt x="9" y="49"/>
                    </a:cubicBezTo>
                    <a:cubicBezTo>
                      <a:pt x="13" y="49"/>
                      <a:pt x="15" y="48"/>
                      <a:pt x="19" y="49"/>
                    </a:cubicBezTo>
                    <a:cubicBezTo>
                      <a:pt x="19" y="49"/>
                      <a:pt x="23" y="52"/>
                      <a:pt x="23" y="51"/>
                    </a:cubicBezTo>
                    <a:cubicBezTo>
                      <a:pt x="24" y="49"/>
                      <a:pt x="25" y="49"/>
                      <a:pt x="26" y="50"/>
                    </a:cubicBezTo>
                    <a:cubicBezTo>
                      <a:pt x="27" y="51"/>
                      <a:pt x="32" y="48"/>
                      <a:pt x="33" y="49"/>
                    </a:cubicBezTo>
                    <a:cubicBezTo>
                      <a:pt x="33" y="49"/>
                      <a:pt x="37" y="50"/>
                      <a:pt x="36" y="49"/>
                    </a:cubicBezTo>
                    <a:cubicBezTo>
                      <a:pt x="35" y="46"/>
                      <a:pt x="34" y="46"/>
                      <a:pt x="36" y="45"/>
                    </a:cubicBezTo>
                    <a:cubicBezTo>
                      <a:pt x="38" y="43"/>
                      <a:pt x="38" y="43"/>
                      <a:pt x="40" y="43"/>
                    </a:cubicBezTo>
                    <a:cubicBezTo>
                      <a:pt x="41" y="42"/>
                      <a:pt x="36" y="38"/>
                      <a:pt x="35" y="37"/>
                    </a:cubicBezTo>
                    <a:cubicBezTo>
                      <a:pt x="34" y="37"/>
                      <a:pt x="31" y="32"/>
                      <a:pt x="32" y="31"/>
                    </a:cubicBezTo>
                    <a:cubicBezTo>
                      <a:pt x="36" y="30"/>
                      <a:pt x="38" y="29"/>
                      <a:pt x="41" y="26"/>
                    </a:cubicBezTo>
                    <a:cubicBezTo>
                      <a:pt x="42" y="25"/>
                      <a:pt x="43" y="29"/>
                      <a:pt x="44" y="28"/>
                    </a:cubicBezTo>
                    <a:cubicBezTo>
                      <a:pt x="45" y="27"/>
                      <a:pt x="45" y="25"/>
                      <a:pt x="44" y="24"/>
                    </a:cubicBezTo>
                    <a:cubicBezTo>
                      <a:pt x="44" y="23"/>
                      <a:pt x="44" y="24"/>
                      <a:pt x="44" y="2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7" name="Freeform 656"/>
              <p:cNvSpPr>
                <a:spLocks/>
              </p:cNvSpPr>
              <p:nvPr/>
            </p:nvSpPr>
            <p:spPr bwMode="auto">
              <a:xfrm>
                <a:off x="12712935" y="6322173"/>
                <a:ext cx="831212" cy="493761"/>
              </a:xfrm>
              <a:custGeom>
                <a:avLst/>
                <a:gdLst>
                  <a:gd name="T0" fmla="*/ 0 w 89"/>
                  <a:gd name="T1" fmla="*/ 27 h 53"/>
                  <a:gd name="T2" fmla="*/ 9 w 89"/>
                  <a:gd name="T3" fmla="*/ 30 h 53"/>
                  <a:gd name="T4" fmla="*/ 16 w 89"/>
                  <a:gd name="T5" fmla="*/ 31 h 53"/>
                  <a:gd name="T6" fmla="*/ 22 w 89"/>
                  <a:gd name="T7" fmla="*/ 28 h 53"/>
                  <a:gd name="T8" fmla="*/ 33 w 89"/>
                  <a:gd name="T9" fmla="*/ 30 h 53"/>
                  <a:gd name="T10" fmla="*/ 40 w 89"/>
                  <a:gd name="T11" fmla="*/ 41 h 53"/>
                  <a:gd name="T12" fmla="*/ 44 w 89"/>
                  <a:gd name="T13" fmla="*/ 38 h 53"/>
                  <a:gd name="T14" fmla="*/ 47 w 89"/>
                  <a:gd name="T15" fmla="*/ 41 h 53"/>
                  <a:gd name="T16" fmla="*/ 57 w 89"/>
                  <a:gd name="T17" fmla="*/ 42 h 53"/>
                  <a:gd name="T18" fmla="*/ 51 w 89"/>
                  <a:gd name="T19" fmla="*/ 46 h 53"/>
                  <a:gd name="T20" fmla="*/ 55 w 89"/>
                  <a:gd name="T21" fmla="*/ 49 h 53"/>
                  <a:gd name="T22" fmla="*/ 59 w 89"/>
                  <a:gd name="T23" fmla="*/ 51 h 53"/>
                  <a:gd name="T24" fmla="*/ 67 w 89"/>
                  <a:gd name="T25" fmla="*/ 48 h 53"/>
                  <a:gd name="T26" fmla="*/ 72 w 89"/>
                  <a:gd name="T27" fmla="*/ 46 h 53"/>
                  <a:gd name="T28" fmla="*/ 68 w 89"/>
                  <a:gd name="T29" fmla="*/ 46 h 53"/>
                  <a:gd name="T30" fmla="*/ 63 w 89"/>
                  <a:gd name="T31" fmla="*/ 44 h 53"/>
                  <a:gd name="T32" fmla="*/ 72 w 89"/>
                  <a:gd name="T33" fmla="*/ 38 h 53"/>
                  <a:gd name="T34" fmla="*/ 78 w 89"/>
                  <a:gd name="T35" fmla="*/ 35 h 53"/>
                  <a:gd name="T36" fmla="*/ 84 w 89"/>
                  <a:gd name="T37" fmla="*/ 31 h 53"/>
                  <a:gd name="T38" fmla="*/ 87 w 89"/>
                  <a:gd name="T39" fmla="*/ 28 h 53"/>
                  <a:gd name="T40" fmla="*/ 86 w 89"/>
                  <a:gd name="T41" fmla="*/ 26 h 53"/>
                  <a:gd name="T42" fmla="*/ 88 w 89"/>
                  <a:gd name="T43" fmla="*/ 25 h 53"/>
                  <a:gd name="T44" fmla="*/ 86 w 89"/>
                  <a:gd name="T45" fmla="*/ 24 h 53"/>
                  <a:gd name="T46" fmla="*/ 88 w 89"/>
                  <a:gd name="T47" fmla="*/ 21 h 53"/>
                  <a:gd name="T48" fmla="*/ 85 w 89"/>
                  <a:gd name="T49" fmla="*/ 19 h 53"/>
                  <a:gd name="T50" fmla="*/ 82 w 89"/>
                  <a:gd name="T51" fmla="*/ 18 h 53"/>
                  <a:gd name="T52" fmla="*/ 78 w 89"/>
                  <a:gd name="T53" fmla="*/ 18 h 53"/>
                  <a:gd name="T54" fmla="*/ 75 w 89"/>
                  <a:gd name="T55" fmla="*/ 15 h 53"/>
                  <a:gd name="T56" fmla="*/ 72 w 89"/>
                  <a:gd name="T57" fmla="*/ 17 h 53"/>
                  <a:gd name="T58" fmla="*/ 69 w 89"/>
                  <a:gd name="T59" fmla="*/ 14 h 53"/>
                  <a:gd name="T60" fmla="*/ 65 w 89"/>
                  <a:gd name="T61" fmla="*/ 14 h 53"/>
                  <a:gd name="T62" fmla="*/ 64 w 89"/>
                  <a:gd name="T63" fmla="*/ 10 h 53"/>
                  <a:gd name="T64" fmla="*/ 60 w 89"/>
                  <a:gd name="T65" fmla="*/ 9 h 53"/>
                  <a:gd name="T66" fmla="*/ 60 w 89"/>
                  <a:gd name="T67" fmla="*/ 5 h 53"/>
                  <a:gd name="T68" fmla="*/ 58 w 89"/>
                  <a:gd name="T69" fmla="*/ 2 h 53"/>
                  <a:gd name="T70" fmla="*/ 53 w 89"/>
                  <a:gd name="T71" fmla="*/ 1 h 53"/>
                  <a:gd name="T72" fmla="*/ 47 w 89"/>
                  <a:gd name="T73" fmla="*/ 2 h 53"/>
                  <a:gd name="T74" fmla="*/ 43 w 89"/>
                  <a:gd name="T75" fmla="*/ 3 h 53"/>
                  <a:gd name="T76" fmla="*/ 41 w 89"/>
                  <a:gd name="T77" fmla="*/ 9 h 53"/>
                  <a:gd name="T78" fmla="*/ 38 w 89"/>
                  <a:gd name="T79" fmla="*/ 7 h 53"/>
                  <a:gd name="T80" fmla="*/ 36 w 89"/>
                  <a:gd name="T81" fmla="*/ 8 h 53"/>
                  <a:gd name="T82" fmla="*/ 34 w 89"/>
                  <a:gd name="T83" fmla="*/ 6 h 53"/>
                  <a:gd name="T84" fmla="*/ 31 w 89"/>
                  <a:gd name="T85" fmla="*/ 7 h 53"/>
                  <a:gd name="T86" fmla="*/ 29 w 89"/>
                  <a:gd name="T87" fmla="*/ 6 h 53"/>
                  <a:gd name="T88" fmla="*/ 28 w 89"/>
                  <a:gd name="T89" fmla="*/ 8 h 53"/>
                  <a:gd name="T90" fmla="*/ 21 w 89"/>
                  <a:gd name="T91" fmla="*/ 5 h 53"/>
                  <a:gd name="T92" fmla="*/ 12 w 89"/>
                  <a:gd name="T93" fmla="*/ 4 h 53"/>
                  <a:gd name="T94" fmla="*/ 6 w 89"/>
                  <a:gd name="T95" fmla="*/ 6 h 53"/>
                  <a:gd name="T96" fmla="*/ 9 w 89"/>
                  <a:gd name="T97" fmla="*/ 11 h 53"/>
                  <a:gd name="T98" fmla="*/ 10 w 89"/>
                  <a:gd name="T99" fmla="*/ 14 h 53"/>
                  <a:gd name="T100" fmla="*/ 5 w 89"/>
                  <a:gd name="T101" fmla="*/ 16 h 53"/>
                  <a:gd name="T102" fmla="*/ 2 w 89"/>
                  <a:gd name="T103" fmla="*/ 23 h 53"/>
                  <a:gd name="T104" fmla="*/ 0 w 89"/>
                  <a:gd name="T105" fmla="*/ 27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9" h="53">
                    <a:moveTo>
                      <a:pt x="0" y="27"/>
                    </a:moveTo>
                    <a:cubicBezTo>
                      <a:pt x="0" y="30"/>
                      <a:pt x="7" y="30"/>
                      <a:pt x="9" y="30"/>
                    </a:cubicBezTo>
                    <a:cubicBezTo>
                      <a:pt x="11" y="30"/>
                      <a:pt x="13" y="32"/>
                      <a:pt x="16" y="31"/>
                    </a:cubicBezTo>
                    <a:cubicBezTo>
                      <a:pt x="17" y="29"/>
                      <a:pt x="20" y="28"/>
                      <a:pt x="22" y="28"/>
                    </a:cubicBezTo>
                    <a:cubicBezTo>
                      <a:pt x="25" y="26"/>
                      <a:pt x="31" y="28"/>
                      <a:pt x="33" y="30"/>
                    </a:cubicBezTo>
                    <a:cubicBezTo>
                      <a:pt x="36" y="34"/>
                      <a:pt x="37" y="38"/>
                      <a:pt x="40" y="41"/>
                    </a:cubicBezTo>
                    <a:cubicBezTo>
                      <a:pt x="42" y="40"/>
                      <a:pt x="42" y="39"/>
                      <a:pt x="44" y="38"/>
                    </a:cubicBezTo>
                    <a:cubicBezTo>
                      <a:pt x="46" y="38"/>
                      <a:pt x="46" y="40"/>
                      <a:pt x="47" y="41"/>
                    </a:cubicBezTo>
                    <a:cubicBezTo>
                      <a:pt x="48" y="42"/>
                      <a:pt x="57" y="43"/>
                      <a:pt x="57" y="42"/>
                    </a:cubicBezTo>
                    <a:cubicBezTo>
                      <a:pt x="57" y="43"/>
                      <a:pt x="51" y="45"/>
                      <a:pt x="51" y="46"/>
                    </a:cubicBezTo>
                    <a:cubicBezTo>
                      <a:pt x="52" y="47"/>
                      <a:pt x="56" y="46"/>
                      <a:pt x="55" y="49"/>
                    </a:cubicBezTo>
                    <a:cubicBezTo>
                      <a:pt x="54" y="51"/>
                      <a:pt x="57" y="53"/>
                      <a:pt x="59" y="51"/>
                    </a:cubicBezTo>
                    <a:cubicBezTo>
                      <a:pt x="61" y="50"/>
                      <a:pt x="64" y="48"/>
                      <a:pt x="67" y="48"/>
                    </a:cubicBezTo>
                    <a:cubicBezTo>
                      <a:pt x="70" y="48"/>
                      <a:pt x="71" y="48"/>
                      <a:pt x="72" y="46"/>
                    </a:cubicBezTo>
                    <a:cubicBezTo>
                      <a:pt x="72" y="46"/>
                      <a:pt x="69" y="46"/>
                      <a:pt x="68" y="46"/>
                    </a:cubicBezTo>
                    <a:cubicBezTo>
                      <a:pt x="66" y="46"/>
                      <a:pt x="64" y="47"/>
                      <a:pt x="63" y="44"/>
                    </a:cubicBezTo>
                    <a:cubicBezTo>
                      <a:pt x="60" y="40"/>
                      <a:pt x="70" y="38"/>
                      <a:pt x="72" y="38"/>
                    </a:cubicBezTo>
                    <a:cubicBezTo>
                      <a:pt x="74" y="37"/>
                      <a:pt x="76" y="36"/>
                      <a:pt x="78" y="35"/>
                    </a:cubicBezTo>
                    <a:cubicBezTo>
                      <a:pt x="79" y="33"/>
                      <a:pt x="81" y="31"/>
                      <a:pt x="84" y="31"/>
                    </a:cubicBezTo>
                    <a:cubicBezTo>
                      <a:pt x="85" y="31"/>
                      <a:pt x="87" y="31"/>
                      <a:pt x="87" y="28"/>
                    </a:cubicBezTo>
                    <a:cubicBezTo>
                      <a:pt x="87" y="27"/>
                      <a:pt x="86" y="27"/>
                      <a:pt x="86" y="26"/>
                    </a:cubicBezTo>
                    <a:cubicBezTo>
                      <a:pt x="86" y="25"/>
                      <a:pt x="88" y="25"/>
                      <a:pt x="88" y="25"/>
                    </a:cubicBezTo>
                    <a:cubicBezTo>
                      <a:pt x="88" y="25"/>
                      <a:pt x="86" y="24"/>
                      <a:pt x="86" y="24"/>
                    </a:cubicBezTo>
                    <a:cubicBezTo>
                      <a:pt x="86" y="23"/>
                      <a:pt x="89" y="23"/>
                      <a:pt x="88" y="21"/>
                    </a:cubicBezTo>
                    <a:cubicBezTo>
                      <a:pt x="88" y="21"/>
                      <a:pt x="86" y="20"/>
                      <a:pt x="85" y="19"/>
                    </a:cubicBezTo>
                    <a:cubicBezTo>
                      <a:pt x="84" y="18"/>
                      <a:pt x="83" y="20"/>
                      <a:pt x="82" y="18"/>
                    </a:cubicBezTo>
                    <a:cubicBezTo>
                      <a:pt x="81" y="17"/>
                      <a:pt x="80" y="17"/>
                      <a:pt x="78" y="18"/>
                    </a:cubicBezTo>
                    <a:cubicBezTo>
                      <a:pt x="77" y="18"/>
                      <a:pt x="76" y="15"/>
                      <a:pt x="75" y="15"/>
                    </a:cubicBezTo>
                    <a:cubicBezTo>
                      <a:pt x="74" y="14"/>
                      <a:pt x="73" y="16"/>
                      <a:pt x="72" y="17"/>
                    </a:cubicBezTo>
                    <a:cubicBezTo>
                      <a:pt x="71" y="17"/>
                      <a:pt x="70" y="14"/>
                      <a:pt x="69" y="14"/>
                    </a:cubicBezTo>
                    <a:cubicBezTo>
                      <a:pt x="68" y="14"/>
                      <a:pt x="65" y="15"/>
                      <a:pt x="65" y="14"/>
                    </a:cubicBezTo>
                    <a:cubicBezTo>
                      <a:pt x="65" y="13"/>
                      <a:pt x="65" y="11"/>
                      <a:pt x="64" y="10"/>
                    </a:cubicBezTo>
                    <a:cubicBezTo>
                      <a:pt x="63" y="9"/>
                      <a:pt x="61" y="10"/>
                      <a:pt x="60" y="9"/>
                    </a:cubicBezTo>
                    <a:cubicBezTo>
                      <a:pt x="59" y="8"/>
                      <a:pt x="58" y="6"/>
                      <a:pt x="60" y="5"/>
                    </a:cubicBezTo>
                    <a:cubicBezTo>
                      <a:pt x="61" y="5"/>
                      <a:pt x="59" y="2"/>
                      <a:pt x="58" y="2"/>
                    </a:cubicBezTo>
                    <a:cubicBezTo>
                      <a:pt x="57" y="1"/>
                      <a:pt x="54" y="2"/>
                      <a:pt x="53" y="1"/>
                    </a:cubicBezTo>
                    <a:cubicBezTo>
                      <a:pt x="50" y="0"/>
                      <a:pt x="50" y="6"/>
                      <a:pt x="47" y="2"/>
                    </a:cubicBezTo>
                    <a:cubicBezTo>
                      <a:pt x="46" y="2"/>
                      <a:pt x="44" y="3"/>
                      <a:pt x="43" y="3"/>
                    </a:cubicBezTo>
                    <a:cubicBezTo>
                      <a:pt x="41" y="4"/>
                      <a:pt x="42" y="9"/>
                      <a:pt x="41" y="9"/>
                    </a:cubicBezTo>
                    <a:cubicBezTo>
                      <a:pt x="40" y="9"/>
                      <a:pt x="39" y="7"/>
                      <a:pt x="38" y="7"/>
                    </a:cubicBezTo>
                    <a:cubicBezTo>
                      <a:pt x="38" y="7"/>
                      <a:pt x="37" y="8"/>
                      <a:pt x="36" y="8"/>
                    </a:cubicBezTo>
                    <a:cubicBezTo>
                      <a:pt x="35" y="8"/>
                      <a:pt x="34" y="7"/>
                      <a:pt x="34" y="6"/>
                    </a:cubicBezTo>
                    <a:cubicBezTo>
                      <a:pt x="34" y="5"/>
                      <a:pt x="32" y="7"/>
                      <a:pt x="31" y="7"/>
                    </a:cubicBezTo>
                    <a:cubicBezTo>
                      <a:pt x="30" y="7"/>
                      <a:pt x="30" y="6"/>
                      <a:pt x="29" y="6"/>
                    </a:cubicBezTo>
                    <a:cubicBezTo>
                      <a:pt x="28" y="6"/>
                      <a:pt x="28" y="7"/>
                      <a:pt x="28" y="8"/>
                    </a:cubicBezTo>
                    <a:cubicBezTo>
                      <a:pt x="28" y="8"/>
                      <a:pt x="21" y="5"/>
                      <a:pt x="21" y="5"/>
                    </a:cubicBezTo>
                    <a:cubicBezTo>
                      <a:pt x="18" y="4"/>
                      <a:pt x="15" y="4"/>
                      <a:pt x="12" y="4"/>
                    </a:cubicBezTo>
                    <a:cubicBezTo>
                      <a:pt x="10" y="4"/>
                      <a:pt x="9" y="6"/>
                      <a:pt x="6" y="6"/>
                    </a:cubicBezTo>
                    <a:cubicBezTo>
                      <a:pt x="6" y="9"/>
                      <a:pt x="9" y="9"/>
                      <a:pt x="9" y="11"/>
                    </a:cubicBezTo>
                    <a:cubicBezTo>
                      <a:pt x="9" y="12"/>
                      <a:pt x="10" y="13"/>
                      <a:pt x="10" y="14"/>
                    </a:cubicBezTo>
                    <a:cubicBezTo>
                      <a:pt x="9" y="15"/>
                      <a:pt x="6" y="15"/>
                      <a:pt x="5" y="16"/>
                    </a:cubicBezTo>
                    <a:cubicBezTo>
                      <a:pt x="2" y="18"/>
                      <a:pt x="3" y="20"/>
                      <a:pt x="2" y="23"/>
                    </a:cubicBezTo>
                    <a:cubicBezTo>
                      <a:pt x="2" y="25"/>
                      <a:pt x="1" y="26"/>
                      <a:pt x="0" y="2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8" name="Freeform 657"/>
              <p:cNvSpPr>
                <a:spLocks/>
              </p:cNvSpPr>
              <p:nvPr/>
            </p:nvSpPr>
            <p:spPr bwMode="auto">
              <a:xfrm>
                <a:off x="12451788" y="6506933"/>
                <a:ext cx="280256" cy="114679"/>
              </a:xfrm>
              <a:custGeom>
                <a:avLst/>
                <a:gdLst>
                  <a:gd name="T0" fmla="*/ 30 w 30"/>
                  <a:gd name="T1" fmla="*/ 4 h 12"/>
                  <a:gd name="T2" fmla="*/ 22 w 30"/>
                  <a:gd name="T3" fmla="*/ 0 h 12"/>
                  <a:gd name="T4" fmla="*/ 17 w 30"/>
                  <a:gd name="T5" fmla="*/ 0 h 12"/>
                  <a:gd name="T6" fmla="*/ 14 w 30"/>
                  <a:gd name="T7" fmla="*/ 1 h 12"/>
                  <a:gd name="T8" fmla="*/ 11 w 30"/>
                  <a:gd name="T9" fmla="*/ 0 h 12"/>
                  <a:gd name="T10" fmla="*/ 8 w 30"/>
                  <a:gd name="T11" fmla="*/ 3 h 12"/>
                  <a:gd name="T12" fmla="*/ 3 w 30"/>
                  <a:gd name="T13" fmla="*/ 9 h 12"/>
                  <a:gd name="T14" fmla="*/ 11 w 30"/>
                  <a:gd name="T15" fmla="*/ 11 h 12"/>
                  <a:gd name="T16" fmla="*/ 13 w 30"/>
                  <a:gd name="T17" fmla="*/ 9 h 12"/>
                  <a:gd name="T18" fmla="*/ 18 w 30"/>
                  <a:gd name="T19" fmla="*/ 9 h 12"/>
                  <a:gd name="T20" fmla="*/ 19 w 30"/>
                  <a:gd name="T21" fmla="*/ 6 h 12"/>
                  <a:gd name="T22" fmla="*/ 24 w 30"/>
                  <a:gd name="T23" fmla="*/ 7 h 12"/>
                  <a:gd name="T24" fmla="*/ 28 w 30"/>
                  <a:gd name="T25" fmla="*/ 7 h 12"/>
                  <a:gd name="T26" fmla="*/ 30 w 30"/>
                  <a:gd name="T27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0" h="12">
                    <a:moveTo>
                      <a:pt x="30" y="4"/>
                    </a:moveTo>
                    <a:cubicBezTo>
                      <a:pt x="27" y="2"/>
                      <a:pt x="26" y="0"/>
                      <a:pt x="22" y="0"/>
                    </a:cubicBezTo>
                    <a:cubicBezTo>
                      <a:pt x="20" y="0"/>
                      <a:pt x="19" y="0"/>
                      <a:pt x="17" y="0"/>
                    </a:cubicBezTo>
                    <a:cubicBezTo>
                      <a:pt x="15" y="0"/>
                      <a:pt x="15" y="1"/>
                      <a:pt x="14" y="1"/>
                    </a:cubicBezTo>
                    <a:cubicBezTo>
                      <a:pt x="13" y="1"/>
                      <a:pt x="12" y="0"/>
                      <a:pt x="11" y="0"/>
                    </a:cubicBezTo>
                    <a:cubicBezTo>
                      <a:pt x="10" y="1"/>
                      <a:pt x="9" y="2"/>
                      <a:pt x="8" y="3"/>
                    </a:cubicBezTo>
                    <a:cubicBezTo>
                      <a:pt x="6" y="5"/>
                      <a:pt x="0" y="4"/>
                      <a:pt x="3" y="9"/>
                    </a:cubicBezTo>
                    <a:cubicBezTo>
                      <a:pt x="4" y="11"/>
                      <a:pt x="8" y="12"/>
                      <a:pt x="11" y="11"/>
                    </a:cubicBezTo>
                    <a:cubicBezTo>
                      <a:pt x="12" y="11"/>
                      <a:pt x="12" y="9"/>
                      <a:pt x="13" y="9"/>
                    </a:cubicBezTo>
                    <a:cubicBezTo>
                      <a:pt x="15" y="9"/>
                      <a:pt x="17" y="9"/>
                      <a:pt x="18" y="9"/>
                    </a:cubicBezTo>
                    <a:cubicBezTo>
                      <a:pt x="19" y="9"/>
                      <a:pt x="19" y="7"/>
                      <a:pt x="19" y="6"/>
                    </a:cubicBezTo>
                    <a:cubicBezTo>
                      <a:pt x="20" y="5"/>
                      <a:pt x="23" y="7"/>
                      <a:pt x="24" y="7"/>
                    </a:cubicBezTo>
                    <a:cubicBezTo>
                      <a:pt x="25" y="7"/>
                      <a:pt x="27" y="7"/>
                      <a:pt x="28" y="7"/>
                    </a:cubicBezTo>
                    <a:cubicBezTo>
                      <a:pt x="29" y="7"/>
                      <a:pt x="29" y="5"/>
                      <a:pt x="30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59" name="Freeform 658"/>
              <p:cNvSpPr>
                <a:spLocks/>
              </p:cNvSpPr>
              <p:nvPr/>
            </p:nvSpPr>
            <p:spPr bwMode="auto">
              <a:xfrm>
                <a:off x="12760703" y="6086441"/>
                <a:ext cx="439491" cy="328114"/>
              </a:xfrm>
              <a:custGeom>
                <a:avLst/>
                <a:gdLst>
                  <a:gd name="T0" fmla="*/ 11 w 47"/>
                  <a:gd name="T1" fmla="*/ 29 h 35"/>
                  <a:gd name="T2" fmla="*/ 18 w 47"/>
                  <a:gd name="T3" fmla="*/ 30 h 35"/>
                  <a:gd name="T4" fmla="*/ 23 w 47"/>
                  <a:gd name="T5" fmla="*/ 33 h 35"/>
                  <a:gd name="T6" fmla="*/ 25 w 47"/>
                  <a:gd name="T7" fmla="*/ 31 h 35"/>
                  <a:gd name="T8" fmla="*/ 29 w 47"/>
                  <a:gd name="T9" fmla="*/ 32 h 35"/>
                  <a:gd name="T10" fmla="*/ 33 w 47"/>
                  <a:gd name="T11" fmla="*/ 32 h 35"/>
                  <a:gd name="T12" fmla="*/ 36 w 47"/>
                  <a:gd name="T13" fmla="*/ 33 h 35"/>
                  <a:gd name="T14" fmla="*/ 38 w 47"/>
                  <a:gd name="T15" fmla="*/ 28 h 35"/>
                  <a:gd name="T16" fmla="*/ 42 w 47"/>
                  <a:gd name="T17" fmla="*/ 27 h 35"/>
                  <a:gd name="T18" fmla="*/ 40 w 47"/>
                  <a:gd name="T19" fmla="*/ 22 h 35"/>
                  <a:gd name="T20" fmla="*/ 44 w 47"/>
                  <a:gd name="T21" fmla="*/ 21 h 35"/>
                  <a:gd name="T22" fmla="*/ 45 w 47"/>
                  <a:gd name="T23" fmla="*/ 17 h 35"/>
                  <a:gd name="T24" fmla="*/ 42 w 47"/>
                  <a:gd name="T25" fmla="*/ 15 h 35"/>
                  <a:gd name="T26" fmla="*/ 39 w 47"/>
                  <a:gd name="T27" fmla="*/ 11 h 35"/>
                  <a:gd name="T28" fmla="*/ 38 w 47"/>
                  <a:gd name="T29" fmla="*/ 6 h 35"/>
                  <a:gd name="T30" fmla="*/ 35 w 47"/>
                  <a:gd name="T31" fmla="*/ 2 h 35"/>
                  <a:gd name="T32" fmla="*/ 33 w 47"/>
                  <a:gd name="T33" fmla="*/ 2 h 35"/>
                  <a:gd name="T34" fmla="*/ 30 w 47"/>
                  <a:gd name="T35" fmla="*/ 1 h 35"/>
                  <a:gd name="T36" fmla="*/ 28 w 47"/>
                  <a:gd name="T37" fmla="*/ 2 h 35"/>
                  <a:gd name="T38" fmla="*/ 25 w 47"/>
                  <a:gd name="T39" fmla="*/ 0 h 35"/>
                  <a:gd name="T40" fmla="*/ 22 w 47"/>
                  <a:gd name="T41" fmla="*/ 2 h 35"/>
                  <a:gd name="T42" fmla="*/ 17 w 47"/>
                  <a:gd name="T43" fmla="*/ 3 h 35"/>
                  <a:gd name="T44" fmla="*/ 17 w 47"/>
                  <a:gd name="T45" fmla="*/ 6 h 35"/>
                  <a:gd name="T46" fmla="*/ 13 w 47"/>
                  <a:gd name="T47" fmla="*/ 9 h 35"/>
                  <a:gd name="T48" fmla="*/ 12 w 47"/>
                  <a:gd name="T49" fmla="*/ 13 h 35"/>
                  <a:gd name="T50" fmla="*/ 8 w 47"/>
                  <a:gd name="T51" fmla="*/ 14 h 35"/>
                  <a:gd name="T52" fmla="*/ 1 w 47"/>
                  <a:gd name="T53" fmla="*/ 16 h 35"/>
                  <a:gd name="T54" fmla="*/ 2 w 47"/>
                  <a:gd name="T55" fmla="*/ 24 h 35"/>
                  <a:gd name="T56" fmla="*/ 1 w 47"/>
                  <a:gd name="T57" fmla="*/ 27 h 35"/>
                  <a:gd name="T58" fmla="*/ 1 w 47"/>
                  <a:gd name="T59" fmla="*/ 31 h 35"/>
                  <a:gd name="T60" fmla="*/ 5 w 47"/>
                  <a:gd name="T61" fmla="*/ 30 h 35"/>
                  <a:gd name="T62" fmla="*/ 11 w 47"/>
                  <a:gd name="T63" fmla="*/ 2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7" h="35">
                    <a:moveTo>
                      <a:pt x="11" y="29"/>
                    </a:moveTo>
                    <a:cubicBezTo>
                      <a:pt x="14" y="29"/>
                      <a:pt x="16" y="30"/>
                      <a:pt x="18" y="30"/>
                    </a:cubicBezTo>
                    <a:cubicBezTo>
                      <a:pt x="18" y="30"/>
                      <a:pt x="23" y="33"/>
                      <a:pt x="23" y="33"/>
                    </a:cubicBezTo>
                    <a:cubicBezTo>
                      <a:pt x="23" y="32"/>
                      <a:pt x="24" y="29"/>
                      <a:pt x="25" y="31"/>
                    </a:cubicBezTo>
                    <a:cubicBezTo>
                      <a:pt x="27" y="34"/>
                      <a:pt x="28" y="29"/>
                      <a:pt x="29" y="32"/>
                    </a:cubicBezTo>
                    <a:cubicBezTo>
                      <a:pt x="30" y="34"/>
                      <a:pt x="32" y="32"/>
                      <a:pt x="33" y="32"/>
                    </a:cubicBezTo>
                    <a:cubicBezTo>
                      <a:pt x="34" y="31"/>
                      <a:pt x="36" y="35"/>
                      <a:pt x="36" y="33"/>
                    </a:cubicBezTo>
                    <a:cubicBezTo>
                      <a:pt x="37" y="31"/>
                      <a:pt x="36" y="29"/>
                      <a:pt x="38" y="28"/>
                    </a:cubicBezTo>
                    <a:cubicBezTo>
                      <a:pt x="39" y="28"/>
                      <a:pt x="41" y="27"/>
                      <a:pt x="42" y="27"/>
                    </a:cubicBezTo>
                    <a:cubicBezTo>
                      <a:pt x="41" y="26"/>
                      <a:pt x="40" y="24"/>
                      <a:pt x="40" y="22"/>
                    </a:cubicBezTo>
                    <a:cubicBezTo>
                      <a:pt x="40" y="20"/>
                      <a:pt x="42" y="22"/>
                      <a:pt x="44" y="21"/>
                    </a:cubicBezTo>
                    <a:cubicBezTo>
                      <a:pt x="46" y="21"/>
                      <a:pt x="47" y="19"/>
                      <a:pt x="45" y="17"/>
                    </a:cubicBezTo>
                    <a:cubicBezTo>
                      <a:pt x="44" y="16"/>
                      <a:pt x="43" y="17"/>
                      <a:pt x="42" y="15"/>
                    </a:cubicBezTo>
                    <a:cubicBezTo>
                      <a:pt x="41" y="14"/>
                      <a:pt x="40" y="13"/>
                      <a:pt x="39" y="11"/>
                    </a:cubicBezTo>
                    <a:cubicBezTo>
                      <a:pt x="38" y="10"/>
                      <a:pt x="38" y="8"/>
                      <a:pt x="38" y="6"/>
                    </a:cubicBezTo>
                    <a:cubicBezTo>
                      <a:pt x="39" y="4"/>
                      <a:pt x="36" y="2"/>
                      <a:pt x="35" y="2"/>
                    </a:cubicBezTo>
                    <a:cubicBezTo>
                      <a:pt x="34" y="1"/>
                      <a:pt x="34" y="2"/>
                      <a:pt x="33" y="2"/>
                    </a:cubicBezTo>
                    <a:cubicBezTo>
                      <a:pt x="31" y="3"/>
                      <a:pt x="31" y="2"/>
                      <a:pt x="30" y="1"/>
                    </a:cubicBezTo>
                    <a:cubicBezTo>
                      <a:pt x="29" y="0"/>
                      <a:pt x="29" y="2"/>
                      <a:pt x="28" y="2"/>
                    </a:cubicBezTo>
                    <a:cubicBezTo>
                      <a:pt x="27" y="2"/>
                      <a:pt x="25" y="0"/>
                      <a:pt x="25" y="0"/>
                    </a:cubicBezTo>
                    <a:cubicBezTo>
                      <a:pt x="23" y="0"/>
                      <a:pt x="23" y="2"/>
                      <a:pt x="22" y="2"/>
                    </a:cubicBezTo>
                    <a:cubicBezTo>
                      <a:pt x="20" y="3"/>
                      <a:pt x="19" y="3"/>
                      <a:pt x="17" y="3"/>
                    </a:cubicBezTo>
                    <a:cubicBezTo>
                      <a:pt x="16" y="4"/>
                      <a:pt x="17" y="6"/>
                      <a:pt x="17" y="6"/>
                    </a:cubicBezTo>
                    <a:cubicBezTo>
                      <a:pt x="16" y="8"/>
                      <a:pt x="13" y="7"/>
                      <a:pt x="13" y="9"/>
                    </a:cubicBezTo>
                    <a:cubicBezTo>
                      <a:pt x="12" y="10"/>
                      <a:pt x="12" y="11"/>
                      <a:pt x="12" y="13"/>
                    </a:cubicBezTo>
                    <a:cubicBezTo>
                      <a:pt x="12" y="14"/>
                      <a:pt x="9" y="14"/>
                      <a:pt x="8" y="14"/>
                    </a:cubicBezTo>
                    <a:cubicBezTo>
                      <a:pt x="5" y="15"/>
                      <a:pt x="4" y="16"/>
                      <a:pt x="1" y="16"/>
                    </a:cubicBezTo>
                    <a:cubicBezTo>
                      <a:pt x="2" y="19"/>
                      <a:pt x="5" y="21"/>
                      <a:pt x="2" y="24"/>
                    </a:cubicBezTo>
                    <a:cubicBezTo>
                      <a:pt x="0" y="25"/>
                      <a:pt x="0" y="26"/>
                      <a:pt x="1" y="27"/>
                    </a:cubicBezTo>
                    <a:cubicBezTo>
                      <a:pt x="3" y="28"/>
                      <a:pt x="1" y="30"/>
                      <a:pt x="1" y="31"/>
                    </a:cubicBezTo>
                    <a:cubicBezTo>
                      <a:pt x="3" y="31"/>
                      <a:pt x="4" y="31"/>
                      <a:pt x="5" y="30"/>
                    </a:cubicBezTo>
                    <a:cubicBezTo>
                      <a:pt x="7" y="29"/>
                      <a:pt x="10" y="29"/>
                      <a:pt x="11" y="2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0" name="Freeform 659"/>
              <p:cNvSpPr>
                <a:spLocks/>
              </p:cNvSpPr>
              <p:nvPr/>
            </p:nvSpPr>
            <p:spPr bwMode="auto">
              <a:xfrm>
                <a:off x="12658794" y="6067328"/>
                <a:ext cx="270700" cy="178393"/>
              </a:xfrm>
              <a:custGeom>
                <a:avLst/>
                <a:gdLst>
                  <a:gd name="T0" fmla="*/ 16 w 29"/>
                  <a:gd name="T1" fmla="*/ 18 h 19"/>
                  <a:gd name="T2" fmla="*/ 23 w 29"/>
                  <a:gd name="T3" fmla="*/ 15 h 19"/>
                  <a:gd name="T4" fmla="*/ 23 w 29"/>
                  <a:gd name="T5" fmla="*/ 12 h 19"/>
                  <a:gd name="T6" fmla="*/ 27 w 29"/>
                  <a:gd name="T7" fmla="*/ 9 h 19"/>
                  <a:gd name="T8" fmla="*/ 26 w 29"/>
                  <a:gd name="T9" fmla="*/ 4 h 19"/>
                  <a:gd name="T10" fmla="*/ 19 w 29"/>
                  <a:gd name="T11" fmla="*/ 1 h 19"/>
                  <a:gd name="T12" fmla="*/ 10 w 29"/>
                  <a:gd name="T13" fmla="*/ 1 h 19"/>
                  <a:gd name="T14" fmla="*/ 0 w 29"/>
                  <a:gd name="T15" fmla="*/ 4 h 19"/>
                  <a:gd name="T16" fmla="*/ 1 w 29"/>
                  <a:gd name="T17" fmla="*/ 6 h 19"/>
                  <a:gd name="T18" fmla="*/ 2 w 29"/>
                  <a:gd name="T19" fmla="*/ 9 h 19"/>
                  <a:gd name="T20" fmla="*/ 5 w 29"/>
                  <a:gd name="T21" fmla="*/ 10 h 19"/>
                  <a:gd name="T22" fmla="*/ 9 w 29"/>
                  <a:gd name="T23" fmla="*/ 11 h 19"/>
                  <a:gd name="T24" fmla="*/ 8 w 29"/>
                  <a:gd name="T25" fmla="*/ 15 h 19"/>
                  <a:gd name="T26" fmla="*/ 12 w 29"/>
                  <a:gd name="T27" fmla="*/ 18 h 19"/>
                  <a:gd name="T28" fmla="*/ 16 w 29"/>
                  <a:gd name="T29" fmla="*/ 18 h 19"/>
                  <a:gd name="T30" fmla="*/ 16 w 29"/>
                  <a:gd name="T31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19">
                    <a:moveTo>
                      <a:pt x="16" y="18"/>
                    </a:moveTo>
                    <a:cubicBezTo>
                      <a:pt x="18" y="16"/>
                      <a:pt x="21" y="16"/>
                      <a:pt x="23" y="15"/>
                    </a:cubicBezTo>
                    <a:cubicBezTo>
                      <a:pt x="23" y="14"/>
                      <a:pt x="23" y="13"/>
                      <a:pt x="23" y="12"/>
                    </a:cubicBezTo>
                    <a:cubicBezTo>
                      <a:pt x="24" y="10"/>
                      <a:pt x="25" y="10"/>
                      <a:pt x="27" y="9"/>
                    </a:cubicBezTo>
                    <a:cubicBezTo>
                      <a:pt x="29" y="8"/>
                      <a:pt x="28" y="5"/>
                      <a:pt x="26" y="4"/>
                    </a:cubicBezTo>
                    <a:cubicBezTo>
                      <a:pt x="24" y="3"/>
                      <a:pt x="22" y="2"/>
                      <a:pt x="19" y="1"/>
                    </a:cubicBezTo>
                    <a:cubicBezTo>
                      <a:pt x="17" y="0"/>
                      <a:pt x="13" y="1"/>
                      <a:pt x="10" y="1"/>
                    </a:cubicBezTo>
                    <a:cubicBezTo>
                      <a:pt x="8" y="1"/>
                      <a:pt x="0" y="0"/>
                      <a:pt x="0" y="4"/>
                    </a:cubicBezTo>
                    <a:cubicBezTo>
                      <a:pt x="0" y="4"/>
                      <a:pt x="1" y="5"/>
                      <a:pt x="1" y="6"/>
                    </a:cubicBezTo>
                    <a:cubicBezTo>
                      <a:pt x="2" y="7"/>
                      <a:pt x="1" y="8"/>
                      <a:pt x="2" y="9"/>
                    </a:cubicBezTo>
                    <a:cubicBezTo>
                      <a:pt x="3" y="9"/>
                      <a:pt x="4" y="11"/>
                      <a:pt x="5" y="10"/>
                    </a:cubicBezTo>
                    <a:cubicBezTo>
                      <a:pt x="7" y="10"/>
                      <a:pt x="9" y="9"/>
                      <a:pt x="9" y="11"/>
                    </a:cubicBezTo>
                    <a:cubicBezTo>
                      <a:pt x="9" y="12"/>
                      <a:pt x="9" y="14"/>
                      <a:pt x="8" y="15"/>
                    </a:cubicBezTo>
                    <a:cubicBezTo>
                      <a:pt x="11" y="15"/>
                      <a:pt x="11" y="15"/>
                      <a:pt x="12" y="18"/>
                    </a:cubicBezTo>
                    <a:cubicBezTo>
                      <a:pt x="13" y="18"/>
                      <a:pt x="16" y="18"/>
                      <a:pt x="16" y="18"/>
                    </a:cubicBezTo>
                    <a:cubicBezTo>
                      <a:pt x="17" y="17"/>
                      <a:pt x="15" y="19"/>
                      <a:pt x="16" y="1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1" name="Freeform 660"/>
              <p:cNvSpPr>
                <a:spLocks/>
              </p:cNvSpPr>
              <p:nvPr/>
            </p:nvSpPr>
            <p:spPr bwMode="auto">
              <a:xfrm>
                <a:off x="12658794" y="5955834"/>
                <a:ext cx="334397" cy="168837"/>
              </a:xfrm>
              <a:custGeom>
                <a:avLst/>
                <a:gdLst>
                  <a:gd name="T0" fmla="*/ 11 w 36"/>
                  <a:gd name="T1" fmla="*/ 13 h 18"/>
                  <a:gd name="T2" fmla="*/ 19 w 36"/>
                  <a:gd name="T3" fmla="*/ 12 h 18"/>
                  <a:gd name="T4" fmla="*/ 25 w 36"/>
                  <a:gd name="T5" fmla="*/ 15 h 18"/>
                  <a:gd name="T6" fmla="*/ 29 w 36"/>
                  <a:gd name="T7" fmla="*/ 17 h 18"/>
                  <a:gd name="T8" fmla="*/ 33 w 36"/>
                  <a:gd name="T9" fmla="*/ 16 h 18"/>
                  <a:gd name="T10" fmla="*/ 36 w 36"/>
                  <a:gd name="T11" fmla="*/ 14 h 18"/>
                  <a:gd name="T12" fmla="*/ 34 w 36"/>
                  <a:gd name="T13" fmla="*/ 8 h 18"/>
                  <a:gd name="T14" fmla="*/ 31 w 36"/>
                  <a:gd name="T15" fmla="*/ 4 h 18"/>
                  <a:gd name="T16" fmla="*/ 25 w 36"/>
                  <a:gd name="T17" fmla="*/ 3 h 18"/>
                  <a:gd name="T18" fmla="*/ 18 w 36"/>
                  <a:gd name="T19" fmla="*/ 1 h 18"/>
                  <a:gd name="T20" fmla="*/ 17 w 36"/>
                  <a:gd name="T21" fmla="*/ 5 h 18"/>
                  <a:gd name="T22" fmla="*/ 15 w 36"/>
                  <a:gd name="T23" fmla="*/ 7 h 18"/>
                  <a:gd name="T24" fmla="*/ 8 w 36"/>
                  <a:gd name="T25" fmla="*/ 4 h 18"/>
                  <a:gd name="T26" fmla="*/ 0 w 36"/>
                  <a:gd name="T27" fmla="*/ 15 h 18"/>
                  <a:gd name="T28" fmla="*/ 11 w 36"/>
                  <a:gd name="T29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" h="18">
                    <a:moveTo>
                      <a:pt x="11" y="13"/>
                    </a:moveTo>
                    <a:cubicBezTo>
                      <a:pt x="14" y="13"/>
                      <a:pt x="16" y="12"/>
                      <a:pt x="19" y="12"/>
                    </a:cubicBezTo>
                    <a:cubicBezTo>
                      <a:pt x="20" y="12"/>
                      <a:pt x="24" y="14"/>
                      <a:pt x="25" y="15"/>
                    </a:cubicBezTo>
                    <a:cubicBezTo>
                      <a:pt x="26" y="16"/>
                      <a:pt x="27" y="18"/>
                      <a:pt x="29" y="17"/>
                    </a:cubicBezTo>
                    <a:cubicBezTo>
                      <a:pt x="30" y="17"/>
                      <a:pt x="31" y="16"/>
                      <a:pt x="33" y="16"/>
                    </a:cubicBezTo>
                    <a:cubicBezTo>
                      <a:pt x="34" y="16"/>
                      <a:pt x="34" y="14"/>
                      <a:pt x="36" y="14"/>
                    </a:cubicBezTo>
                    <a:cubicBezTo>
                      <a:pt x="35" y="12"/>
                      <a:pt x="33" y="9"/>
                      <a:pt x="34" y="8"/>
                    </a:cubicBezTo>
                    <a:cubicBezTo>
                      <a:pt x="35" y="6"/>
                      <a:pt x="32" y="4"/>
                      <a:pt x="31" y="4"/>
                    </a:cubicBezTo>
                    <a:cubicBezTo>
                      <a:pt x="29" y="3"/>
                      <a:pt x="27" y="5"/>
                      <a:pt x="25" y="3"/>
                    </a:cubicBezTo>
                    <a:cubicBezTo>
                      <a:pt x="22" y="1"/>
                      <a:pt x="21" y="0"/>
                      <a:pt x="18" y="1"/>
                    </a:cubicBezTo>
                    <a:cubicBezTo>
                      <a:pt x="16" y="2"/>
                      <a:pt x="17" y="3"/>
                      <a:pt x="17" y="5"/>
                    </a:cubicBezTo>
                    <a:cubicBezTo>
                      <a:pt x="16" y="6"/>
                      <a:pt x="16" y="7"/>
                      <a:pt x="15" y="7"/>
                    </a:cubicBezTo>
                    <a:cubicBezTo>
                      <a:pt x="12" y="9"/>
                      <a:pt x="10" y="5"/>
                      <a:pt x="8" y="4"/>
                    </a:cubicBezTo>
                    <a:cubicBezTo>
                      <a:pt x="3" y="0"/>
                      <a:pt x="0" y="11"/>
                      <a:pt x="0" y="15"/>
                    </a:cubicBezTo>
                    <a:cubicBezTo>
                      <a:pt x="4" y="13"/>
                      <a:pt x="7" y="13"/>
                      <a:pt x="11" y="1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2" name="Freeform 661"/>
              <p:cNvSpPr>
                <a:spLocks/>
              </p:cNvSpPr>
              <p:nvPr/>
            </p:nvSpPr>
            <p:spPr bwMode="auto">
              <a:xfrm>
                <a:off x="12760703" y="5853898"/>
                <a:ext cx="222932" cy="140163"/>
              </a:xfrm>
              <a:custGeom>
                <a:avLst/>
                <a:gdLst>
                  <a:gd name="T0" fmla="*/ 16 w 24"/>
                  <a:gd name="T1" fmla="*/ 15 h 15"/>
                  <a:gd name="T2" fmla="*/ 20 w 24"/>
                  <a:gd name="T3" fmla="*/ 15 h 15"/>
                  <a:gd name="T4" fmla="*/ 22 w 24"/>
                  <a:gd name="T5" fmla="*/ 13 h 15"/>
                  <a:gd name="T6" fmla="*/ 22 w 24"/>
                  <a:gd name="T7" fmla="*/ 10 h 15"/>
                  <a:gd name="T8" fmla="*/ 21 w 24"/>
                  <a:gd name="T9" fmla="*/ 5 h 15"/>
                  <a:gd name="T10" fmla="*/ 24 w 24"/>
                  <a:gd name="T11" fmla="*/ 0 h 15"/>
                  <a:gd name="T12" fmla="*/ 12 w 24"/>
                  <a:gd name="T13" fmla="*/ 0 h 15"/>
                  <a:gd name="T14" fmla="*/ 6 w 24"/>
                  <a:gd name="T15" fmla="*/ 1 h 15"/>
                  <a:gd name="T16" fmla="*/ 0 w 24"/>
                  <a:gd name="T17" fmla="*/ 5 h 15"/>
                  <a:gd name="T18" fmla="*/ 2 w 24"/>
                  <a:gd name="T19" fmla="*/ 6 h 15"/>
                  <a:gd name="T20" fmla="*/ 2 w 24"/>
                  <a:gd name="T21" fmla="*/ 8 h 15"/>
                  <a:gd name="T22" fmla="*/ 7 w 24"/>
                  <a:gd name="T23" fmla="*/ 9 h 15"/>
                  <a:gd name="T24" fmla="*/ 6 w 24"/>
                  <a:gd name="T25" fmla="*/ 13 h 15"/>
                  <a:gd name="T26" fmla="*/ 11 w 24"/>
                  <a:gd name="T27" fmla="*/ 12 h 15"/>
                  <a:gd name="T28" fmla="*/ 16 w 24"/>
                  <a:gd name="T2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15">
                    <a:moveTo>
                      <a:pt x="16" y="15"/>
                    </a:moveTo>
                    <a:cubicBezTo>
                      <a:pt x="17" y="15"/>
                      <a:pt x="19" y="15"/>
                      <a:pt x="20" y="15"/>
                    </a:cubicBezTo>
                    <a:cubicBezTo>
                      <a:pt x="20" y="14"/>
                      <a:pt x="22" y="14"/>
                      <a:pt x="22" y="13"/>
                    </a:cubicBezTo>
                    <a:cubicBezTo>
                      <a:pt x="22" y="12"/>
                      <a:pt x="22" y="11"/>
                      <a:pt x="22" y="10"/>
                    </a:cubicBezTo>
                    <a:cubicBezTo>
                      <a:pt x="21" y="8"/>
                      <a:pt x="20" y="7"/>
                      <a:pt x="21" y="5"/>
                    </a:cubicBezTo>
                    <a:cubicBezTo>
                      <a:pt x="23" y="4"/>
                      <a:pt x="24" y="2"/>
                      <a:pt x="24" y="0"/>
                    </a:cubicBezTo>
                    <a:cubicBezTo>
                      <a:pt x="22" y="3"/>
                      <a:pt x="15" y="0"/>
                      <a:pt x="12" y="0"/>
                    </a:cubicBezTo>
                    <a:cubicBezTo>
                      <a:pt x="10" y="0"/>
                      <a:pt x="8" y="0"/>
                      <a:pt x="6" y="1"/>
                    </a:cubicBezTo>
                    <a:cubicBezTo>
                      <a:pt x="5" y="1"/>
                      <a:pt x="0" y="5"/>
                      <a:pt x="0" y="5"/>
                    </a:cubicBezTo>
                    <a:cubicBezTo>
                      <a:pt x="0" y="6"/>
                      <a:pt x="3" y="5"/>
                      <a:pt x="2" y="6"/>
                    </a:cubicBezTo>
                    <a:cubicBezTo>
                      <a:pt x="2" y="7"/>
                      <a:pt x="2" y="7"/>
                      <a:pt x="2" y="8"/>
                    </a:cubicBezTo>
                    <a:cubicBezTo>
                      <a:pt x="3" y="10"/>
                      <a:pt x="7" y="9"/>
                      <a:pt x="7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7" y="12"/>
                      <a:pt x="9" y="11"/>
                      <a:pt x="11" y="12"/>
                    </a:cubicBezTo>
                    <a:cubicBezTo>
                      <a:pt x="13" y="13"/>
                      <a:pt x="14" y="15"/>
                      <a:pt x="16" y="1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3" name="Freeform 662"/>
              <p:cNvSpPr>
                <a:spLocks/>
              </p:cNvSpPr>
              <p:nvPr/>
            </p:nvSpPr>
            <p:spPr bwMode="auto">
              <a:xfrm>
                <a:off x="12591917" y="6143782"/>
                <a:ext cx="149682" cy="73269"/>
              </a:xfrm>
              <a:custGeom>
                <a:avLst/>
                <a:gdLst>
                  <a:gd name="T0" fmla="*/ 16 w 16"/>
                  <a:gd name="T1" fmla="*/ 4 h 8"/>
                  <a:gd name="T2" fmla="*/ 12 w 16"/>
                  <a:gd name="T3" fmla="*/ 2 h 8"/>
                  <a:gd name="T4" fmla="*/ 8 w 16"/>
                  <a:gd name="T5" fmla="*/ 0 h 8"/>
                  <a:gd name="T6" fmla="*/ 7 w 16"/>
                  <a:gd name="T7" fmla="*/ 3 h 8"/>
                  <a:gd name="T8" fmla="*/ 5 w 16"/>
                  <a:gd name="T9" fmla="*/ 2 h 8"/>
                  <a:gd name="T10" fmla="*/ 2 w 16"/>
                  <a:gd name="T11" fmla="*/ 3 h 8"/>
                  <a:gd name="T12" fmla="*/ 0 w 16"/>
                  <a:gd name="T13" fmla="*/ 5 h 8"/>
                  <a:gd name="T14" fmla="*/ 0 w 16"/>
                  <a:gd name="T15" fmla="*/ 6 h 8"/>
                  <a:gd name="T16" fmla="*/ 2 w 16"/>
                  <a:gd name="T17" fmla="*/ 6 h 8"/>
                  <a:gd name="T18" fmla="*/ 8 w 16"/>
                  <a:gd name="T19" fmla="*/ 7 h 8"/>
                  <a:gd name="T20" fmla="*/ 16 w 16"/>
                  <a:gd name="T21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8">
                    <a:moveTo>
                      <a:pt x="16" y="4"/>
                    </a:moveTo>
                    <a:cubicBezTo>
                      <a:pt x="16" y="1"/>
                      <a:pt x="14" y="2"/>
                      <a:pt x="12" y="2"/>
                    </a:cubicBezTo>
                    <a:cubicBezTo>
                      <a:pt x="11" y="3"/>
                      <a:pt x="10" y="1"/>
                      <a:pt x="8" y="0"/>
                    </a:cubicBezTo>
                    <a:cubicBezTo>
                      <a:pt x="8" y="1"/>
                      <a:pt x="8" y="2"/>
                      <a:pt x="7" y="3"/>
                    </a:cubicBezTo>
                    <a:cubicBezTo>
                      <a:pt x="6" y="3"/>
                      <a:pt x="7" y="1"/>
                      <a:pt x="5" y="2"/>
                    </a:cubicBezTo>
                    <a:cubicBezTo>
                      <a:pt x="4" y="2"/>
                      <a:pt x="2" y="2"/>
                      <a:pt x="2" y="3"/>
                    </a:cubicBezTo>
                    <a:cubicBezTo>
                      <a:pt x="1" y="5"/>
                      <a:pt x="2" y="6"/>
                      <a:pt x="0" y="5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0" y="6"/>
                      <a:pt x="1" y="6"/>
                      <a:pt x="2" y="6"/>
                    </a:cubicBezTo>
                    <a:cubicBezTo>
                      <a:pt x="4" y="7"/>
                      <a:pt x="6" y="7"/>
                      <a:pt x="8" y="7"/>
                    </a:cubicBezTo>
                    <a:cubicBezTo>
                      <a:pt x="10" y="7"/>
                      <a:pt x="16" y="8"/>
                      <a:pt x="16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4" name="Freeform 663"/>
              <p:cNvSpPr>
                <a:spLocks/>
              </p:cNvSpPr>
              <p:nvPr/>
            </p:nvSpPr>
            <p:spPr bwMode="auto">
              <a:xfrm>
                <a:off x="12359429" y="6162893"/>
                <a:ext cx="445860" cy="391823"/>
              </a:xfrm>
              <a:custGeom>
                <a:avLst/>
                <a:gdLst>
                  <a:gd name="T0" fmla="*/ 1 w 48"/>
                  <a:gd name="T1" fmla="*/ 12 h 42"/>
                  <a:gd name="T2" fmla="*/ 0 w 48"/>
                  <a:gd name="T3" fmla="*/ 16 h 42"/>
                  <a:gd name="T4" fmla="*/ 2 w 48"/>
                  <a:gd name="T5" fmla="*/ 20 h 42"/>
                  <a:gd name="T6" fmla="*/ 4 w 48"/>
                  <a:gd name="T7" fmla="*/ 27 h 42"/>
                  <a:gd name="T8" fmla="*/ 9 w 48"/>
                  <a:gd name="T9" fmla="*/ 31 h 42"/>
                  <a:gd name="T10" fmla="*/ 10 w 48"/>
                  <a:gd name="T11" fmla="*/ 33 h 42"/>
                  <a:gd name="T12" fmla="*/ 13 w 48"/>
                  <a:gd name="T13" fmla="*/ 32 h 42"/>
                  <a:gd name="T14" fmla="*/ 21 w 48"/>
                  <a:gd name="T15" fmla="*/ 36 h 42"/>
                  <a:gd name="T16" fmla="*/ 25 w 48"/>
                  <a:gd name="T17" fmla="*/ 37 h 42"/>
                  <a:gd name="T18" fmla="*/ 33 w 48"/>
                  <a:gd name="T19" fmla="*/ 37 h 42"/>
                  <a:gd name="T20" fmla="*/ 39 w 48"/>
                  <a:gd name="T21" fmla="*/ 41 h 42"/>
                  <a:gd name="T22" fmla="*/ 41 w 48"/>
                  <a:gd name="T23" fmla="*/ 35 h 42"/>
                  <a:gd name="T24" fmla="*/ 44 w 48"/>
                  <a:gd name="T25" fmla="*/ 32 h 42"/>
                  <a:gd name="T26" fmla="*/ 48 w 48"/>
                  <a:gd name="T27" fmla="*/ 31 h 42"/>
                  <a:gd name="T28" fmla="*/ 45 w 48"/>
                  <a:gd name="T29" fmla="*/ 26 h 42"/>
                  <a:gd name="T30" fmla="*/ 44 w 48"/>
                  <a:gd name="T31" fmla="*/ 19 h 42"/>
                  <a:gd name="T32" fmla="*/ 46 w 48"/>
                  <a:gd name="T33" fmla="*/ 12 h 42"/>
                  <a:gd name="T34" fmla="*/ 44 w 48"/>
                  <a:gd name="T35" fmla="*/ 7 h 42"/>
                  <a:gd name="T36" fmla="*/ 42 w 48"/>
                  <a:gd name="T37" fmla="*/ 5 h 42"/>
                  <a:gd name="T38" fmla="*/ 25 w 48"/>
                  <a:gd name="T39" fmla="*/ 4 h 42"/>
                  <a:gd name="T40" fmla="*/ 20 w 48"/>
                  <a:gd name="T41" fmla="*/ 2 h 42"/>
                  <a:gd name="T42" fmla="*/ 13 w 48"/>
                  <a:gd name="T43" fmla="*/ 4 h 42"/>
                  <a:gd name="T44" fmla="*/ 6 w 48"/>
                  <a:gd name="T45" fmla="*/ 6 h 42"/>
                  <a:gd name="T46" fmla="*/ 2 w 48"/>
                  <a:gd name="T47" fmla="*/ 7 h 42"/>
                  <a:gd name="T48" fmla="*/ 1 w 48"/>
                  <a:gd name="T49" fmla="*/ 9 h 42"/>
                  <a:gd name="T50" fmla="*/ 1 w 48"/>
                  <a:gd name="T51" fmla="*/ 12 h 42"/>
                  <a:gd name="T52" fmla="*/ 1 w 48"/>
                  <a:gd name="T53" fmla="*/ 1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8" h="42">
                    <a:moveTo>
                      <a:pt x="1" y="12"/>
                    </a:moveTo>
                    <a:cubicBezTo>
                      <a:pt x="1" y="13"/>
                      <a:pt x="0" y="15"/>
                      <a:pt x="0" y="16"/>
                    </a:cubicBezTo>
                    <a:cubicBezTo>
                      <a:pt x="1" y="17"/>
                      <a:pt x="2" y="19"/>
                      <a:pt x="2" y="20"/>
                    </a:cubicBezTo>
                    <a:cubicBezTo>
                      <a:pt x="2" y="22"/>
                      <a:pt x="3" y="25"/>
                      <a:pt x="4" y="27"/>
                    </a:cubicBezTo>
                    <a:cubicBezTo>
                      <a:pt x="5" y="30"/>
                      <a:pt x="8" y="29"/>
                      <a:pt x="9" y="31"/>
                    </a:cubicBezTo>
                    <a:cubicBezTo>
                      <a:pt x="9" y="31"/>
                      <a:pt x="9" y="33"/>
                      <a:pt x="10" y="33"/>
                    </a:cubicBezTo>
                    <a:cubicBezTo>
                      <a:pt x="11" y="34"/>
                      <a:pt x="12" y="32"/>
                      <a:pt x="13" y="32"/>
                    </a:cubicBezTo>
                    <a:cubicBezTo>
                      <a:pt x="15" y="31"/>
                      <a:pt x="19" y="35"/>
                      <a:pt x="21" y="36"/>
                    </a:cubicBezTo>
                    <a:cubicBezTo>
                      <a:pt x="22" y="37"/>
                      <a:pt x="23" y="39"/>
                      <a:pt x="25" y="37"/>
                    </a:cubicBezTo>
                    <a:cubicBezTo>
                      <a:pt x="26" y="36"/>
                      <a:pt x="31" y="37"/>
                      <a:pt x="33" y="37"/>
                    </a:cubicBezTo>
                    <a:cubicBezTo>
                      <a:pt x="36" y="37"/>
                      <a:pt x="37" y="39"/>
                      <a:pt x="39" y="41"/>
                    </a:cubicBezTo>
                    <a:cubicBezTo>
                      <a:pt x="40" y="42"/>
                      <a:pt x="40" y="36"/>
                      <a:pt x="41" y="35"/>
                    </a:cubicBezTo>
                    <a:cubicBezTo>
                      <a:pt x="42" y="34"/>
                      <a:pt x="43" y="33"/>
                      <a:pt x="44" y="32"/>
                    </a:cubicBezTo>
                    <a:cubicBezTo>
                      <a:pt x="45" y="32"/>
                      <a:pt x="48" y="32"/>
                      <a:pt x="48" y="31"/>
                    </a:cubicBezTo>
                    <a:cubicBezTo>
                      <a:pt x="47" y="28"/>
                      <a:pt x="47" y="27"/>
                      <a:pt x="45" y="26"/>
                    </a:cubicBezTo>
                    <a:cubicBezTo>
                      <a:pt x="43" y="24"/>
                      <a:pt x="46" y="21"/>
                      <a:pt x="44" y="19"/>
                    </a:cubicBezTo>
                    <a:cubicBezTo>
                      <a:pt x="42" y="18"/>
                      <a:pt x="47" y="14"/>
                      <a:pt x="46" y="12"/>
                    </a:cubicBezTo>
                    <a:cubicBezTo>
                      <a:pt x="45" y="10"/>
                      <a:pt x="44" y="9"/>
                      <a:pt x="44" y="7"/>
                    </a:cubicBezTo>
                    <a:cubicBezTo>
                      <a:pt x="44" y="6"/>
                      <a:pt x="44" y="5"/>
                      <a:pt x="42" y="5"/>
                    </a:cubicBezTo>
                    <a:cubicBezTo>
                      <a:pt x="37" y="3"/>
                      <a:pt x="30" y="6"/>
                      <a:pt x="25" y="4"/>
                    </a:cubicBezTo>
                    <a:cubicBezTo>
                      <a:pt x="25" y="7"/>
                      <a:pt x="21" y="2"/>
                      <a:pt x="20" y="2"/>
                    </a:cubicBezTo>
                    <a:cubicBezTo>
                      <a:pt x="17" y="0"/>
                      <a:pt x="15" y="2"/>
                      <a:pt x="13" y="4"/>
                    </a:cubicBezTo>
                    <a:cubicBezTo>
                      <a:pt x="10" y="5"/>
                      <a:pt x="8" y="6"/>
                      <a:pt x="6" y="6"/>
                    </a:cubicBezTo>
                    <a:cubicBezTo>
                      <a:pt x="5" y="7"/>
                      <a:pt x="3" y="7"/>
                      <a:pt x="2" y="7"/>
                    </a:cubicBezTo>
                    <a:cubicBezTo>
                      <a:pt x="1" y="8"/>
                      <a:pt x="3" y="9"/>
                      <a:pt x="1" y="9"/>
                    </a:cubicBezTo>
                    <a:cubicBezTo>
                      <a:pt x="1" y="10"/>
                      <a:pt x="1" y="11"/>
                      <a:pt x="1" y="12"/>
                    </a:cubicBezTo>
                    <a:cubicBezTo>
                      <a:pt x="1" y="14"/>
                      <a:pt x="1" y="12"/>
                      <a:pt x="1" y="1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5" name="Freeform 664"/>
              <p:cNvSpPr>
                <a:spLocks/>
              </p:cNvSpPr>
              <p:nvPr/>
            </p:nvSpPr>
            <p:spPr bwMode="auto">
              <a:xfrm>
                <a:off x="12630129" y="6573832"/>
                <a:ext cx="429938" cy="280329"/>
              </a:xfrm>
              <a:custGeom>
                <a:avLst/>
                <a:gdLst>
                  <a:gd name="T0" fmla="*/ 38 w 46"/>
                  <a:gd name="T1" fmla="*/ 13 h 30"/>
                  <a:gd name="T2" fmla="*/ 35 w 46"/>
                  <a:gd name="T3" fmla="*/ 6 h 30"/>
                  <a:gd name="T4" fmla="*/ 32 w 46"/>
                  <a:gd name="T5" fmla="*/ 0 h 30"/>
                  <a:gd name="T6" fmla="*/ 22 w 46"/>
                  <a:gd name="T7" fmla="*/ 4 h 30"/>
                  <a:gd name="T8" fmla="*/ 18 w 46"/>
                  <a:gd name="T9" fmla="*/ 3 h 30"/>
                  <a:gd name="T10" fmla="*/ 12 w 46"/>
                  <a:gd name="T11" fmla="*/ 3 h 30"/>
                  <a:gd name="T12" fmla="*/ 8 w 46"/>
                  <a:gd name="T13" fmla="*/ 6 h 30"/>
                  <a:gd name="T14" fmla="*/ 4 w 46"/>
                  <a:gd name="T15" fmla="*/ 14 h 30"/>
                  <a:gd name="T16" fmla="*/ 0 w 46"/>
                  <a:gd name="T17" fmla="*/ 15 h 30"/>
                  <a:gd name="T18" fmla="*/ 3 w 46"/>
                  <a:gd name="T19" fmla="*/ 18 h 30"/>
                  <a:gd name="T20" fmla="*/ 5 w 46"/>
                  <a:gd name="T21" fmla="*/ 22 h 30"/>
                  <a:gd name="T22" fmla="*/ 8 w 46"/>
                  <a:gd name="T23" fmla="*/ 24 h 30"/>
                  <a:gd name="T24" fmla="*/ 11 w 46"/>
                  <a:gd name="T25" fmla="*/ 25 h 30"/>
                  <a:gd name="T26" fmla="*/ 11 w 46"/>
                  <a:gd name="T27" fmla="*/ 28 h 30"/>
                  <a:gd name="T28" fmla="*/ 21 w 46"/>
                  <a:gd name="T29" fmla="*/ 30 h 30"/>
                  <a:gd name="T30" fmla="*/ 28 w 46"/>
                  <a:gd name="T31" fmla="*/ 28 h 30"/>
                  <a:gd name="T32" fmla="*/ 40 w 46"/>
                  <a:gd name="T33" fmla="*/ 30 h 30"/>
                  <a:gd name="T34" fmla="*/ 41 w 46"/>
                  <a:gd name="T35" fmla="*/ 23 h 30"/>
                  <a:gd name="T36" fmla="*/ 46 w 46"/>
                  <a:gd name="T37" fmla="*/ 20 h 30"/>
                  <a:gd name="T38" fmla="*/ 39 w 46"/>
                  <a:gd name="T39" fmla="*/ 20 h 30"/>
                  <a:gd name="T40" fmla="*/ 38 w 46"/>
                  <a:gd name="T41" fmla="*/ 13 h 30"/>
                  <a:gd name="T42" fmla="*/ 38 w 46"/>
                  <a:gd name="T43" fmla="*/ 1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6" h="30">
                    <a:moveTo>
                      <a:pt x="38" y="13"/>
                    </a:moveTo>
                    <a:cubicBezTo>
                      <a:pt x="39" y="10"/>
                      <a:pt x="36" y="8"/>
                      <a:pt x="35" y="6"/>
                    </a:cubicBezTo>
                    <a:cubicBezTo>
                      <a:pt x="33" y="5"/>
                      <a:pt x="32" y="2"/>
                      <a:pt x="32" y="0"/>
                    </a:cubicBezTo>
                    <a:cubicBezTo>
                      <a:pt x="29" y="1"/>
                      <a:pt x="26" y="4"/>
                      <a:pt x="22" y="4"/>
                    </a:cubicBezTo>
                    <a:cubicBezTo>
                      <a:pt x="21" y="4"/>
                      <a:pt x="19" y="3"/>
                      <a:pt x="18" y="3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12" y="3"/>
                      <a:pt x="9" y="6"/>
                      <a:pt x="8" y="6"/>
                    </a:cubicBezTo>
                    <a:cubicBezTo>
                      <a:pt x="7" y="9"/>
                      <a:pt x="5" y="11"/>
                      <a:pt x="4" y="14"/>
                    </a:cubicBezTo>
                    <a:cubicBezTo>
                      <a:pt x="3" y="14"/>
                      <a:pt x="1" y="14"/>
                      <a:pt x="0" y="15"/>
                    </a:cubicBezTo>
                    <a:cubicBezTo>
                      <a:pt x="0" y="16"/>
                      <a:pt x="3" y="17"/>
                      <a:pt x="3" y="18"/>
                    </a:cubicBezTo>
                    <a:cubicBezTo>
                      <a:pt x="3" y="20"/>
                      <a:pt x="4" y="20"/>
                      <a:pt x="5" y="22"/>
                    </a:cubicBezTo>
                    <a:cubicBezTo>
                      <a:pt x="5" y="24"/>
                      <a:pt x="6" y="24"/>
                      <a:pt x="8" y="24"/>
                    </a:cubicBezTo>
                    <a:cubicBezTo>
                      <a:pt x="9" y="24"/>
                      <a:pt x="11" y="24"/>
                      <a:pt x="11" y="25"/>
                    </a:cubicBezTo>
                    <a:cubicBezTo>
                      <a:pt x="11" y="26"/>
                      <a:pt x="11" y="27"/>
                      <a:pt x="11" y="28"/>
                    </a:cubicBezTo>
                    <a:cubicBezTo>
                      <a:pt x="13" y="30"/>
                      <a:pt x="18" y="30"/>
                      <a:pt x="21" y="30"/>
                    </a:cubicBezTo>
                    <a:cubicBezTo>
                      <a:pt x="24" y="30"/>
                      <a:pt x="26" y="30"/>
                      <a:pt x="28" y="28"/>
                    </a:cubicBezTo>
                    <a:cubicBezTo>
                      <a:pt x="32" y="26"/>
                      <a:pt x="36" y="28"/>
                      <a:pt x="40" y="30"/>
                    </a:cubicBezTo>
                    <a:cubicBezTo>
                      <a:pt x="40" y="28"/>
                      <a:pt x="40" y="25"/>
                      <a:pt x="41" y="23"/>
                    </a:cubicBezTo>
                    <a:cubicBezTo>
                      <a:pt x="42" y="22"/>
                      <a:pt x="45" y="24"/>
                      <a:pt x="46" y="20"/>
                    </a:cubicBezTo>
                    <a:cubicBezTo>
                      <a:pt x="43" y="18"/>
                      <a:pt x="42" y="20"/>
                      <a:pt x="39" y="20"/>
                    </a:cubicBezTo>
                    <a:cubicBezTo>
                      <a:pt x="37" y="19"/>
                      <a:pt x="37" y="14"/>
                      <a:pt x="38" y="13"/>
                    </a:cubicBezTo>
                    <a:cubicBezTo>
                      <a:pt x="39" y="11"/>
                      <a:pt x="37" y="15"/>
                      <a:pt x="38" y="1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6" name="Freeform 665"/>
              <p:cNvSpPr>
                <a:spLocks/>
              </p:cNvSpPr>
              <p:nvPr/>
            </p:nvSpPr>
            <p:spPr bwMode="auto">
              <a:xfrm>
                <a:off x="12929494" y="6564274"/>
                <a:ext cx="156051" cy="187951"/>
              </a:xfrm>
              <a:custGeom>
                <a:avLst/>
                <a:gdLst>
                  <a:gd name="T0" fmla="*/ 14 w 17"/>
                  <a:gd name="T1" fmla="*/ 10 h 20"/>
                  <a:gd name="T2" fmla="*/ 9 w 17"/>
                  <a:gd name="T3" fmla="*/ 3 h 20"/>
                  <a:gd name="T4" fmla="*/ 0 w 17"/>
                  <a:gd name="T5" fmla="*/ 1 h 20"/>
                  <a:gd name="T6" fmla="*/ 5 w 17"/>
                  <a:gd name="T7" fmla="*/ 10 h 20"/>
                  <a:gd name="T8" fmla="*/ 7 w 17"/>
                  <a:gd name="T9" fmla="*/ 20 h 20"/>
                  <a:gd name="T10" fmla="*/ 10 w 17"/>
                  <a:gd name="T11" fmla="*/ 14 h 20"/>
                  <a:gd name="T12" fmla="*/ 14 w 17"/>
                  <a:gd name="T13" fmla="*/ 14 h 20"/>
                  <a:gd name="T14" fmla="*/ 14 w 17"/>
                  <a:gd name="T15" fmla="*/ 10 h 20"/>
                  <a:gd name="T16" fmla="*/ 14 w 17"/>
                  <a:gd name="T17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20">
                    <a:moveTo>
                      <a:pt x="14" y="10"/>
                    </a:moveTo>
                    <a:cubicBezTo>
                      <a:pt x="12" y="8"/>
                      <a:pt x="11" y="4"/>
                      <a:pt x="9" y="3"/>
                    </a:cubicBezTo>
                    <a:cubicBezTo>
                      <a:pt x="8" y="3"/>
                      <a:pt x="0" y="0"/>
                      <a:pt x="0" y="1"/>
                    </a:cubicBezTo>
                    <a:cubicBezTo>
                      <a:pt x="1" y="5"/>
                      <a:pt x="3" y="7"/>
                      <a:pt x="5" y="10"/>
                    </a:cubicBezTo>
                    <a:cubicBezTo>
                      <a:pt x="7" y="13"/>
                      <a:pt x="4" y="17"/>
                      <a:pt x="7" y="20"/>
                    </a:cubicBezTo>
                    <a:cubicBezTo>
                      <a:pt x="8" y="19"/>
                      <a:pt x="9" y="16"/>
                      <a:pt x="10" y="14"/>
                    </a:cubicBezTo>
                    <a:cubicBezTo>
                      <a:pt x="12" y="13"/>
                      <a:pt x="13" y="14"/>
                      <a:pt x="14" y="14"/>
                    </a:cubicBezTo>
                    <a:cubicBezTo>
                      <a:pt x="17" y="14"/>
                      <a:pt x="14" y="10"/>
                      <a:pt x="14" y="10"/>
                    </a:cubicBezTo>
                    <a:cubicBezTo>
                      <a:pt x="13" y="9"/>
                      <a:pt x="14" y="10"/>
                      <a:pt x="14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7" name="Freeform 666"/>
              <p:cNvSpPr>
                <a:spLocks/>
              </p:cNvSpPr>
              <p:nvPr/>
            </p:nvSpPr>
            <p:spPr bwMode="auto">
              <a:xfrm>
                <a:off x="12993189" y="6666210"/>
                <a:ext cx="92356" cy="95566"/>
              </a:xfrm>
              <a:custGeom>
                <a:avLst/>
                <a:gdLst>
                  <a:gd name="T0" fmla="*/ 7 w 10"/>
                  <a:gd name="T1" fmla="*/ 9 h 10"/>
                  <a:gd name="T2" fmla="*/ 7 w 10"/>
                  <a:gd name="T3" fmla="*/ 7 h 10"/>
                  <a:gd name="T4" fmla="*/ 10 w 10"/>
                  <a:gd name="T5" fmla="*/ 4 h 10"/>
                  <a:gd name="T6" fmla="*/ 8 w 10"/>
                  <a:gd name="T7" fmla="*/ 1 h 10"/>
                  <a:gd name="T8" fmla="*/ 3 w 10"/>
                  <a:gd name="T9" fmla="*/ 4 h 10"/>
                  <a:gd name="T10" fmla="*/ 0 w 10"/>
                  <a:gd name="T11" fmla="*/ 9 h 10"/>
                  <a:gd name="T12" fmla="*/ 3 w 10"/>
                  <a:gd name="T13" fmla="*/ 9 h 10"/>
                  <a:gd name="T14" fmla="*/ 7 w 10"/>
                  <a:gd name="T15" fmla="*/ 10 h 10"/>
                  <a:gd name="T16" fmla="*/ 7 w 10"/>
                  <a:gd name="T17" fmla="*/ 9 h 10"/>
                  <a:gd name="T18" fmla="*/ 7 w 10"/>
                  <a:gd name="T1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10">
                    <a:moveTo>
                      <a:pt x="7" y="9"/>
                    </a:moveTo>
                    <a:cubicBezTo>
                      <a:pt x="6" y="8"/>
                      <a:pt x="6" y="8"/>
                      <a:pt x="7" y="7"/>
                    </a:cubicBezTo>
                    <a:cubicBezTo>
                      <a:pt x="8" y="6"/>
                      <a:pt x="9" y="5"/>
                      <a:pt x="10" y="4"/>
                    </a:cubicBezTo>
                    <a:cubicBezTo>
                      <a:pt x="10" y="4"/>
                      <a:pt x="8" y="2"/>
                      <a:pt x="8" y="1"/>
                    </a:cubicBezTo>
                    <a:cubicBezTo>
                      <a:pt x="8" y="5"/>
                      <a:pt x="3" y="0"/>
                      <a:pt x="3" y="4"/>
                    </a:cubicBezTo>
                    <a:cubicBezTo>
                      <a:pt x="3" y="6"/>
                      <a:pt x="1" y="8"/>
                      <a:pt x="0" y="9"/>
                    </a:cubicBezTo>
                    <a:cubicBezTo>
                      <a:pt x="0" y="10"/>
                      <a:pt x="2" y="9"/>
                      <a:pt x="3" y="9"/>
                    </a:cubicBezTo>
                    <a:cubicBezTo>
                      <a:pt x="5" y="9"/>
                      <a:pt x="6" y="9"/>
                      <a:pt x="7" y="10"/>
                    </a:cubicBezTo>
                    <a:cubicBezTo>
                      <a:pt x="7" y="10"/>
                      <a:pt x="7" y="9"/>
                      <a:pt x="7" y="9"/>
                    </a:cubicBezTo>
                    <a:cubicBezTo>
                      <a:pt x="6" y="8"/>
                      <a:pt x="7" y="9"/>
                      <a:pt x="7" y="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8" name="Freeform 667"/>
              <p:cNvSpPr>
                <a:spLocks/>
              </p:cNvSpPr>
              <p:nvPr/>
            </p:nvSpPr>
            <p:spPr bwMode="auto">
              <a:xfrm>
                <a:off x="12712935" y="6815931"/>
                <a:ext cx="299364" cy="178393"/>
              </a:xfrm>
              <a:custGeom>
                <a:avLst/>
                <a:gdLst>
                  <a:gd name="T0" fmla="*/ 17 w 32"/>
                  <a:gd name="T1" fmla="*/ 4 h 19"/>
                  <a:gd name="T2" fmla="*/ 2 w 32"/>
                  <a:gd name="T3" fmla="*/ 0 h 19"/>
                  <a:gd name="T4" fmla="*/ 2 w 32"/>
                  <a:gd name="T5" fmla="*/ 5 h 19"/>
                  <a:gd name="T6" fmla="*/ 3 w 32"/>
                  <a:gd name="T7" fmla="*/ 8 h 19"/>
                  <a:gd name="T8" fmla="*/ 1 w 32"/>
                  <a:gd name="T9" fmla="*/ 11 h 19"/>
                  <a:gd name="T10" fmla="*/ 3 w 32"/>
                  <a:gd name="T11" fmla="*/ 17 h 19"/>
                  <a:gd name="T12" fmla="*/ 9 w 32"/>
                  <a:gd name="T13" fmla="*/ 17 h 19"/>
                  <a:gd name="T14" fmla="*/ 16 w 32"/>
                  <a:gd name="T15" fmla="*/ 18 h 19"/>
                  <a:gd name="T16" fmla="*/ 21 w 32"/>
                  <a:gd name="T17" fmla="*/ 15 h 19"/>
                  <a:gd name="T18" fmla="*/ 28 w 32"/>
                  <a:gd name="T19" fmla="*/ 14 h 19"/>
                  <a:gd name="T20" fmla="*/ 28 w 32"/>
                  <a:gd name="T21" fmla="*/ 8 h 19"/>
                  <a:gd name="T22" fmla="*/ 29 w 32"/>
                  <a:gd name="T23" fmla="*/ 3 h 19"/>
                  <a:gd name="T24" fmla="*/ 21 w 32"/>
                  <a:gd name="T25" fmla="*/ 2 h 19"/>
                  <a:gd name="T26" fmla="*/ 17 w 32"/>
                  <a:gd name="T27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" h="19">
                    <a:moveTo>
                      <a:pt x="17" y="4"/>
                    </a:moveTo>
                    <a:cubicBezTo>
                      <a:pt x="13" y="4"/>
                      <a:pt x="3" y="6"/>
                      <a:pt x="2" y="0"/>
                    </a:cubicBezTo>
                    <a:cubicBezTo>
                      <a:pt x="1" y="2"/>
                      <a:pt x="0" y="4"/>
                      <a:pt x="2" y="5"/>
                    </a:cubicBezTo>
                    <a:cubicBezTo>
                      <a:pt x="3" y="6"/>
                      <a:pt x="4" y="7"/>
                      <a:pt x="3" y="8"/>
                    </a:cubicBezTo>
                    <a:cubicBezTo>
                      <a:pt x="2" y="9"/>
                      <a:pt x="1" y="9"/>
                      <a:pt x="1" y="11"/>
                    </a:cubicBezTo>
                    <a:cubicBezTo>
                      <a:pt x="2" y="13"/>
                      <a:pt x="3" y="14"/>
                      <a:pt x="3" y="17"/>
                    </a:cubicBezTo>
                    <a:cubicBezTo>
                      <a:pt x="5" y="17"/>
                      <a:pt x="7" y="17"/>
                      <a:pt x="9" y="17"/>
                    </a:cubicBezTo>
                    <a:cubicBezTo>
                      <a:pt x="11" y="17"/>
                      <a:pt x="14" y="19"/>
                      <a:pt x="16" y="18"/>
                    </a:cubicBezTo>
                    <a:cubicBezTo>
                      <a:pt x="18" y="18"/>
                      <a:pt x="20" y="16"/>
                      <a:pt x="21" y="15"/>
                    </a:cubicBezTo>
                    <a:cubicBezTo>
                      <a:pt x="23" y="13"/>
                      <a:pt x="25" y="14"/>
                      <a:pt x="28" y="14"/>
                    </a:cubicBezTo>
                    <a:cubicBezTo>
                      <a:pt x="27" y="12"/>
                      <a:pt x="27" y="11"/>
                      <a:pt x="28" y="8"/>
                    </a:cubicBezTo>
                    <a:cubicBezTo>
                      <a:pt x="29" y="6"/>
                      <a:pt x="32" y="4"/>
                      <a:pt x="29" y="3"/>
                    </a:cubicBezTo>
                    <a:cubicBezTo>
                      <a:pt x="27" y="2"/>
                      <a:pt x="24" y="1"/>
                      <a:pt x="21" y="2"/>
                    </a:cubicBezTo>
                    <a:cubicBezTo>
                      <a:pt x="19" y="2"/>
                      <a:pt x="18" y="4"/>
                      <a:pt x="17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69" name="Freeform 668"/>
              <p:cNvSpPr>
                <a:spLocks/>
              </p:cNvSpPr>
              <p:nvPr/>
            </p:nvSpPr>
            <p:spPr bwMode="auto">
              <a:xfrm>
                <a:off x="12423124" y="6771334"/>
                <a:ext cx="168791" cy="140163"/>
              </a:xfrm>
              <a:custGeom>
                <a:avLst/>
                <a:gdLst>
                  <a:gd name="T0" fmla="*/ 10 w 18"/>
                  <a:gd name="T1" fmla="*/ 0 h 15"/>
                  <a:gd name="T2" fmla="*/ 1 w 18"/>
                  <a:gd name="T3" fmla="*/ 2 h 15"/>
                  <a:gd name="T4" fmla="*/ 4 w 18"/>
                  <a:gd name="T5" fmla="*/ 8 h 15"/>
                  <a:gd name="T6" fmla="*/ 13 w 18"/>
                  <a:gd name="T7" fmla="*/ 15 h 15"/>
                  <a:gd name="T8" fmla="*/ 15 w 18"/>
                  <a:gd name="T9" fmla="*/ 10 h 15"/>
                  <a:gd name="T10" fmla="*/ 17 w 18"/>
                  <a:gd name="T11" fmla="*/ 6 h 15"/>
                  <a:gd name="T12" fmla="*/ 16 w 18"/>
                  <a:gd name="T13" fmla="*/ 2 h 15"/>
                  <a:gd name="T14" fmla="*/ 10 w 18"/>
                  <a:gd name="T1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15">
                    <a:moveTo>
                      <a:pt x="10" y="0"/>
                    </a:moveTo>
                    <a:cubicBezTo>
                      <a:pt x="8" y="0"/>
                      <a:pt x="0" y="0"/>
                      <a:pt x="1" y="2"/>
                    </a:cubicBezTo>
                    <a:cubicBezTo>
                      <a:pt x="1" y="3"/>
                      <a:pt x="3" y="7"/>
                      <a:pt x="4" y="8"/>
                    </a:cubicBezTo>
                    <a:cubicBezTo>
                      <a:pt x="6" y="11"/>
                      <a:pt x="10" y="13"/>
                      <a:pt x="13" y="15"/>
                    </a:cubicBezTo>
                    <a:cubicBezTo>
                      <a:pt x="13" y="13"/>
                      <a:pt x="13" y="11"/>
                      <a:pt x="15" y="10"/>
                    </a:cubicBezTo>
                    <a:cubicBezTo>
                      <a:pt x="17" y="9"/>
                      <a:pt x="18" y="8"/>
                      <a:pt x="17" y="6"/>
                    </a:cubicBezTo>
                    <a:cubicBezTo>
                      <a:pt x="17" y="4"/>
                      <a:pt x="17" y="3"/>
                      <a:pt x="16" y="2"/>
                    </a:cubicBezTo>
                    <a:cubicBezTo>
                      <a:pt x="14" y="1"/>
                      <a:pt x="12" y="0"/>
                      <a:pt x="1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0" name="Freeform 669"/>
              <p:cNvSpPr>
                <a:spLocks/>
              </p:cNvSpPr>
              <p:nvPr/>
            </p:nvSpPr>
            <p:spPr bwMode="auto">
              <a:xfrm>
                <a:off x="12544142" y="6704437"/>
                <a:ext cx="207006" cy="251657"/>
              </a:xfrm>
              <a:custGeom>
                <a:avLst/>
                <a:gdLst>
                  <a:gd name="T0" fmla="*/ 21 w 22"/>
                  <a:gd name="T1" fmla="*/ 19 h 27"/>
                  <a:gd name="T2" fmla="*/ 20 w 22"/>
                  <a:gd name="T3" fmla="*/ 17 h 27"/>
                  <a:gd name="T4" fmla="*/ 19 w 22"/>
                  <a:gd name="T5" fmla="*/ 13 h 27"/>
                  <a:gd name="T6" fmla="*/ 15 w 22"/>
                  <a:gd name="T7" fmla="*/ 10 h 27"/>
                  <a:gd name="T8" fmla="*/ 14 w 22"/>
                  <a:gd name="T9" fmla="*/ 8 h 27"/>
                  <a:gd name="T10" fmla="*/ 12 w 22"/>
                  <a:gd name="T11" fmla="*/ 5 h 27"/>
                  <a:gd name="T12" fmla="*/ 5 w 22"/>
                  <a:gd name="T13" fmla="*/ 1 h 27"/>
                  <a:gd name="T14" fmla="*/ 2 w 22"/>
                  <a:gd name="T15" fmla="*/ 4 h 27"/>
                  <a:gd name="T16" fmla="*/ 4 w 22"/>
                  <a:gd name="T17" fmla="*/ 14 h 27"/>
                  <a:gd name="T18" fmla="*/ 1 w 22"/>
                  <a:gd name="T19" fmla="*/ 19 h 27"/>
                  <a:gd name="T20" fmla="*/ 0 w 22"/>
                  <a:gd name="T21" fmla="*/ 23 h 27"/>
                  <a:gd name="T22" fmla="*/ 4 w 22"/>
                  <a:gd name="T23" fmla="*/ 27 h 27"/>
                  <a:gd name="T24" fmla="*/ 6 w 22"/>
                  <a:gd name="T25" fmla="*/ 23 h 27"/>
                  <a:gd name="T26" fmla="*/ 10 w 22"/>
                  <a:gd name="T27" fmla="*/ 26 h 27"/>
                  <a:gd name="T28" fmla="*/ 20 w 22"/>
                  <a:gd name="T29" fmla="*/ 24 h 27"/>
                  <a:gd name="T30" fmla="*/ 21 w 22"/>
                  <a:gd name="T31" fmla="*/ 19 h 27"/>
                  <a:gd name="T32" fmla="*/ 21 w 22"/>
                  <a:gd name="T33" fmla="*/ 1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2" h="27">
                    <a:moveTo>
                      <a:pt x="21" y="19"/>
                    </a:moveTo>
                    <a:cubicBezTo>
                      <a:pt x="22" y="18"/>
                      <a:pt x="21" y="18"/>
                      <a:pt x="20" y="17"/>
                    </a:cubicBezTo>
                    <a:cubicBezTo>
                      <a:pt x="19" y="16"/>
                      <a:pt x="19" y="15"/>
                      <a:pt x="19" y="13"/>
                    </a:cubicBezTo>
                    <a:cubicBezTo>
                      <a:pt x="21" y="10"/>
                      <a:pt x="18" y="10"/>
                      <a:pt x="15" y="10"/>
                    </a:cubicBezTo>
                    <a:cubicBezTo>
                      <a:pt x="14" y="10"/>
                      <a:pt x="14" y="9"/>
                      <a:pt x="14" y="8"/>
                    </a:cubicBezTo>
                    <a:cubicBezTo>
                      <a:pt x="13" y="6"/>
                      <a:pt x="12" y="7"/>
                      <a:pt x="12" y="5"/>
                    </a:cubicBezTo>
                    <a:cubicBezTo>
                      <a:pt x="11" y="2"/>
                      <a:pt x="9" y="0"/>
                      <a:pt x="5" y="1"/>
                    </a:cubicBezTo>
                    <a:cubicBezTo>
                      <a:pt x="2" y="2"/>
                      <a:pt x="2" y="2"/>
                      <a:pt x="2" y="4"/>
                    </a:cubicBezTo>
                    <a:cubicBezTo>
                      <a:pt x="3" y="7"/>
                      <a:pt x="4" y="10"/>
                      <a:pt x="4" y="14"/>
                    </a:cubicBezTo>
                    <a:cubicBezTo>
                      <a:pt x="5" y="17"/>
                      <a:pt x="2" y="16"/>
                      <a:pt x="1" y="19"/>
                    </a:cubicBezTo>
                    <a:cubicBezTo>
                      <a:pt x="0" y="20"/>
                      <a:pt x="0" y="22"/>
                      <a:pt x="0" y="23"/>
                    </a:cubicBezTo>
                    <a:cubicBezTo>
                      <a:pt x="0" y="25"/>
                      <a:pt x="3" y="26"/>
                      <a:pt x="4" y="27"/>
                    </a:cubicBezTo>
                    <a:cubicBezTo>
                      <a:pt x="4" y="26"/>
                      <a:pt x="4" y="23"/>
                      <a:pt x="6" y="23"/>
                    </a:cubicBezTo>
                    <a:cubicBezTo>
                      <a:pt x="8" y="23"/>
                      <a:pt x="9" y="24"/>
                      <a:pt x="10" y="26"/>
                    </a:cubicBezTo>
                    <a:cubicBezTo>
                      <a:pt x="11" y="26"/>
                      <a:pt x="18" y="24"/>
                      <a:pt x="20" y="24"/>
                    </a:cubicBezTo>
                    <a:cubicBezTo>
                      <a:pt x="18" y="22"/>
                      <a:pt x="20" y="21"/>
                      <a:pt x="21" y="19"/>
                    </a:cubicBezTo>
                    <a:cubicBezTo>
                      <a:pt x="22" y="18"/>
                      <a:pt x="20" y="20"/>
                      <a:pt x="21" y="1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1" name="Freeform 670"/>
              <p:cNvSpPr>
                <a:spLocks/>
              </p:cNvSpPr>
              <p:nvPr/>
            </p:nvSpPr>
            <p:spPr bwMode="auto">
              <a:xfrm>
                <a:off x="12432679" y="6554719"/>
                <a:ext cx="328029" cy="178393"/>
              </a:xfrm>
              <a:custGeom>
                <a:avLst/>
                <a:gdLst>
                  <a:gd name="T0" fmla="*/ 30 w 35"/>
                  <a:gd name="T1" fmla="*/ 3 h 19"/>
                  <a:gd name="T2" fmla="*/ 24 w 35"/>
                  <a:gd name="T3" fmla="*/ 1 h 19"/>
                  <a:gd name="T4" fmla="*/ 19 w 35"/>
                  <a:gd name="T5" fmla="*/ 4 h 19"/>
                  <a:gd name="T6" fmla="*/ 15 w 35"/>
                  <a:gd name="T7" fmla="*/ 4 h 19"/>
                  <a:gd name="T8" fmla="*/ 13 w 35"/>
                  <a:gd name="T9" fmla="*/ 6 h 19"/>
                  <a:gd name="T10" fmla="*/ 5 w 35"/>
                  <a:gd name="T11" fmla="*/ 4 h 19"/>
                  <a:gd name="T12" fmla="*/ 5 w 35"/>
                  <a:gd name="T13" fmla="*/ 7 h 19"/>
                  <a:gd name="T14" fmla="*/ 3 w 35"/>
                  <a:gd name="T15" fmla="*/ 8 h 19"/>
                  <a:gd name="T16" fmla="*/ 3 w 35"/>
                  <a:gd name="T17" fmla="*/ 15 h 19"/>
                  <a:gd name="T18" fmla="*/ 11 w 35"/>
                  <a:gd name="T19" fmla="*/ 19 h 19"/>
                  <a:gd name="T20" fmla="*/ 21 w 35"/>
                  <a:gd name="T21" fmla="*/ 17 h 19"/>
                  <a:gd name="T22" fmla="*/ 25 w 35"/>
                  <a:gd name="T23" fmla="*/ 15 h 19"/>
                  <a:gd name="T24" fmla="*/ 29 w 35"/>
                  <a:gd name="T25" fmla="*/ 9 h 19"/>
                  <a:gd name="T26" fmla="*/ 33 w 35"/>
                  <a:gd name="T27" fmla="*/ 6 h 19"/>
                  <a:gd name="T28" fmla="*/ 30 w 35"/>
                  <a:gd name="T29" fmla="*/ 3 h 19"/>
                  <a:gd name="T30" fmla="*/ 30 w 35"/>
                  <a:gd name="T31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5" h="19">
                    <a:moveTo>
                      <a:pt x="30" y="3"/>
                    </a:moveTo>
                    <a:cubicBezTo>
                      <a:pt x="30" y="2"/>
                      <a:pt x="25" y="2"/>
                      <a:pt x="24" y="1"/>
                    </a:cubicBezTo>
                    <a:cubicBezTo>
                      <a:pt x="20" y="0"/>
                      <a:pt x="22" y="4"/>
                      <a:pt x="19" y="4"/>
                    </a:cubicBezTo>
                    <a:cubicBezTo>
                      <a:pt x="18" y="3"/>
                      <a:pt x="17" y="4"/>
                      <a:pt x="15" y="4"/>
                    </a:cubicBezTo>
                    <a:cubicBezTo>
                      <a:pt x="14" y="4"/>
                      <a:pt x="14" y="6"/>
                      <a:pt x="13" y="6"/>
                    </a:cubicBezTo>
                    <a:cubicBezTo>
                      <a:pt x="9" y="8"/>
                      <a:pt x="7" y="6"/>
                      <a:pt x="5" y="4"/>
                    </a:cubicBezTo>
                    <a:cubicBezTo>
                      <a:pt x="5" y="5"/>
                      <a:pt x="5" y="6"/>
                      <a:pt x="5" y="7"/>
                    </a:cubicBezTo>
                    <a:cubicBezTo>
                      <a:pt x="4" y="8"/>
                      <a:pt x="3" y="6"/>
                      <a:pt x="3" y="8"/>
                    </a:cubicBezTo>
                    <a:cubicBezTo>
                      <a:pt x="3" y="11"/>
                      <a:pt x="0" y="13"/>
                      <a:pt x="3" y="15"/>
                    </a:cubicBezTo>
                    <a:cubicBezTo>
                      <a:pt x="5" y="17"/>
                      <a:pt x="8" y="19"/>
                      <a:pt x="11" y="19"/>
                    </a:cubicBezTo>
                    <a:cubicBezTo>
                      <a:pt x="15" y="19"/>
                      <a:pt x="17" y="16"/>
                      <a:pt x="21" y="17"/>
                    </a:cubicBezTo>
                    <a:cubicBezTo>
                      <a:pt x="21" y="16"/>
                      <a:pt x="24" y="16"/>
                      <a:pt x="25" y="15"/>
                    </a:cubicBezTo>
                    <a:cubicBezTo>
                      <a:pt x="26" y="13"/>
                      <a:pt x="27" y="11"/>
                      <a:pt x="29" y="9"/>
                    </a:cubicBezTo>
                    <a:cubicBezTo>
                      <a:pt x="30" y="7"/>
                      <a:pt x="31" y="7"/>
                      <a:pt x="33" y="6"/>
                    </a:cubicBezTo>
                    <a:cubicBezTo>
                      <a:pt x="35" y="4"/>
                      <a:pt x="30" y="4"/>
                      <a:pt x="30" y="3"/>
                    </a:cubicBezTo>
                    <a:cubicBezTo>
                      <a:pt x="30" y="3"/>
                      <a:pt x="30" y="4"/>
                      <a:pt x="30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2" name="Freeform 671"/>
              <p:cNvSpPr>
                <a:spLocks/>
              </p:cNvSpPr>
              <p:nvPr/>
            </p:nvSpPr>
            <p:spPr bwMode="auto">
              <a:xfrm>
                <a:off x="12620574" y="6956097"/>
                <a:ext cx="289811" cy="299442"/>
              </a:xfrm>
              <a:custGeom>
                <a:avLst/>
                <a:gdLst>
                  <a:gd name="T0" fmla="*/ 31 w 31"/>
                  <a:gd name="T1" fmla="*/ 0 h 32"/>
                  <a:gd name="T2" fmla="*/ 23 w 31"/>
                  <a:gd name="T3" fmla="*/ 3 h 32"/>
                  <a:gd name="T4" fmla="*/ 13 w 31"/>
                  <a:gd name="T5" fmla="*/ 2 h 32"/>
                  <a:gd name="T6" fmla="*/ 9 w 31"/>
                  <a:gd name="T7" fmla="*/ 4 h 32"/>
                  <a:gd name="T8" fmla="*/ 6 w 31"/>
                  <a:gd name="T9" fmla="*/ 5 h 32"/>
                  <a:gd name="T10" fmla="*/ 4 w 31"/>
                  <a:gd name="T11" fmla="*/ 8 h 32"/>
                  <a:gd name="T12" fmla="*/ 2 w 31"/>
                  <a:gd name="T13" fmla="*/ 11 h 32"/>
                  <a:gd name="T14" fmla="*/ 2 w 31"/>
                  <a:gd name="T15" fmla="*/ 15 h 32"/>
                  <a:gd name="T16" fmla="*/ 4 w 31"/>
                  <a:gd name="T17" fmla="*/ 17 h 32"/>
                  <a:gd name="T18" fmla="*/ 5 w 31"/>
                  <a:gd name="T19" fmla="*/ 22 h 32"/>
                  <a:gd name="T20" fmla="*/ 6 w 31"/>
                  <a:gd name="T21" fmla="*/ 25 h 32"/>
                  <a:gd name="T22" fmla="*/ 7 w 31"/>
                  <a:gd name="T23" fmla="*/ 28 h 32"/>
                  <a:gd name="T24" fmla="*/ 8 w 31"/>
                  <a:gd name="T25" fmla="*/ 29 h 32"/>
                  <a:gd name="T26" fmla="*/ 10 w 31"/>
                  <a:gd name="T27" fmla="*/ 31 h 32"/>
                  <a:gd name="T28" fmla="*/ 12 w 31"/>
                  <a:gd name="T29" fmla="*/ 30 h 32"/>
                  <a:gd name="T30" fmla="*/ 13 w 31"/>
                  <a:gd name="T31" fmla="*/ 31 h 32"/>
                  <a:gd name="T32" fmla="*/ 13 w 31"/>
                  <a:gd name="T33" fmla="*/ 26 h 32"/>
                  <a:gd name="T34" fmla="*/ 17 w 31"/>
                  <a:gd name="T35" fmla="*/ 26 h 32"/>
                  <a:gd name="T36" fmla="*/ 14 w 31"/>
                  <a:gd name="T37" fmla="*/ 23 h 32"/>
                  <a:gd name="T38" fmla="*/ 17 w 31"/>
                  <a:gd name="T39" fmla="*/ 24 h 32"/>
                  <a:gd name="T40" fmla="*/ 18 w 31"/>
                  <a:gd name="T41" fmla="*/ 22 h 32"/>
                  <a:gd name="T42" fmla="*/ 21 w 31"/>
                  <a:gd name="T43" fmla="*/ 23 h 32"/>
                  <a:gd name="T44" fmla="*/ 19 w 31"/>
                  <a:gd name="T45" fmla="*/ 19 h 32"/>
                  <a:gd name="T46" fmla="*/ 15 w 31"/>
                  <a:gd name="T47" fmla="*/ 17 h 32"/>
                  <a:gd name="T48" fmla="*/ 15 w 31"/>
                  <a:gd name="T49" fmla="*/ 16 h 32"/>
                  <a:gd name="T50" fmla="*/ 11 w 31"/>
                  <a:gd name="T51" fmla="*/ 10 h 32"/>
                  <a:gd name="T52" fmla="*/ 16 w 31"/>
                  <a:gd name="T53" fmla="*/ 11 h 32"/>
                  <a:gd name="T54" fmla="*/ 16 w 31"/>
                  <a:gd name="T55" fmla="*/ 10 h 32"/>
                  <a:gd name="T56" fmla="*/ 18 w 31"/>
                  <a:gd name="T57" fmla="*/ 11 h 32"/>
                  <a:gd name="T58" fmla="*/ 17 w 31"/>
                  <a:gd name="T59" fmla="*/ 9 h 32"/>
                  <a:gd name="T60" fmla="*/ 21 w 31"/>
                  <a:gd name="T61" fmla="*/ 10 h 32"/>
                  <a:gd name="T62" fmla="*/ 17 w 31"/>
                  <a:gd name="T63" fmla="*/ 7 h 32"/>
                  <a:gd name="T64" fmla="*/ 22 w 31"/>
                  <a:gd name="T65" fmla="*/ 5 h 32"/>
                  <a:gd name="T66" fmla="*/ 21 w 31"/>
                  <a:gd name="T67" fmla="*/ 7 h 32"/>
                  <a:gd name="T68" fmla="*/ 25 w 31"/>
                  <a:gd name="T69" fmla="*/ 5 h 32"/>
                  <a:gd name="T70" fmla="*/ 29 w 31"/>
                  <a:gd name="T71" fmla="*/ 7 h 32"/>
                  <a:gd name="T72" fmla="*/ 31 w 31"/>
                  <a:gd name="T7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1" h="32">
                    <a:moveTo>
                      <a:pt x="31" y="0"/>
                    </a:moveTo>
                    <a:cubicBezTo>
                      <a:pt x="28" y="2"/>
                      <a:pt x="27" y="4"/>
                      <a:pt x="23" y="3"/>
                    </a:cubicBezTo>
                    <a:cubicBezTo>
                      <a:pt x="21" y="2"/>
                      <a:pt x="15" y="1"/>
                      <a:pt x="13" y="2"/>
                    </a:cubicBezTo>
                    <a:cubicBezTo>
                      <a:pt x="13" y="5"/>
                      <a:pt x="10" y="3"/>
                      <a:pt x="9" y="4"/>
                    </a:cubicBezTo>
                    <a:cubicBezTo>
                      <a:pt x="8" y="5"/>
                      <a:pt x="7" y="5"/>
                      <a:pt x="6" y="5"/>
                    </a:cubicBezTo>
                    <a:cubicBezTo>
                      <a:pt x="4" y="6"/>
                      <a:pt x="4" y="7"/>
                      <a:pt x="4" y="8"/>
                    </a:cubicBezTo>
                    <a:cubicBezTo>
                      <a:pt x="3" y="9"/>
                      <a:pt x="3" y="10"/>
                      <a:pt x="2" y="11"/>
                    </a:cubicBezTo>
                    <a:cubicBezTo>
                      <a:pt x="0" y="13"/>
                      <a:pt x="0" y="13"/>
                      <a:pt x="2" y="15"/>
                    </a:cubicBezTo>
                    <a:cubicBezTo>
                      <a:pt x="3" y="16"/>
                      <a:pt x="4" y="16"/>
                      <a:pt x="4" y="17"/>
                    </a:cubicBezTo>
                    <a:cubicBezTo>
                      <a:pt x="4" y="19"/>
                      <a:pt x="4" y="20"/>
                      <a:pt x="5" y="22"/>
                    </a:cubicBezTo>
                    <a:cubicBezTo>
                      <a:pt x="5" y="23"/>
                      <a:pt x="5" y="24"/>
                      <a:pt x="6" y="25"/>
                    </a:cubicBezTo>
                    <a:cubicBezTo>
                      <a:pt x="8" y="26"/>
                      <a:pt x="6" y="27"/>
                      <a:pt x="7" y="28"/>
                    </a:cubicBezTo>
                    <a:cubicBezTo>
                      <a:pt x="7" y="30"/>
                      <a:pt x="8" y="29"/>
                      <a:pt x="8" y="29"/>
                    </a:cubicBezTo>
                    <a:cubicBezTo>
                      <a:pt x="10" y="29"/>
                      <a:pt x="10" y="30"/>
                      <a:pt x="10" y="31"/>
                    </a:cubicBezTo>
                    <a:cubicBezTo>
                      <a:pt x="11" y="31"/>
                      <a:pt x="12" y="30"/>
                      <a:pt x="12" y="30"/>
                    </a:cubicBezTo>
                    <a:cubicBezTo>
                      <a:pt x="13" y="29"/>
                      <a:pt x="13" y="31"/>
                      <a:pt x="13" y="31"/>
                    </a:cubicBezTo>
                    <a:cubicBezTo>
                      <a:pt x="14" y="32"/>
                      <a:pt x="13" y="25"/>
                      <a:pt x="13" y="26"/>
                    </a:cubicBezTo>
                    <a:cubicBezTo>
                      <a:pt x="13" y="25"/>
                      <a:pt x="16" y="26"/>
                      <a:pt x="17" y="26"/>
                    </a:cubicBezTo>
                    <a:cubicBezTo>
                      <a:pt x="17" y="25"/>
                      <a:pt x="14" y="24"/>
                      <a:pt x="14" y="23"/>
                    </a:cubicBezTo>
                    <a:cubicBezTo>
                      <a:pt x="15" y="21"/>
                      <a:pt x="17" y="23"/>
                      <a:pt x="17" y="24"/>
                    </a:cubicBezTo>
                    <a:cubicBezTo>
                      <a:pt x="19" y="25"/>
                      <a:pt x="18" y="23"/>
                      <a:pt x="18" y="22"/>
                    </a:cubicBezTo>
                    <a:cubicBezTo>
                      <a:pt x="18" y="21"/>
                      <a:pt x="21" y="23"/>
                      <a:pt x="21" y="23"/>
                    </a:cubicBezTo>
                    <a:cubicBezTo>
                      <a:pt x="21" y="22"/>
                      <a:pt x="19" y="19"/>
                      <a:pt x="19" y="19"/>
                    </a:cubicBezTo>
                    <a:cubicBezTo>
                      <a:pt x="18" y="18"/>
                      <a:pt x="16" y="18"/>
                      <a:pt x="15" y="17"/>
                    </a:cubicBezTo>
                    <a:cubicBezTo>
                      <a:pt x="15" y="17"/>
                      <a:pt x="15" y="15"/>
                      <a:pt x="15" y="16"/>
                    </a:cubicBezTo>
                    <a:cubicBezTo>
                      <a:pt x="14" y="14"/>
                      <a:pt x="11" y="12"/>
                      <a:pt x="11" y="10"/>
                    </a:cubicBezTo>
                    <a:cubicBezTo>
                      <a:pt x="12" y="6"/>
                      <a:pt x="15" y="10"/>
                      <a:pt x="16" y="11"/>
                    </a:cubicBezTo>
                    <a:cubicBezTo>
                      <a:pt x="16" y="11"/>
                      <a:pt x="16" y="10"/>
                      <a:pt x="16" y="10"/>
                    </a:cubicBezTo>
                    <a:cubicBezTo>
                      <a:pt x="17" y="9"/>
                      <a:pt x="18" y="10"/>
                      <a:pt x="18" y="11"/>
                    </a:cubicBezTo>
                    <a:cubicBezTo>
                      <a:pt x="18" y="11"/>
                      <a:pt x="17" y="9"/>
                      <a:pt x="17" y="9"/>
                    </a:cubicBezTo>
                    <a:cubicBezTo>
                      <a:pt x="18" y="9"/>
                      <a:pt x="20" y="10"/>
                      <a:pt x="21" y="10"/>
                    </a:cubicBezTo>
                    <a:cubicBezTo>
                      <a:pt x="21" y="9"/>
                      <a:pt x="17" y="9"/>
                      <a:pt x="17" y="7"/>
                    </a:cubicBezTo>
                    <a:cubicBezTo>
                      <a:pt x="17" y="7"/>
                      <a:pt x="21" y="5"/>
                      <a:pt x="22" y="5"/>
                    </a:cubicBezTo>
                    <a:cubicBezTo>
                      <a:pt x="22" y="5"/>
                      <a:pt x="21" y="7"/>
                      <a:pt x="21" y="7"/>
                    </a:cubicBezTo>
                    <a:cubicBezTo>
                      <a:pt x="21" y="7"/>
                      <a:pt x="24" y="5"/>
                      <a:pt x="25" y="5"/>
                    </a:cubicBezTo>
                    <a:cubicBezTo>
                      <a:pt x="26" y="5"/>
                      <a:pt x="27" y="6"/>
                      <a:pt x="29" y="7"/>
                    </a:cubicBezTo>
                    <a:cubicBezTo>
                      <a:pt x="30" y="5"/>
                      <a:pt x="31" y="2"/>
                      <a:pt x="3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3" name="Freeform 672"/>
              <p:cNvSpPr>
                <a:spLocks/>
              </p:cNvSpPr>
              <p:nvPr/>
            </p:nvSpPr>
            <p:spPr bwMode="auto">
              <a:xfrm>
                <a:off x="12881724" y="6940166"/>
                <a:ext cx="140127" cy="92380"/>
              </a:xfrm>
              <a:custGeom>
                <a:avLst/>
                <a:gdLst>
                  <a:gd name="T0" fmla="*/ 15 w 15"/>
                  <a:gd name="T1" fmla="*/ 6 h 10"/>
                  <a:gd name="T2" fmla="*/ 10 w 15"/>
                  <a:gd name="T3" fmla="*/ 1 h 10"/>
                  <a:gd name="T4" fmla="*/ 2 w 15"/>
                  <a:gd name="T5" fmla="*/ 5 h 10"/>
                  <a:gd name="T6" fmla="*/ 1 w 15"/>
                  <a:gd name="T7" fmla="*/ 9 h 10"/>
                  <a:gd name="T8" fmla="*/ 6 w 15"/>
                  <a:gd name="T9" fmla="*/ 9 h 10"/>
                  <a:gd name="T10" fmla="*/ 11 w 15"/>
                  <a:gd name="T11" fmla="*/ 7 h 10"/>
                  <a:gd name="T12" fmla="*/ 15 w 15"/>
                  <a:gd name="T13" fmla="*/ 6 h 10"/>
                  <a:gd name="T14" fmla="*/ 15 w 15"/>
                  <a:gd name="T15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0">
                    <a:moveTo>
                      <a:pt x="15" y="6"/>
                    </a:moveTo>
                    <a:cubicBezTo>
                      <a:pt x="13" y="4"/>
                      <a:pt x="10" y="4"/>
                      <a:pt x="10" y="1"/>
                    </a:cubicBezTo>
                    <a:cubicBezTo>
                      <a:pt x="5" y="0"/>
                      <a:pt x="4" y="0"/>
                      <a:pt x="2" y="5"/>
                    </a:cubicBezTo>
                    <a:cubicBezTo>
                      <a:pt x="2" y="6"/>
                      <a:pt x="0" y="9"/>
                      <a:pt x="1" y="9"/>
                    </a:cubicBezTo>
                    <a:cubicBezTo>
                      <a:pt x="3" y="10"/>
                      <a:pt x="5" y="10"/>
                      <a:pt x="6" y="9"/>
                    </a:cubicBezTo>
                    <a:cubicBezTo>
                      <a:pt x="8" y="8"/>
                      <a:pt x="9" y="7"/>
                      <a:pt x="11" y="7"/>
                    </a:cubicBezTo>
                    <a:cubicBezTo>
                      <a:pt x="11" y="7"/>
                      <a:pt x="15" y="7"/>
                      <a:pt x="15" y="6"/>
                    </a:cubicBezTo>
                    <a:cubicBezTo>
                      <a:pt x="14" y="6"/>
                      <a:pt x="15" y="7"/>
                      <a:pt x="15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4" name="Freeform 673"/>
              <p:cNvSpPr>
                <a:spLocks/>
              </p:cNvSpPr>
              <p:nvPr/>
            </p:nvSpPr>
            <p:spPr bwMode="auto">
              <a:xfrm>
                <a:off x="12582361" y="6911499"/>
                <a:ext cx="82803" cy="168837"/>
              </a:xfrm>
              <a:custGeom>
                <a:avLst/>
                <a:gdLst>
                  <a:gd name="T0" fmla="*/ 6 w 9"/>
                  <a:gd name="T1" fmla="*/ 16 h 18"/>
                  <a:gd name="T2" fmla="*/ 7 w 9"/>
                  <a:gd name="T3" fmla="*/ 11 h 18"/>
                  <a:gd name="T4" fmla="*/ 6 w 9"/>
                  <a:gd name="T5" fmla="*/ 6 h 18"/>
                  <a:gd name="T6" fmla="*/ 7 w 9"/>
                  <a:gd name="T7" fmla="*/ 4 h 18"/>
                  <a:gd name="T8" fmla="*/ 3 w 9"/>
                  <a:gd name="T9" fmla="*/ 1 h 18"/>
                  <a:gd name="T10" fmla="*/ 0 w 9"/>
                  <a:gd name="T11" fmla="*/ 9 h 18"/>
                  <a:gd name="T12" fmla="*/ 4 w 9"/>
                  <a:gd name="T13" fmla="*/ 18 h 18"/>
                  <a:gd name="T14" fmla="*/ 6 w 9"/>
                  <a:gd name="T15" fmla="*/ 16 h 18"/>
                  <a:gd name="T16" fmla="*/ 6 w 9"/>
                  <a:gd name="T17" fmla="*/ 16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18">
                    <a:moveTo>
                      <a:pt x="6" y="16"/>
                    </a:moveTo>
                    <a:cubicBezTo>
                      <a:pt x="7" y="14"/>
                      <a:pt x="9" y="12"/>
                      <a:pt x="7" y="11"/>
                    </a:cubicBezTo>
                    <a:cubicBezTo>
                      <a:pt x="6" y="10"/>
                      <a:pt x="5" y="8"/>
                      <a:pt x="6" y="6"/>
                    </a:cubicBezTo>
                    <a:cubicBezTo>
                      <a:pt x="6" y="6"/>
                      <a:pt x="7" y="4"/>
                      <a:pt x="7" y="4"/>
                    </a:cubicBezTo>
                    <a:cubicBezTo>
                      <a:pt x="6" y="3"/>
                      <a:pt x="4" y="1"/>
                      <a:pt x="3" y="1"/>
                    </a:cubicBezTo>
                    <a:cubicBezTo>
                      <a:pt x="0" y="0"/>
                      <a:pt x="0" y="7"/>
                      <a:pt x="0" y="9"/>
                    </a:cubicBezTo>
                    <a:cubicBezTo>
                      <a:pt x="0" y="13"/>
                      <a:pt x="2" y="15"/>
                      <a:pt x="4" y="18"/>
                    </a:cubicBezTo>
                    <a:cubicBezTo>
                      <a:pt x="5" y="17"/>
                      <a:pt x="6" y="16"/>
                      <a:pt x="6" y="16"/>
                    </a:cubicBezTo>
                    <a:cubicBezTo>
                      <a:pt x="7" y="14"/>
                      <a:pt x="6" y="16"/>
                      <a:pt x="6" y="1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5" name="Freeform 674"/>
              <p:cNvSpPr>
                <a:spLocks/>
              </p:cNvSpPr>
              <p:nvPr/>
            </p:nvSpPr>
            <p:spPr bwMode="auto">
              <a:xfrm>
                <a:off x="12630129" y="6930613"/>
                <a:ext cx="121018" cy="82827"/>
              </a:xfrm>
              <a:custGeom>
                <a:avLst/>
                <a:gdLst>
                  <a:gd name="T0" fmla="*/ 11 w 13"/>
                  <a:gd name="T1" fmla="*/ 0 h 9"/>
                  <a:gd name="T2" fmla="*/ 2 w 13"/>
                  <a:gd name="T3" fmla="*/ 2 h 9"/>
                  <a:gd name="T4" fmla="*/ 3 w 13"/>
                  <a:gd name="T5" fmla="*/ 9 h 9"/>
                  <a:gd name="T6" fmla="*/ 7 w 13"/>
                  <a:gd name="T7" fmla="*/ 8 h 9"/>
                  <a:gd name="T8" fmla="*/ 10 w 13"/>
                  <a:gd name="T9" fmla="*/ 7 h 9"/>
                  <a:gd name="T10" fmla="*/ 11 w 13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9">
                    <a:moveTo>
                      <a:pt x="11" y="0"/>
                    </a:moveTo>
                    <a:cubicBezTo>
                      <a:pt x="9" y="0"/>
                      <a:pt x="2" y="0"/>
                      <a:pt x="2" y="2"/>
                    </a:cubicBezTo>
                    <a:cubicBezTo>
                      <a:pt x="0" y="4"/>
                      <a:pt x="0" y="8"/>
                      <a:pt x="3" y="9"/>
                    </a:cubicBezTo>
                    <a:cubicBezTo>
                      <a:pt x="4" y="8"/>
                      <a:pt x="6" y="9"/>
                      <a:pt x="7" y="8"/>
                    </a:cubicBezTo>
                    <a:cubicBezTo>
                      <a:pt x="8" y="8"/>
                      <a:pt x="9" y="6"/>
                      <a:pt x="10" y="7"/>
                    </a:cubicBezTo>
                    <a:cubicBezTo>
                      <a:pt x="13" y="9"/>
                      <a:pt x="11" y="1"/>
                      <a:pt x="1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6" name="Freeform 675"/>
              <p:cNvSpPr>
                <a:spLocks/>
              </p:cNvSpPr>
              <p:nvPr/>
            </p:nvSpPr>
            <p:spPr bwMode="auto">
              <a:xfrm>
                <a:off x="13655610" y="6984764"/>
                <a:ext cx="178346" cy="149721"/>
              </a:xfrm>
              <a:custGeom>
                <a:avLst/>
                <a:gdLst>
                  <a:gd name="T0" fmla="*/ 19 w 19"/>
                  <a:gd name="T1" fmla="*/ 14 h 16"/>
                  <a:gd name="T2" fmla="*/ 17 w 19"/>
                  <a:gd name="T3" fmla="*/ 10 h 16"/>
                  <a:gd name="T4" fmla="*/ 16 w 19"/>
                  <a:gd name="T5" fmla="*/ 7 h 16"/>
                  <a:gd name="T6" fmla="*/ 14 w 19"/>
                  <a:gd name="T7" fmla="*/ 3 h 16"/>
                  <a:gd name="T8" fmla="*/ 12 w 19"/>
                  <a:gd name="T9" fmla="*/ 0 h 16"/>
                  <a:gd name="T10" fmla="*/ 6 w 19"/>
                  <a:gd name="T11" fmla="*/ 6 h 16"/>
                  <a:gd name="T12" fmla="*/ 9 w 19"/>
                  <a:gd name="T13" fmla="*/ 9 h 16"/>
                  <a:gd name="T14" fmla="*/ 12 w 19"/>
                  <a:gd name="T15" fmla="*/ 11 h 16"/>
                  <a:gd name="T16" fmla="*/ 16 w 19"/>
                  <a:gd name="T17" fmla="*/ 13 h 16"/>
                  <a:gd name="T18" fmla="*/ 19 w 19"/>
                  <a:gd name="T19" fmla="*/ 14 h 16"/>
                  <a:gd name="T20" fmla="*/ 19 w 19"/>
                  <a:gd name="T21" fmla="*/ 1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16">
                    <a:moveTo>
                      <a:pt x="19" y="14"/>
                    </a:moveTo>
                    <a:cubicBezTo>
                      <a:pt x="19" y="12"/>
                      <a:pt x="19" y="11"/>
                      <a:pt x="17" y="10"/>
                    </a:cubicBezTo>
                    <a:cubicBezTo>
                      <a:pt x="15" y="9"/>
                      <a:pt x="17" y="8"/>
                      <a:pt x="16" y="7"/>
                    </a:cubicBezTo>
                    <a:cubicBezTo>
                      <a:pt x="15" y="5"/>
                      <a:pt x="14" y="6"/>
                      <a:pt x="14" y="3"/>
                    </a:cubicBezTo>
                    <a:cubicBezTo>
                      <a:pt x="14" y="3"/>
                      <a:pt x="11" y="1"/>
                      <a:pt x="12" y="0"/>
                    </a:cubicBezTo>
                    <a:cubicBezTo>
                      <a:pt x="9" y="0"/>
                      <a:pt x="0" y="1"/>
                      <a:pt x="6" y="6"/>
                    </a:cubicBezTo>
                    <a:cubicBezTo>
                      <a:pt x="7" y="7"/>
                      <a:pt x="8" y="8"/>
                      <a:pt x="9" y="9"/>
                    </a:cubicBezTo>
                    <a:cubicBezTo>
                      <a:pt x="10" y="10"/>
                      <a:pt x="11" y="10"/>
                      <a:pt x="12" y="11"/>
                    </a:cubicBezTo>
                    <a:cubicBezTo>
                      <a:pt x="14" y="11"/>
                      <a:pt x="16" y="11"/>
                      <a:pt x="16" y="13"/>
                    </a:cubicBezTo>
                    <a:cubicBezTo>
                      <a:pt x="17" y="14"/>
                      <a:pt x="18" y="16"/>
                      <a:pt x="19" y="14"/>
                    </a:cubicBezTo>
                    <a:cubicBezTo>
                      <a:pt x="19" y="13"/>
                      <a:pt x="18" y="15"/>
                      <a:pt x="19" y="1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7" name="Freeform 676"/>
              <p:cNvSpPr>
                <a:spLocks/>
              </p:cNvSpPr>
              <p:nvPr/>
            </p:nvSpPr>
            <p:spPr bwMode="auto">
              <a:xfrm>
                <a:off x="13722489" y="7061218"/>
                <a:ext cx="923568" cy="783643"/>
              </a:xfrm>
              <a:custGeom>
                <a:avLst/>
                <a:gdLst>
                  <a:gd name="T0" fmla="*/ 95 w 99"/>
                  <a:gd name="T1" fmla="*/ 73 h 84"/>
                  <a:gd name="T2" fmla="*/ 93 w 99"/>
                  <a:gd name="T3" fmla="*/ 68 h 84"/>
                  <a:gd name="T4" fmla="*/ 90 w 99"/>
                  <a:gd name="T5" fmla="*/ 65 h 84"/>
                  <a:gd name="T6" fmla="*/ 86 w 99"/>
                  <a:gd name="T7" fmla="*/ 60 h 84"/>
                  <a:gd name="T8" fmla="*/ 87 w 99"/>
                  <a:gd name="T9" fmla="*/ 55 h 84"/>
                  <a:gd name="T10" fmla="*/ 89 w 99"/>
                  <a:gd name="T11" fmla="*/ 50 h 84"/>
                  <a:gd name="T12" fmla="*/ 84 w 99"/>
                  <a:gd name="T13" fmla="*/ 49 h 84"/>
                  <a:gd name="T14" fmla="*/ 84 w 99"/>
                  <a:gd name="T15" fmla="*/ 46 h 84"/>
                  <a:gd name="T16" fmla="*/ 84 w 99"/>
                  <a:gd name="T17" fmla="*/ 40 h 84"/>
                  <a:gd name="T18" fmla="*/ 82 w 99"/>
                  <a:gd name="T19" fmla="*/ 36 h 84"/>
                  <a:gd name="T20" fmla="*/ 85 w 99"/>
                  <a:gd name="T21" fmla="*/ 31 h 84"/>
                  <a:gd name="T22" fmla="*/ 86 w 99"/>
                  <a:gd name="T23" fmla="*/ 20 h 84"/>
                  <a:gd name="T24" fmla="*/ 79 w 99"/>
                  <a:gd name="T25" fmla="*/ 18 h 84"/>
                  <a:gd name="T26" fmla="*/ 76 w 99"/>
                  <a:gd name="T27" fmla="*/ 15 h 84"/>
                  <a:gd name="T28" fmla="*/ 71 w 99"/>
                  <a:gd name="T29" fmla="*/ 13 h 84"/>
                  <a:gd name="T30" fmla="*/ 66 w 99"/>
                  <a:gd name="T31" fmla="*/ 12 h 84"/>
                  <a:gd name="T32" fmla="*/ 61 w 99"/>
                  <a:gd name="T33" fmla="*/ 11 h 84"/>
                  <a:gd name="T34" fmla="*/ 57 w 99"/>
                  <a:gd name="T35" fmla="*/ 12 h 84"/>
                  <a:gd name="T36" fmla="*/ 53 w 99"/>
                  <a:gd name="T37" fmla="*/ 15 h 84"/>
                  <a:gd name="T38" fmla="*/ 49 w 99"/>
                  <a:gd name="T39" fmla="*/ 17 h 84"/>
                  <a:gd name="T40" fmla="*/ 46 w 99"/>
                  <a:gd name="T41" fmla="*/ 20 h 84"/>
                  <a:gd name="T42" fmla="*/ 33 w 99"/>
                  <a:gd name="T43" fmla="*/ 18 h 84"/>
                  <a:gd name="T44" fmla="*/ 30 w 99"/>
                  <a:gd name="T45" fmla="*/ 16 h 84"/>
                  <a:gd name="T46" fmla="*/ 25 w 99"/>
                  <a:gd name="T47" fmla="*/ 15 h 84"/>
                  <a:gd name="T48" fmla="*/ 24 w 99"/>
                  <a:gd name="T49" fmla="*/ 10 h 84"/>
                  <a:gd name="T50" fmla="*/ 20 w 99"/>
                  <a:gd name="T51" fmla="*/ 5 h 84"/>
                  <a:gd name="T52" fmla="*/ 14 w 99"/>
                  <a:gd name="T53" fmla="*/ 5 h 84"/>
                  <a:gd name="T54" fmla="*/ 11 w 99"/>
                  <a:gd name="T55" fmla="*/ 7 h 84"/>
                  <a:gd name="T56" fmla="*/ 5 w 99"/>
                  <a:gd name="T57" fmla="*/ 4 h 84"/>
                  <a:gd name="T58" fmla="*/ 1 w 99"/>
                  <a:gd name="T59" fmla="*/ 3 h 84"/>
                  <a:gd name="T60" fmla="*/ 0 w 99"/>
                  <a:gd name="T61" fmla="*/ 5 h 84"/>
                  <a:gd name="T62" fmla="*/ 1 w 99"/>
                  <a:gd name="T63" fmla="*/ 8 h 84"/>
                  <a:gd name="T64" fmla="*/ 1 w 99"/>
                  <a:gd name="T65" fmla="*/ 10 h 84"/>
                  <a:gd name="T66" fmla="*/ 1 w 99"/>
                  <a:gd name="T67" fmla="*/ 12 h 84"/>
                  <a:gd name="T68" fmla="*/ 3 w 99"/>
                  <a:gd name="T69" fmla="*/ 14 h 84"/>
                  <a:gd name="T70" fmla="*/ 3 w 99"/>
                  <a:gd name="T71" fmla="*/ 16 h 84"/>
                  <a:gd name="T72" fmla="*/ 5 w 99"/>
                  <a:gd name="T73" fmla="*/ 21 h 84"/>
                  <a:gd name="T74" fmla="*/ 8 w 99"/>
                  <a:gd name="T75" fmla="*/ 24 h 84"/>
                  <a:gd name="T76" fmla="*/ 10 w 99"/>
                  <a:gd name="T77" fmla="*/ 25 h 84"/>
                  <a:gd name="T78" fmla="*/ 8 w 99"/>
                  <a:gd name="T79" fmla="*/ 37 h 84"/>
                  <a:gd name="T80" fmla="*/ 12 w 99"/>
                  <a:gd name="T81" fmla="*/ 41 h 84"/>
                  <a:gd name="T82" fmla="*/ 18 w 99"/>
                  <a:gd name="T83" fmla="*/ 47 h 84"/>
                  <a:gd name="T84" fmla="*/ 17 w 99"/>
                  <a:gd name="T85" fmla="*/ 50 h 84"/>
                  <a:gd name="T86" fmla="*/ 19 w 99"/>
                  <a:gd name="T87" fmla="*/ 52 h 84"/>
                  <a:gd name="T88" fmla="*/ 22 w 99"/>
                  <a:gd name="T89" fmla="*/ 58 h 84"/>
                  <a:gd name="T90" fmla="*/ 24 w 99"/>
                  <a:gd name="T91" fmla="*/ 55 h 84"/>
                  <a:gd name="T92" fmla="*/ 25 w 99"/>
                  <a:gd name="T93" fmla="*/ 56 h 84"/>
                  <a:gd name="T94" fmla="*/ 26 w 99"/>
                  <a:gd name="T95" fmla="*/ 57 h 84"/>
                  <a:gd name="T96" fmla="*/ 30 w 99"/>
                  <a:gd name="T97" fmla="*/ 57 h 84"/>
                  <a:gd name="T98" fmla="*/ 35 w 99"/>
                  <a:gd name="T99" fmla="*/ 66 h 84"/>
                  <a:gd name="T100" fmla="*/ 46 w 99"/>
                  <a:gd name="T101" fmla="*/ 74 h 84"/>
                  <a:gd name="T102" fmla="*/ 52 w 99"/>
                  <a:gd name="T103" fmla="*/ 76 h 84"/>
                  <a:gd name="T104" fmla="*/ 56 w 99"/>
                  <a:gd name="T105" fmla="*/ 75 h 84"/>
                  <a:gd name="T106" fmla="*/ 56 w 99"/>
                  <a:gd name="T107" fmla="*/ 76 h 84"/>
                  <a:gd name="T108" fmla="*/ 61 w 99"/>
                  <a:gd name="T109" fmla="*/ 73 h 84"/>
                  <a:gd name="T110" fmla="*/ 60 w 99"/>
                  <a:gd name="T111" fmla="*/ 73 h 84"/>
                  <a:gd name="T112" fmla="*/ 62 w 99"/>
                  <a:gd name="T113" fmla="*/ 73 h 84"/>
                  <a:gd name="T114" fmla="*/ 65 w 99"/>
                  <a:gd name="T115" fmla="*/ 77 h 84"/>
                  <a:gd name="T116" fmla="*/ 69 w 99"/>
                  <a:gd name="T117" fmla="*/ 81 h 84"/>
                  <a:gd name="T118" fmla="*/ 88 w 99"/>
                  <a:gd name="T119" fmla="*/ 84 h 84"/>
                  <a:gd name="T120" fmla="*/ 92 w 99"/>
                  <a:gd name="T121" fmla="*/ 77 h 84"/>
                  <a:gd name="T122" fmla="*/ 95 w 99"/>
                  <a:gd name="T123" fmla="*/ 73 h 84"/>
                  <a:gd name="T124" fmla="*/ 95 w 99"/>
                  <a:gd name="T125" fmla="*/ 7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9" h="84">
                    <a:moveTo>
                      <a:pt x="95" y="73"/>
                    </a:moveTo>
                    <a:cubicBezTo>
                      <a:pt x="93" y="72"/>
                      <a:pt x="94" y="70"/>
                      <a:pt x="93" y="68"/>
                    </a:cubicBezTo>
                    <a:cubicBezTo>
                      <a:pt x="93" y="67"/>
                      <a:pt x="91" y="66"/>
                      <a:pt x="90" y="65"/>
                    </a:cubicBezTo>
                    <a:cubicBezTo>
                      <a:pt x="88" y="64"/>
                      <a:pt x="87" y="62"/>
                      <a:pt x="86" y="60"/>
                    </a:cubicBezTo>
                    <a:cubicBezTo>
                      <a:pt x="84" y="58"/>
                      <a:pt x="85" y="58"/>
                      <a:pt x="87" y="55"/>
                    </a:cubicBezTo>
                    <a:cubicBezTo>
                      <a:pt x="88" y="54"/>
                      <a:pt x="90" y="52"/>
                      <a:pt x="89" y="50"/>
                    </a:cubicBezTo>
                    <a:cubicBezTo>
                      <a:pt x="88" y="49"/>
                      <a:pt x="85" y="49"/>
                      <a:pt x="84" y="49"/>
                    </a:cubicBezTo>
                    <a:cubicBezTo>
                      <a:pt x="83" y="48"/>
                      <a:pt x="84" y="46"/>
                      <a:pt x="84" y="46"/>
                    </a:cubicBezTo>
                    <a:cubicBezTo>
                      <a:pt x="83" y="44"/>
                      <a:pt x="83" y="41"/>
                      <a:pt x="84" y="40"/>
                    </a:cubicBezTo>
                    <a:cubicBezTo>
                      <a:pt x="86" y="38"/>
                      <a:pt x="83" y="37"/>
                      <a:pt x="82" y="36"/>
                    </a:cubicBezTo>
                    <a:cubicBezTo>
                      <a:pt x="82" y="35"/>
                      <a:pt x="84" y="32"/>
                      <a:pt x="85" y="31"/>
                    </a:cubicBezTo>
                    <a:cubicBezTo>
                      <a:pt x="85" y="30"/>
                      <a:pt x="87" y="20"/>
                      <a:pt x="86" y="20"/>
                    </a:cubicBezTo>
                    <a:cubicBezTo>
                      <a:pt x="83" y="20"/>
                      <a:pt x="82" y="20"/>
                      <a:pt x="79" y="18"/>
                    </a:cubicBezTo>
                    <a:cubicBezTo>
                      <a:pt x="78" y="17"/>
                      <a:pt x="77" y="16"/>
                      <a:pt x="76" y="15"/>
                    </a:cubicBezTo>
                    <a:cubicBezTo>
                      <a:pt x="75" y="14"/>
                      <a:pt x="72" y="14"/>
                      <a:pt x="71" y="13"/>
                    </a:cubicBezTo>
                    <a:cubicBezTo>
                      <a:pt x="69" y="13"/>
                      <a:pt x="68" y="13"/>
                      <a:pt x="66" y="12"/>
                    </a:cubicBezTo>
                    <a:cubicBezTo>
                      <a:pt x="65" y="10"/>
                      <a:pt x="63" y="11"/>
                      <a:pt x="61" y="11"/>
                    </a:cubicBezTo>
                    <a:cubicBezTo>
                      <a:pt x="60" y="12"/>
                      <a:pt x="58" y="11"/>
                      <a:pt x="57" y="12"/>
                    </a:cubicBezTo>
                    <a:cubicBezTo>
                      <a:pt x="55" y="12"/>
                      <a:pt x="54" y="14"/>
                      <a:pt x="53" y="15"/>
                    </a:cubicBezTo>
                    <a:cubicBezTo>
                      <a:pt x="52" y="16"/>
                      <a:pt x="49" y="15"/>
                      <a:pt x="49" y="17"/>
                    </a:cubicBezTo>
                    <a:cubicBezTo>
                      <a:pt x="49" y="19"/>
                      <a:pt x="48" y="19"/>
                      <a:pt x="46" y="20"/>
                    </a:cubicBezTo>
                    <a:cubicBezTo>
                      <a:pt x="41" y="21"/>
                      <a:pt x="37" y="21"/>
                      <a:pt x="33" y="18"/>
                    </a:cubicBezTo>
                    <a:cubicBezTo>
                      <a:pt x="32" y="17"/>
                      <a:pt x="31" y="16"/>
                      <a:pt x="30" y="16"/>
                    </a:cubicBezTo>
                    <a:cubicBezTo>
                      <a:pt x="28" y="14"/>
                      <a:pt x="27" y="15"/>
                      <a:pt x="25" y="15"/>
                    </a:cubicBezTo>
                    <a:cubicBezTo>
                      <a:pt x="24" y="14"/>
                      <a:pt x="24" y="11"/>
                      <a:pt x="24" y="10"/>
                    </a:cubicBezTo>
                    <a:cubicBezTo>
                      <a:pt x="21" y="9"/>
                      <a:pt x="20" y="8"/>
                      <a:pt x="20" y="5"/>
                    </a:cubicBezTo>
                    <a:cubicBezTo>
                      <a:pt x="20" y="0"/>
                      <a:pt x="16" y="3"/>
                      <a:pt x="14" y="5"/>
                    </a:cubicBezTo>
                    <a:cubicBezTo>
                      <a:pt x="13" y="6"/>
                      <a:pt x="12" y="7"/>
                      <a:pt x="11" y="7"/>
                    </a:cubicBezTo>
                    <a:cubicBezTo>
                      <a:pt x="9" y="6"/>
                      <a:pt x="6" y="6"/>
                      <a:pt x="5" y="4"/>
                    </a:cubicBezTo>
                    <a:cubicBezTo>
                      <a:pt x="3" y="2"/>
                      <a:pt x="3" y="1"/>
                      <a:pt x="1" y="3"/>
                    </a:cubicBezTo>
                    <a:cubicBezTo>
                      <a:pt x="1" y="4"/>
                      <a:pt x="0" y="4"/>
                      <a:pt x="0" y="5"/>
                    </a:cubicBezTo>
                    <a:cubicBezTo>
                      <a:pt x="0" y="6"/>
                      <a:pt x="0" y="7"/>
                      <a:pt x="1" y="8"/>
                    </a:cubicBezTo>
                    <a:cubicBezTo>
                      <a:pt x="1" y="8"/>
                      <a:pt x="2" y="10"/>
                      <a:pt x="1" y="10"/>
                    </a:cubicBezTo>
                    <a:cubicBezTo>
                      <a:pt x="1" y="11"/>
                      <a:pt x="0" y="11"/>
                      <a:pt x="1" y="12"/>
                    </a:cubicBezTo>
                    <a:cubicBezTo>
                      <a:pt x="1" y="13"/>
                      <a:pt x="3" y="13"/>
                      <a:pt x="3" y="14"/>
                    </a:cubicBezTo>
                    <a:cubicBezTo>
                      <a:pt x="3" y="15"/>
                      <a:pt x="2" y="16"/>
                      <a:pt x="3" y="16"/>
                    </a:cubicBezTo>
                    <a:cubicBezTo>
                      <a:pt x="4" y="18"/>
                      <a:pt x="4" y="19"/>
                      <a:pt x="5" y="21"/>
                    </a:cubicBezTo>
                    <a:cubicBezTo>
                      <a:pt x="6" y="22"/>
                      <a:pt x="6" y="23"/>
                      <a:pt x="8" y="24"/>
                    </a:cubicBezTo>
                    <a:cubicBezTo>
                      <a:pt x="8" y="24"/>
                      <a:pt x="10" y="25"/>
                      <a:pt x="10" y="25"/>
                    </a:cubicBezTo>
                    <a:cubicBezTo>
                      <a:pt x="11" y="29"/>
                      <a:pt x="2" y="33"/>
                      <a:pt x="8" y="37"/>
                    </a:cubicBezTo>
                    <a:cubicBezTo>
                      <a:pt x="10" y="38"/>
                      <a:pt x="10" y="40"/>
                      <a:pt x="12" y="41"/>
                    </a:cubicBezTo>
                    <a:cubicBezTo>
                      <a:pt x="14" y="43"/>
                      <a:pt x="16" y="44"/>
                      <a:pt x="18" y="47"/>
                    </a:cubicBezTo>
                    <a:cubicBezTo>
                      <a:pt x="18" y="48"/>
                      <a:pt x="17" y="49"/>
                      <a:pt x="17" y="50"/>
                    </a:cubicBezTo>
                    <a:cubicBezTo>
                      <a:pt x="18" y="51"/>
                      <a:pt x="20" y="51"/>
                      <a:pt x="19" y="52"/>
                    </a:cubicBezTo>
                    <a:cubicBezTo>
                      <a:pt x="19" y="55"/>
                      <a:pt x="21" y="56"/>
                      <a:pt x="22" y="58"/>
                    </a:cubicBezTo>
                    <a:cubicBezTo>
                      <a:pt x="24" y="57"/>
                      <a:pt x="23" y="56"/>
                      <a:pt x="24" y="55"/>
                    </a:cubicBezTo>
                    <a:cubicBezTo>
                      <a:pt x="24" y="55"/>
                      <a:pt x="25" y="56"/>
                      <a:pt x="25" y="56"/>
                    </a:cubicBezTo>
                    <a:cubicBezTo>
                      <a:pt x="27" y="56"/>
                      <a:pt x="25" y="56"/>
                      <a:pt x="26" y="57"/>
                    </a:cubicBezTo>
                    <a:cubicBezTo>
                      <a:pt x="27" y="58"/>
                      <a:pt x="28" y="55"/>
                      <a:pt x="30" y="57"/>
                    </a:cubicBezTo>
                    <a:cubicBezTo>
                      <a:pt x="32" y="60"/>
                      <a:pt x="33" y="63"/>
                      <a:pt x="35" y="66"/>
                    </a:cubicBezTo>
                    <a:cubicBezTo>
                      <a:pt x="37" y="69"/>
                      <a:pt x="42" y="72"/>
                      <a:pt x="46" y="74"/>
                    </a:cubicBezTo>
                    <a:cubicBezTo>
                      <a:pt x="48" y="75"/>
                      <a:pt x="50" y="75"/>
                      <a:pt x="52" y="76"/>
                    </a:cubicBezTo>
                    <a:cubicBezTo>
                      <a:pt x="53" y="76"/>
                      <a:pt x="56" y="75"/>
                      <a:pt x="56" y="75"/>
                    </a:cubicBezTo>
                    <a:cubicBezTo>
                      <a:pt x="56" y="75"/>
                      <a:pt x="56" y="76"/>
                      <a:pt x="56" y="76"/>
                    </a:cubicBezTo>
                    <a:cubicBezTo>
                      <a:pt x="57" y="76"/>
                      <a:pt x="60" y="74"/>
                      <a:pt x="61" y="73"/>
                    </a:cubicBezTo>
                    <a:cubicBezTo>
                      <a:pt x="61" y="73"/>
                      <a:pt x="60" y="73"/>
                      <a:pt x="60" y="73"/>
                    </a:cubicBezTo>
                    <a:cubicBezTo>
                      <a:pt x="60" y="72"/>
                      <a:pt x="62" y="73"/>
                      <a:pt x="62" y="73"/>
                    </a:cubicBezTo>
                    <a:cubicBezTo>
                      <a:pt x="64" y="74"/>
                      <a:pt x="64" y="75"/>
                      <a:pt x="65" y="77"/>
                    </a:cubicBezTo>
                    <a:cubicBezTo>
                      <a:pt x="66" y="80"/>
                      <a:pt x="67" y="80"/>
                      <a:pt x="69" y="81"/>
                    </a:cubicBezTo>
                    <a:cubicBezTo>
                      <a:pt x="75" y="82"/>
                      <a:pt x="82" y="83"/>
                      <a:pt x="88" y="84"/>
                    </a:cubicBezTo>
                    <a:cubicBezTo>
                      <a:pt x="88" y="80"/>
                      <a:pt x="89" y="79"/>
                      <a:pt x="92" y="77"/>
                    </a:cubicBezTo>
                    <a:cubicBezTo>
                      <a:pt x="94" y="76"/>
                      <a:pt x="99" y="75"/>
                      <a:pt x="95" y="73"/>
                    </a:cubicBezTo>
                    <a:cubicBezTo>
                      <a:pt x="94" y="72"/>
                      <a:pt x="97" y="74"/>
                      <a:pt x="95" y="7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8" name="Freeform 677"/>
              <p:cNvSpPr>
                <a:spLocks/>
              </p:cNvSpPr>
              <p:nvPr/>
            </p:nvSpPr>
            <p:spPr bwMode="auto">
              <a:xfrm>
                <a:off x="13741597" y="7070776"/>
                <a:ext cx="73250" cy="54156"/>
              </a:xfrm>
              <a:custGeom>
                <a:avLst/>
                <a:gdLst>
                  <a:gd name="T0" fmla="*/ 1 w 8"/>
                  <a:gd name="T1" fmla="*/ 1 h 6"/>
                  <a:gd name="T2" fmla="*/ 3 w 8"/>
                  <a:gd name="T3" fmla="*/ 4 h 6"/>
                  <a:gd name="T4" fmla="*/ 8 w 8"/>
                  <a:gd name="T5" fmla="*/ 6 h 6"/>
                  <a:gd name="T6" fmla="*/ 0 w 8"/>
                  <a:gd name="T7" fmla="*/ 0 h 6"/>
                  <a:gd name="T8" fmla="*/ 1 w 8"/>
                  <a:gd name="T9" fmla="*/ 1 h 6"/>
                  <a:gd name="T10" fmla="*/ 1 w 8"/>
                  <a:gd name="T11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6">
                    <a:moveTo>
                      <a:pt x="1" y="1"/>
                    </a:moveTo>
                    <a:cubicBezTo>
                      <a:pt x="2" y="1"/>
                      <a:pt x="2" y="3"/>
                      <a:pt x="3" y="4"/>
                    </a:cubicBezTo>
                    <a:cubicBezTo>
                      <a:pt x="5" y="4"/>
                      <a:pt x="6" y="5"/>
                      <a:pt x="8" y="6"/>
                    </a:cubicBezTo>
                    <a:cubicBezTo>
                      <a:pt x="7" y="2"/>
                      <a:pt x="3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2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79" name="Freeform 678"/>
              <p:cNvSpPr>
                <a:spLocks/>
              </p:cNvSpPr>
              <p:nvPr/>
            </p:nvSpPr>
            <p:spPr bwMode="auto">
              <a:xfrm>
                <a:off x="13525034" y="6844600"/>
                <a:ext cx="328029" cy="168837"/>
              </a:xfrm>
              <a:custGeom>
                <a:avLst/>
                <a:gdLst>
                  <a:gd name="T0" fmla="*/ 26 w 35"/>
                  <a:gd name="T1" fmla="*/ 15 h 18"/>
                  <a:gd name="T2" fmla="*/ 30 w 35"/>
                  <a:gd name="T3" fmla="*/ 17 h 18"/>
                  <a:gd name="T4" fmla="*/ 34 w 35"/>
                  <a:gd name="T5" fmla="*/ 17 h 18"/>
                  <a:gd name="T6" fmla="*/ 33 w 35"/>
                  <a:gd name="T7" fmla="*/ 12 h 18"/>
                  <a:gd name="T8" fmla="*/ 30 w 35"/>
                  <a:gd name="T9" fmla="*/ 10 h 18"/>
                  <a:gd name="T10" fmla="*/ 27 w 35"/>
                  <a:gd name="T11" fmla="*/ 7 h 18"/>
                  <a:gd name="T12" fmla="*/ 19 w 35"/>
                  <a:gd name="T13" fmla="*/ 6 h 18"/>
                  <a:gd name="T14" fmla="*/ 9 w 35"/>
                  <a:gd name="T15" fmla="*/ 4 h 18"/>
                  <a:gd name="T16" fmla="*/ 0 w 35"/>
                  <a:gd name="T17" fmla="*/ 2 h 18"/>
                  <a:gd name="T18" fmla="*/ 8 w 35"/>
                  <a:gd name="T19" fmla="*/ 14 h 18"/>
                  <a:gd name="T20" fmla="*/ 18 w 35"/>
                  <a:gd name="T21" fmla="*/ 18 h 18"/>
                  <a:gd name="T22" fmla="*/ 26 w 35"/>
                  <a:gd name="T23" fmla="*/ 15 h 18"/>
                  <a:gd name="T24" fmla="*/ 26 w 35"/>
                  <a:gd name="T25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18">
                    <a:moveTo>
                      <a:pt x="26" y="15"/>
                    </a:moveTo>
                    <a:cubicBezTo>
                      <a:pt x="27" y="14"/>
                      <a:pt x="29" y="16"/>
                      <a:pt x="30" y="17"/>
                    </a:cubicBezTo>
                    <a:cubicBezTo>
                      <a:pt x="30" y="17"/>
                      <a:pt x="34" y="17"/>
                      <a:pt x="34" y="17"/>
                    </a:cubicBezTo>
                    <a:cubicBezTo>
                      <a:pt x="35" y="16"/>
                      <a:pt x="30" y="12"/>
                      <a:pt x="33" y="12"/>
                    </a:cubicBezTo>
                    <a:cubicBezTo>
                      <a:pt x="32" y="11"/>
                      <a:pt x="30" y="11"/>
                      <a:pt x="30" y="10"/>
                    </a:cubicBezTo>
                    <a:cubicBezTo>
                      <a:pt x="30" y="8"/>
                      <a:pt x="29" y="7"/>
                      <a:pt x="27" y="7"/>
                    </a:cubicBezTo>
                    <a:cubicBezTo>
                      <a:pt x="24" y="7"/>
                      <a:pt x="22" y="8"/>
                      <a:pt x="19" y="6"/>
                    </a:cubicBezTo>
                    <a:cubicBezTo>
                      <a:pt x="16" y="5"/>
                      <a:pt x="13" y="5"/>
                      <a:pt x="9" y="4"/>
                    </a:cubicBezTo>
                    <a:cubicBezTo>
                      <a:pt x="6" y="3"/>
                      <a:pt x="4" y="0"/>
                      <a:pt x="0" y="2"/>
                    </a:cubicBezTo>
                    <a:cubicBezTo>
                      <a:pt x="3" y="6"/>
                      <a:pt x="11" y="7"/>
                      <a:pt x="8" y="14"/>
                    </a:cubicBezTo>
                    <a:cubicBezTo>
                      <a:pt x="11" y="14"/>
                      <a:pt x="18" y="14"/>
                      <a:pt x="18" y="18"/>
                    </a:cubicBezTo>
                    <a:cubicBezTo>
                      <a:pt x="18" y="15"/>
                      <a:pt x="24" y="15"/>
                      <a:pt x="26" y="15"/>
                    </a:cubicBezTo>
                    <a:cubicBezTo>
                      <a:pt x="27" y="14"/>
                      <a:pt x="19" y="15"/>
                      <a:pt x="26" y="1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0" name="Freeform 679"/>
              <p:cNvSpPr>
                <a:spLocks/>
              </p:cNvSpPr>
              <p:nvPr/>
            </p:nvSpPr>
            <p:spPr bwMode="auto">
              <a:xfrm>
                <a:off x="13751153" y="6956097"/>
                <a:ext cx="251592" cy="197506"/>
              </a:xfrm>
              <a:custGeom>
                <a:avLst/>
                <a:gdLst>
                  <a:gd name="T0" fmla="*/ 8 w 27"/>
                  <a:gd name="T1" fmla="*/ 2 h 21"/>
                  <a:gd name="T2" fmla="*/ 10 w 27"/>
                  <a:gd name="T3" fmla="*/ 5 h 21"/>
                  <a:gd name="T4" fmla="*/ 7 w 27"/>
                  <a:gd name="T5" fmla="*/ 5 h 21"/>
                  <a:gd name="T6" fmla="*/ 4 w 27"/>
                  <a:gd name="T7" fmla="*/ 3 h 21"/>
                  <a:gd name="T8" fmla="*/ 4 w 27"/>
                  <a:gd name="T9" fmla="*/ 7 h 21"/>
                  <a:gd name="T10" fmla="*/ 6 w 27"/>
                  <a:gd name="T11" fmla="*/ 11 h 21"/>
                  <a:gd name="T12" fmla="*/ 8 w 27"/>
                  <a:gd name="T13" fmla="*/ 14 h 21"/>
                  <a:gd name="T14" fmla="*/ 9 w 27"/>
                  <a:gd name="T15" fmla="*/ 17 h 21"/>
                  <a:gd name="T16" fmla="*/ 16 w 27"/>
                  <a:gd name="T17" fmla="*/ 13 h 21"/>
                  <a:gd name="T18" fmla="*/ 17 w 27"/>
                  <a:gd name="T19" fmla="*/ 16 h 21"/>
                  <a:gd name="T20" fmla="*/ 21 w 27"/>
                  <a:gd name="T21" fmla="*/ 21 h 21"/>
                  <a:gd name="T22" fmla="*/ 21 w 27"/>
                  <a:gd name="T23" fmla="*/ 18 h 21"/>
                  <a:gd name="T24" fmla="*/ 23 w 27"/>
                  <a:gd name="T25" fmla="*/ 16 h 21"/>
                  <a:gd name="T26" fmla="*/ 25 w 27"/>
                  <a:gd name="T27" fmla="*/ 11 h 21"/>
                  <a:gd name="T28" fmla="*/ 19 w 27"/>
                  <a:gd name="T29" fmla="*/ 1 h 21"/>
                  <a:gd name="T30" fmla="*/ 12 w 27"/>
                  <a:gd name="T31" fmla="*/ 2 h 21"/>
                  <a:gd name="T32" fmla="*/ 9 w 27"/>
                  <a:gd name="T33" fmla="*/ 0 h 21"/>
                  <a:gd name="T34" fmla="*/ 8 w 27"/>
                  <a:gd name="T35" fmla="*/ 2 h 21"/>
                  <a:gd name="T36" fmla="*/ 8 w 27"/>
                  <a:gd name="T37" fmla="*/ 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21">
                    <a:moveTo>
                      <a:pt x="8" y="2"/>
                    </a:moveTo>
                    <a:cubicBezTo>
                      <a:pt x="8" y="2"/>
                      <a:pt x="11" y="4"/>
                      <a:pt x="10" y="5"/>
                    </a:cubicBezTo>
                    <a:cubicBezTo>
                      <a:pt x="10" y="5"/>
                      <a:pt x="7" y="5"/>
                      <a:pt x="7" y="5"/>
                    </a:cubicBezTo>
                    <a:cubicBezTo>
                      <a:pt x="5" y="5"/>
                      <a:pt x="5" y="3"/>
                      <a:pt x="4" y="3"/>
                    </a:cubicBezTo>
                    <a:cubicBezTo>
                      <a:pt x="0" y="2"/>
                      <a:pt x="4" y="6"/>
                      <a:pt x="4" y="7"/>
                    </a:cubicBezTo>
                    <a:cubicBezTo>
                      <a:pt x="4" y="10"/>
                      <a:pt x="7" y="8"/>
                      <a:pt x="6" y="11"/>
                    </a:cubicBezTo>
                    <a:cubicBezTo>
                      <a:pt x="5" y="13"/>
                      <a:pt x="7" y="13"/>
                      <a:pt x="8" y="14"/>
                    </a:cubicBezTo>
                    <a:cubicBezTo>
                      <a:pt x="9" y="14"/>
                      <a:pt x="9" y="16"/>
                      <a:pt x="9" y="17"/>
                    </a:cubicBezTo>
                    <a:cubicBezTo>
                      <a:pt x="10" y="16"/>
                      <a:pt x="14" y="14"/>
                      <a:pt x="16" y="13"/>
                    </a:cubicBezTo>
                    <a:cubicBezTo>
                      <a:pt x="17" y="13"/>
                      <a:pt x="17" y="15"/>
                      <a:pt x="17" y="16"/>
                    </a:cubicBezTo>
                    <a:cubicBezTo>
                      <a:pt x="17" y="19"/>
                      <a:pt x="18" y="20"/>
                      <a:pt x="21" y="21"/>
                    </a:cubicBezTo>
                    <a:cubicBezTo>
                      <a:pt x="21" y="20"/>
                      <a:pt x="21" y="18"/>
                      <a:pt x="21" y="18"/>
                    </a:cubicBezTo>
                    <a:cubicBezTo>
                      <a:pt x="22" y="17"/>
                      <a:pt x="23" y="17"/>
                      <a:pt x="23" y="16"/>
                    </a:cubicBezTo>
                    <a:cubicBezTo>
                      <a:pt x="24" y="14"/>
                      <a:pt x="24" y="12"/>
                      <a:pt x="25" y="11"/>
                    </a:cubicBezTo>
                    <a:cubicBezTo>
                      <a:pt x="27" y="8"/>
                      <a:pt x="21" y="2"/>
                      <a:pt x="19" y="1"/>
                    </a:cubicBezTo>
                    <a:cubicBezTo>
                      <a:pt x="17" y="4"/>
                      <a:pt x="15" y="4"/>
                      <a:pt x="12" y="2"/>
                    </a:cubicBezTo>
                    <a:cubicBezTo>
                      <a:pt x="12" y="1"/>
                      <a:pt x="10" y="0"/>
                      <a:pt x="9" y="0"/>
                    </a:cubicBezTo>
                    <a:cubicBezTo>
                      <a:pt x="8" y="0"/>
                      <a:pt x="8" y="1"/>
                      <a:pt x="8" y="2"/>
                    </a:cubicBezTo>
                    <a:cubicBezTo>
                      <a:pt x="9" y="3"/>
                      <a:pt x="7" y="0"/>
                      <a:pt x="8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1" name="Freeform 680"/>
              <p:cNvSpPr>
                <a:spLocks/>
              </p:cNvSpPr>
              <p:nvPr/>
            </p:nvSpPr>
            <p:spPr bwMode="auto">
              <a:xfrm>
                <a:off x="13833954" y="7574093"/>
                <a:ext cx="82803" cy="95566"/>
              </a:xfrm>
              <a:custGeom>
                <a:avLst/>
                <a:gdLst>
                  <a:gd name="T0" fmla="*/ 3 w 9"/>
                  <a:gd name="T1" fmla="*/ 2 h 10"/>
                  <a:gd name="T2" fmla="*/ 0 w 9"/>
                  <a:gd name="T3" fmla="*/ 7 h 10"/>
                  <a:gd name="T4" fmla="*/ 4 w 9"/>
                  <a:gd name="T5" fmla="*/ 8 h 10"/>
                  <a:gd name="T6" fmla="*/ 9 w 9"/>
                  <a:gd name="T7" fmla="*/ 10 h 10"/>
                  <a:gd name="T8" fmla="*/ 7 w 9"/>
                  <a:gd name="T9" fmla="*/ 5 h 10"/>
                  <a:gd name="T10" fmla="*/ 8 w 9"/>
                  <a:gd name="T11" fmla="*/ 3 h 10"/>
                  <a:gd name="T12" fmla="*/ 3 w 9"/>
                  <a:gd name="T13" fmla="*/ 2 h 10"/>
                  <a:gd name="T14" fmla="*/ 3 w 9"/>
                  <a:gd name="T15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10">
                    <a:moveTo>
                      <a:pt x="3" y="2"/>
                    </a:moveTo>
                    <a:cubicBezTo>
                      <a:pt x="1" y="3"/>
                      <a:pt x="0" y="5"/>
                      <a:pt x="0" y="7"/>
                    </a:cubicBezTo>
                    <a:cubicBezTo>
                      <a:pt x="1" y="7"/>
                      <a:pt x="4" y="7"/>
                      <a:pt x="4" y="8"/>
                    </a:cubicBezTo>
                    <a:cubicBezTo>
                      <a:pt x="6" y="10"/>
                      <a:pt x="7" y="10"/>
                      <a:pt x="9" y="10"/>
                    </a:cubicBezTo>
                    <a:cubicBezTo>
                      <a:pt x="9" y="10"/>
                      <a:pt x="7" y="5"/>
                      <a:pt x="7" y="5"/>
                    </a:cubicBezTo>
                    <a:cubicBezTo>
                      <a:pt x="8" y="5"/>
                      <a:pt x="9" y="5"/>
                      <a:pt x="8" y="3"/>
                    </a:cubicBezTo>
                    <a:cubicBezTo>
                      <a:pt x="6" y="2"/>
                      <a:pt x="5" y="0"/>
                      <a:pt x="3" y="2"/>
                    </a:cubicBezTo>
                    <a:cubicBezTo>
                      <a:pt x="1" y="4"/>
                      <a:pt x="4" y="1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2" name="Freeform 681"/>
              <p:cNvSpPr>
                <a:spLocks/>
              </p:cNvSpPr>
              <p:nvPr/>
            </p:nvSpPr>
            <p:spPr bwMode="auto">
              <a:xfrm>
                <a:off x="13311662" y="7220495"/>
                <a:ext cx="324842" cy="251657"/>
              </a:xfrm>
              <a:custGeom>
                <a:avLst/>
                <a:gdLst>
                  <a:gd name="T0" fmla="*/ 29 w 35"/>
                  <a:gd name="T1" fmla="*/ 10 h 27"/>
                  <a:gd name="T2" fmla="*/ 30 w 35"/>
                  <a:gd name="T3" fmla="*/ 7 h 27"/>
                  <a:gd name="T4" fmla="*/ 29 w 35"/>
                  <a:gd name="T5" fmla="*/ 5 h 27"/>
                  <a:gd name="T6" fmla="*/ 35 w 35"/>
                  <a:gd name="T7" fmla="*/ 0 h 27"/>
                  <a:gd name="T8" fmla="*/ 25 w 35"/>
                  <a:gd name="T9" fmla="*/ 1 h 27"/>
                  <a:gd name="T10" fmla="*/ 19 w 35"/>
                  <a:gd name="T11" fmla="*/ 2 h 27"/>
                  <a:gd name="T12" fmla="*/ 13 w 35"/>
                  <a:gd name="T13" fmla="*/ 2 h 27"/>
                  <a:gd name="T14" fmla="*/ 8 w 35"/>
                  <a:gd name="T15" fmla="*/ 2 h 27"/>
                  <a:gd name="T16" fmla="*/ 7 w 35"/>
                  <a:gd name="T17" fmla="*/ 4 h 27"/>
                  <a:gd name="T18" fmla="*/ 6 w 35"/>
                  <a:gd name="T19" fmla="*/ 6 h 27"/>
                  <a:gd name="T20" fmla="*/ 3 w 35"/>
                  <a:gd name="T21" fmla="*/ 6 h 27"/>
                  <a:gd name="T22" fmla="*/ 3 w 35"/>
                  <a:gd name="T23" fmla="*/ 10 h 27"/>
                  <a:gd name="T24" fmla="*/ 4 w 35"/>
                  <a:gd name="T25" fmla="*/ 14 h 27"/>
                  <a:gd name="T26" fmla="*/ 2 w 35"/>
                  <a:gd name="T27" fmla="*/ 22 h 27"/>
                  <a:gd name="T28" fmla="*/ 7 w 35"/>
                  <a:gd name="T29" fmla="*/ 27 h 27"/>
                  <a:gd name="T30" fmla="*/ 13 w 35"/>
                  <a:gd name="T31" fmla="*/ 24 h 27"/>
                  <a:gd name="T32" fmla="*/ 22 w 35"/>
                  <a:gd name="T33" fmla="*/ 19 h 27"/>
                  <a:gd name="T34" fmla="*/ 28 w 35"/>
                  <a:gd name="T35" fmla="*/ 15 h 27"/>
                  <a:gd name="T36" fmla="*/ 29 w 35"/>
                  <a:gd name="T37" fmla="*/ 10 h 27"/>
                  <a:gd name="T38" fmla="*/ 29 w 35"/>
                  <a:gd name="T39" fmla="*/ 1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27">
                    <a:moveTo>
                      <a:pt x="29" y="10"/>
                    </a:moveTo>
                    <a:cubicBezTo>
                      <a:pt x="30" y="9"/>
                      <a:pt x="31" y="8"/>
                      <a:pt x="30" y="7"/>
                    </a:cubicBezTo>
                    <a:cubicBezTo>
                      <a:pt x="29" y="6"/>
                      <a:pt x="28" y="6"/>
                      <a:pt x="29" y="5"/>
                    </a:cubicBezTo>
                    <a:cubicBezTo>
                      <a:pt x="31" y="3"/>
                      <a:pt x="35" y="3"/>
                      <a:pt x="35" y="0"/>
                    </a:cubicBezTo>
                    <a:cubicBezTo>
                      <a:pt x="32" y="0"/>
                      <a:pt x="28" y="0"/>
                      <a:pt x="25" y="1"/>
                    </a:cubicBezTo>
                    <a:cubicBezTo>
                      <a:pt x="23" y="1"/>
                      <a:pt x="21" y="2"/>
                      <a:pt x="19" y="2"/>
                    </a:cubicBezTo>
                    <a:cubicBezTo>
                      <a:pt x="16" y="2"/>
                      <a:pt x="15" y="1"/>
                      <a:pt x="13" y="2"/>
                    </a:cubicBezTo>
                    <a:cubicBezTo>
                      <a:pt x="11" y="3"/>
                      <a:pt x="10" y="3"/>
                      <a:pt x="8" y="2"/>
                    </a:cubicBezTo>
                    <a:cubicBezTo>
                      <a:pt x="6" y="0"/>
                      <a:pt x="7" y="4"/>
                      <a:pt x="7" y="4"/>
                    </a:cubicBezTo>
                    <a:cubicBezTo>
                      <a:pt x="6" y="5"/>
                      <a:pt x="6" y="6"/>
                      <a:pt x="6" y="6"/>
                    </a:cubicBezTo>
                    <a:cubicBezTo>
                      <a:pt x="5" y="8"/>
                      <a:pt x="4" y="6"/>
                      <a:pt x="3" y="6"/>
                    </a:cubicBezTo>
                    <a:cubicBezTo>
                      <a:pt x="2" y="7"/>
                      <a:pt x="3" y="9"/>
                      <a:pt x="3" y="10"/>
                    </a:cubicBezTo>
                    <a:cubicBezTo>
                      <a:pt x="3" y="11"/>
                      <a:pt x="2" y="13"/>
                      <a:pt x="4" y="14"/>
                    </a:cubicBezTo>
                    <a:cubicBezTo>
                      <a:pt x="9" y="17"/>
                      <a:pt x="5" y="19"/>
                      <a:pt x="2" y="22"/>
                    </a:cubicBezTo>
                    <a:cubicBezTo>
                      <a:pt x="0" y="24"/>
                      <a:pt x="5" y="27"/>
                      <a:pt x="7" y="27"/>
                    </a:cubicBezTo>
                    <a:cubicBezTo>
                      <a:pt x="9" y="27"/>
                      <a:pt x="11" y="25"/>
                      <a:pt x="13" y="24"/>
                    </a:cubicBezTo>
                    <a:cubicBezTo>
                      <a:pt x="16" y="22"/>
                      <a:pt x="19" y="21"/>
                      <a:pt x="22" y="19"/>
                    </a:cubicBezTo>
                    <a:cubicBezTo>
                      <a:pt x="24" y="18"/>
                      <a:pt x="26" y="17"/>
                      <a:pt x="28" y="15"/>
                    </a:cubicBezTo>
                    <a:cubicBezTo>
                      <a:pt x="29" y="13"/>
                      <a:pt x="28" y="11"/>
                      <a:pt x="29" y="10"/>
                    </a:cubicBezTo>
                    <a:cubicBezTo>
                      <a:pt x="30" y="8"/>
                      <a:pt x="29" y="11"/>
                      <a:pt x="29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3" name="Freeform 682"/>
              <p:cNvSpPr>
                <a:spLocks/>
              </p:cNvSpPr>
              <p:nvPr/>
            </p:nvSpPr>
            <p:spPr bwMode="auto">
              <a:xfrm>
                <a:off x="13461341" y="7201383"/>
                <a:ext cx="464969" cy="439605"/>
              </a:xfrm>
              <a:custGeom>
                <a:avLst/>
                <a:gdLst>
                  <a:gd name="T0" fmla="*/ 47 w 50"/>
                  <a:gd name="T1" fmla="*/ 36 h 47"/>
                  <a:gd name="T2" fmla="*/ 45 w 50"/>
                  <a:gd name="T3" fmla="*/ 34 h 47"/>
                  <a:gd name="T4" fmla="*/ 46 w 50"/>
                  <a:gd name="T5" fmla="*/ 32 h 47"/>
                  <a:gd name="T6" fmla="*/ 41 w 50"/>
                  <a:gd name="T7" fmla="*/ 27 h 47"/>
                  <a:gd name="T8" fmla="*/ 38 w 50"/>
                  <a:gd name="T9" fmla="*/ 25 h 47"/>
                  <a:gd name="T10" fmla="*/ 35 w 50"/>
                  <a:gd name="T11" fmla="*/ 18 h 47"/>
                  <a:gd name="T12" fmla="*/ 38 w 50"/>
                  <a:gd name="T13" fmla="*/ 10 h 47"/>
                  <a:gd name="T14" fmla="*/ 34 w 50"/>
                  <a:gd name="T15" fmla="*/ 6 h 47"/>
                  <a:gd name="T16" fmla="*/ 32 w 50"/>
                  <a:gd name="T17" fmla="*/ 2 h 47"/>
                  <a:gd name="T18" fmla="*/ 30 w 50"/>
                  <a:gd name="T19" fmla="*/ 3 h 47"/>
                  <a:gd name="T20" fmla="*/ 28 w 50"/>
                  <a:gd name="T21" fmla="*/ 1 h 47"/>
                  <a:gd name="T22" fmla="*/ 25 w 50"/>
                  <a:gd name="T23" fmla="*/ 2 h 47"/>
                  <a:gd name="T24" fmla="*/ 20 w 50"/>
                  <a:gd name="T25" fmla="*/ 1 h 47"/>
                  <a:gd name="T26" fmla="*/ 18 w 50"/>
                  <a:gd name="T27" fmla="*/ 4 h 47"/>
                  <a:gd name="T28" fmla="*/ 13 w 50"/>
                  <a:gd name="T29" fmla="*/ 7 h 47"/>
                  <a:gd name="T30" fmla="*/ 14 w 50"/>
                  <a:gd name="T31" fmla="*/ 10 h 47"/>
                  <a:gd name="T32" fmla="*/ 13 w 50"/>
                  <a:gd name="T33" fmla="*/ 13 h 47"/>
                  <a:gd name="T34" fmla="*/ 9 w 50"/>
                  <a:gd name="T35" fmla="*/ 19 h 47"/>
                  <a:gd name="T36" fmla="*/ 1 w 50"/>
                  <a:gd name="T37" fmla="*/ 25 h 47"/>
                  <a:gd name="T38" fmla="*/ 3 w 50"/>
                  <a:gd name="T39" fmla="*/ 30 h 47"/>
                  <a:gd name="T40" fmla="*/ 9 w 50"/>
                  <a:gd name="T41" fmla="*/ 31 h 47"/>
                  <a:gd name="T42" fmla="*/ 18 w 50"/>
                  <a:gd name="T43" fmla="*/ 36 h 47"/>
                  <a:gd name="T44" fmla="*/ 29 w 50"/>
                  <a:gd name="T45" fmla="*/ 45 h 47"/>
                  <a:gd name="T46" fmla="*/ 38 w 50"/>
                  <a:gd name="T47" fmla="*/ 47 h 47"/>
                  <a:gd name="T48" fmla="*/ 43 w 50"/>
                  <a:gd name="T49" fmla="*/ 42 h 47"/>
                  <a:gd name="T50" fmla="*/ 50 w 50"/>
                  <a:gd name="T51" fmla="*/ 43 h 47"/>
                  <a:gd name="T52" fmla="*/ 47 w 50"/>
                  <a:gd name="T53" fmla="*/ 39 h 47"/>
                  <a:gd name="T54" fmla="*/ 47 w 50"/>
                  <a:gd name="T55" fmla="*/ 36 h 47"/>
                  <a:gd name="T56" fmla="*/ 47 w 50"/>
                  <a:gd name="T57" fmla="*/ 3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0" h="47">
                    <a:moveTo>
                      <a:pt x="47" y="36"/>
                    </a:moveTo>
                    <a:cubicBezTo>
                      <a:pt x="47" y="36"/>
                      <a:pt x="45" y="35"/>
                      <a:pt x="45" y="34"/>
                    </a:cubicBezTo>
                    <a:cubicBezTo>
                      <a:pt x="45" y="33"/>
                      <a:pt x="46" y="33"/>
                      <a:pt x="46" y="32"/>
                    </a:cubicBezTo>
                    <a:cubicBezTo>
                      <a:pt x="45" y="30"/>
                      <a:pt x="43" y="29"/>
                      <a:pt x="41" y="27"/>
                    </a:cubicBezTo>
                    <a:cubicBezTo>
                      <a:pt x="40" y="27"/>
                      <a:pt x="38" y="26"/>
                      <a:pt x="38" y="25"/>
                    </a:cubicBezTo>
                    <a:cubicBezTo>
                      <a:pt x="37" y="23"/>
                      <a:pt x="35" y="21"/>
                      <a:pt x="35" y="18"/>
                    </a:cubicBezTo>
                    <a:cubicBezTo>
                      <a:pt x="34" y="16"/>
                      <a:pt x="40" y="12"/>
                      <a:pt x="38" y="10"/>
                    </a:cubicBezTo>
                    <a:cubicBezTo>
                      <a:pt x="36" y="9"/>
                      <a:pt x="35" y="8"/>
                      <a:pt x="34" y="6"/>
                    </a:cubicBezTo>
                    <a:cubicBezTo>
                      <a:pt x="33" y="5"/>
                      <a:pt x="33" y="3"/>
                      <a:pt x="32" y="2"/>
                    </a:cubicBezTo>
                    <a:cubicBezTo>
                      <a:pt x="31" y="2"/>
                      <a:pt x="31" y="3"/>
                      <a:pt x="30" y="3"/>
                    </a:cubicBezTo>
                    <a:cubicBezTo>
                      <a:pt x="28" y="3"/>
                      <a:pt x="29" y="1"/>
                      <a:pt x="28" y="1"/>
                    </a:cubicBezTo>
                    <a:cubicBezTo>
                      <a:pt x="27" y="1"/>
                      <a:pt x="25" y="2"/>
                      <a:pt x="25" y="2"/>
                    </a:cubicBezTo>
                    <a:cubicBezTo>
                      <a:pt x="23" y="0"/>
                      <a:pt x="22" y="1"/>
                      <a:pt x="20" y="1"/>
                    </a:cubicBezTo>
                    <a:cubicBezTo>
                      <a:pt x="18" y="2"/>
                      <a:pt x="19" y="3"/>
                      <a:pt x="18" y="4"/>
                    </a:cubicBezTo>
                    <a:cubicBezTo>
                      <a:pt x="16" y="5"/>
                      <a:pt x="14" y="5"/>
                      <a:pt x="13" y="7"/>
                    </a:cubicBezTo>
                    <a:cubicBezTo>
                      <a:pt x="12" y="9"/>
                      <a:pt x="14" y="8"/>
                      <a:pt x="14" y="10"/>
                    </a:cubicBezTo>
                    <a:cubicBezTo>
                      <a:pt x="14" y="11"/>
                      <a:pt x="13" y="11"/>
                      <a:pt x="13" y="13"/>
                    </a:cubicBezTo>
                    <a:cubicBezTo>
                      <a:pt x="13" y="16"/>
                      <a:pt x="12" y="17"/>
                      <a:pt x="9" y="19"/>
                    </a:cubicBezTo>
                    <a:cubicBezTo>
                      <a:pt x="7" y="20"/>
                      <a:pt x="0" y="23"/>
                      <a:pt x="1" y="25"/>
                    </a:cubicBezTo>
                    <a:cubicBezTo>
                      <a:pt x="2" y="26"/>
                      <a:pt x="2" y="29"/>
                      <a:pt x="3" y="30"/>
                    </a:cubicBezTo>
                    <a:cubicBezTo>
                      <a:pt x="4" y="31"/>
                      <a:pt x="8" y="31"/>
                      <a:pt x="9" y="31"/>
                    </a:cubicBezTo>
                    <a:cubicBezTo>
                      <a:pt x="12" y="32"/>
                      <a:pt x="15" y="34"/>
                      <a:pt x="18" y="36"/>
                    </a:cubicBezTo>
                    <a:cubicBezTo>
                      <a:pt x="22" y="39"/>
                      <a:pt x="25" y="42"/>
                      <a:pt x="29" y="45"/>
                    </a:cubicBezTo>
                    <a:cubicBezTo>
                      <a:pt x="32" y="47"/>
                      <a:pt x="35" y="47"/>
                      <a:pt x="38" y="47"/>
                    </a:cubicBezTo>
                    <a:cubicBezTo>
                      <a:pt x="41" y="47"/>
                      <a:pt x="41" y="44"/>
                      <a:pt x="43" y="42"/>
                    </a:cubicBezTo>
                    <a:cubicBezTo>
                      <a:pt x="45" y="40"/>
                      <a:pt x="49" y="44"/>
                      <a:pt x="50" y="43"/>
                    </a:cubicBezTo>
                    <a:cubicBezTo>
                      <a:pt x="49" y="42"/>
                      <a:pt x="48" y="41"/>
                      <a:pt x="47" y="39"/>
                    </a:cubicBezTo>
                    <a:cubicBezTo>
                      <a:pt x="47" y="38"/>
                      <a:pt x="48" y="37"/>
                      <a:pt x="47" y="36"/>
                    </a:cubicBezTo>
                    <a:cubicBezTo>
                      <a:pt x="46" y="35"/>
                      <a:pt x="48" y="37"/>
                      <a:pt x="47" y="3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4" name="Freeform 683"/>
              <p:cNvSpPr>
                <a:spLocks/>
              </p:cNvSpPr>
              <p:nvPr/>
            </p:nvSpPr>
            <p:spPr bwMode="auto">
              <a:xfrm>
                <a:off x="12872168" y="6946541"/>
                <a:ext cx="885351" cy="337667"/>
              </a:xfrm>
              <a:custGeom>
                <a:avLst/>
                <a:gdLst>
                  <a:gd name="T0" fmla="*/ 52 w 95"/>
                  <a:gd name="T1" fmla="*/ 36 h 36"/>
                  <a:gd name="T2" fmla="*/ 54 w 95"/>
                  <a:gd name="T3" fmla="*/ 33 h 36"/>
                  <a:gd name="T4" fmla="*/ 55 w 95"/>
                  <a:gd name="T5" fmla="*/ 31 h 36"/>
                  <a:gd name="T6" fmla="*/ 60 w 95"/>
                  <a:gd name="T7" fmla="*/ 31 h 36"/>
                  <a:gd name="T8" fmla="*/ 64 w 95"/>
                  <a:gd name="T9" fmla="*/ 31 h 36"/>
                  <a:gd name="T10" fmla="*/ 75 w 95"/>
                  <a:gd name="T11" fmla="*/ 29 h 36"/>
                  <a:gd name="T12" fmla="*/ 85 w 95"/>
                  <a:gd name="T13" fmla="*/ 28 h 36"/>
                  <a:gd name="T14" fmla="*/ 90 w 95"/>
                  <a:gd name="T15" fmla="*/ 28 h 36"/>
                  <a:gd name="T16" fmla="*/ 92 w 95"/>
                  <a:gd name="T17" fmla="*/ 30 h 36"/>
                  <a:gd name="T18" fmla="*/ 94 w 95"/>
                  <a:gd name="T19" fmla="*/ 28 h 36"/>
                  <a:gd name="T20" fmla="*/ 92 w 95"/>
                  <a:gd name="T21" fmla="*/ 24 h 36"/>
                  <a:gd name="T22" fmla="*/ 92 w 95"/>
                  <a:gd name="T23" fmla="*/ 22 h 36"/>
                  <a:gd name="T24" fmla="*/ 91 w 95"/>
                  <a:gd name="T25" fmla="*/ 17 h 36"/>
                  <a:gd name="T26" fmla="*/ 93 w 95"/>
                  <a:gd name="T27" fmla="*/ 14 h 36"/>
                  <a:gd name="T28" fmla="*/ 89 w 95"/>
                  <a:gd name="T29" fmla="*/ 8 h 36"/>
                  <a:gd name="T30" fmla="*/ 83 w 95"/>
                  <a:gd name="T31" fmla="*/ 3 h 36"/>
                  <a:gd name="T32" fmla="*/ 80 w 95"/>
                  <a:gd name="T33" fmla="*/ 3 h 36"/>
                  <a:gd name="T34" fmla="*/ 78 w 95"/>
                  <a:gd name="T35" fmla="*/ 3 h 36"/>
                  <a:gd name="T36" fmla="*/ 73 w 95"/>
                  <a:gd name="T37" fmla="*/ 6 h 36"/>
                  <a:gd name="T38" fmla="*/ 63 w 95"/>
                  <a:gd name="T39" fmla="*/ 6 h 36"/>
                  <a:gd name="T40" fmla="*/ 58 w 95"/>
                  <a:gd name="T41" fmla="*/ 6 h 36"/>
                  <a:gd name="T42" fmla="*/ 54 w 95"/>
                  <a:gd name="T43" fmla="*/ 4 h 36"/>
                  <a:gd name="T44" fmla="*/ 50 w 95"/>
                  <a:gd name="T45" fmla="*/ 2 h 36"/>
                  <a:gd name="T46" fmla="*/ 46 w 95"/>
                  <a:gd name="T47" fmla="*/ 0 h 36"/>
                  <a:gd name="T48" fmla="*/ 37 w 95"/>
                  <a:gd name="T49" fmla="*/ 0 h 36"/>
                  <a:gd name="T50" fmla="*/ 29 w 95"/>
                  <a:gd name="T51" fmla="*/ 4 h 36"/>
                  <a:gd name="T52" fmla="*/ 18 w 95"/>
                  <a:gd name="T53" fmla="*/ 5 h 36"/>
                  <a:gd name="T54" fmla="*/ 16 w 95"/>
                  <a:gd name="T55" fmla="*/ 6 h 36"/>
                  <a:gd name="T56" fmla="*/ 18 w 95"/>
                  <a:gd name="T57" fmla="*/ 7 h 36"/>
                  <a:gd name="T58" fmla="*/ 15 w 95"/>
                  <a:gd name="T59" fmla="*/ 8 h 36"/>
                  <a:gd name="T60" fmla="*/ 13 w 95"/>
                  <a:gd name="T61" fmla="*/ 9 h 36"/>
                  <a:gd name="T62" fmla="*/ 4 w 95"/>
                  <a:gd name="T63" fmla="*/ 9 h 36"/>
                  <a:gd name="T64" fmla="*/ 3 w 95"/>
                  <a:gd name="T65" fmla="*/ 11 h 36"/>
                  <a:gd name="T66" fmla="*/ 3 w 95"/>
                  <a:gd name="T67" fmla="*/ 15 h 36"/>
                  <a:gd name="T68" fmla="*/ 5 w 95"/>
                  <a:gd name="T69" fmla="*/ 14 h 36"/>
                  <a:gd name="T70" fmla="*/ 3 w 95"/>
                  <a:gd name="T71" fmla="*/ 17 h 36"/>
                  <a:gd name="T72" fmla="*/ 5 w 95"/>
                  <a:gd name="T73" fmla="*/ 17 h 36"/>
                  <a:gd name="T74" fmla="*/ 5 w 95"/>
                  <a:gd name="T75" fmla="*/ 19 h 36"/>
                  <a:gd name="T76" fmla="*/ 3 w 95"/>
                  <a:gd name="T77" fmla="*/ 20 h 36"/>
                  <a:gd name="T78" fmla="*/ 4 w 95"/>
                  <a:gd name="T79" fmla="*/ 22 h 36"/>
                  <a:gd name="T80" fmla="*/ 4 w 95"/>
                  <a:gd name="T81" fmla="*/ 25 h 36"/>
                  <a:gd name="T82" fmla="*/ 8 w 95"/>
                  <a:gd name="T83" fmla="*/ 27 h 36"/>
                  <a:gd name="T84" fmla="*/ 7 w 95"/>
                  <a:gd name="T85" fmla="*/ 30 h 36"/>
                  <a:gd name="T86" fmla="*/ 10 w 95"/>
                  <a:gd name="T87" fmla="*/ 30 h 36"/>
                  <a:gd name="T88" fmla="*/ 8 w 95"/>
                  <a:gd name="T89" fmla="*/ 31 h 36"/>
                  <a:gd name="T90" fmla="*/ 10 w 95"/>
                  <a:gd name="T91" fmla="*/ 31 h 36"/>
                  <a:gd name="T92" fmla="*/ 9 w 95"/>
                  <a:gd name="T93" fmla="*/ 34 h 36"/>
                  <a:gd name="T94" fmla="*/ 11 w 95"/>
                  <a:gd name="T95" fmla="*/ 35 h 36"/>
                  <a:gd name="T96" fmla="*/ 12 w 95"/>
                  <a:gd name="T97" fmla="*/ 31 h 36"/>
                  <a:gd name="T98" fmla="*/ 16 w 95"/>
                  <a:gd name="T99" fmla="*/ 32 h 36"/>
                  <a:gd name="T100" fmla="*/ 22 w 95"/>
                  <a:gd name="T101" fmla="*/ 33 h 36"/>
                  <a:gd name="T102" fmla="*/ 27 w 95"/>
                  <a:gd name="T103" fmla="*/ 31 h 36"/>
                  <a:gd name="T104" fmla="*/ 35 w 95"/>
                  <a:gd name="T105" fmla="*/ 35 h 36"/>
                  <a:gd name="T106" fmla="*/ 42 w 95"/>
                  <a:gd name="T107" fmla="*/ 32 h 36"/>
                  <a:gd name="T108" fmla="*/ 44 w 95"/>
                  <a:gd name="T109" fmla="*/ 30 h 36"/>
                  <a:gd name="T110" fmla="*/ 48 w 95"/>
                  <a:gd name="T111" fmla="*/ 31 h 36"/>
                  <a:gd name="T112" fmla="*/ 50 w 95"/>
                  <a:gd name="T113" fmla="*/ 33 h 36"/>
                  <a:gd name="T114" fmla="*/ 50 w 95"/>
                  <a:gd name="T115" fmla="*/ 35 h 36"/>
                  <a:gd name="T116" fmla="*/ 52 w 95"/>
                  <a:gd name="T117" fmla="*/ 36 h 36"/>
                  <a:gd name="T118" fmla="*/ 52 w 95"/>
                  <a:gd name="T11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95" h="36">
                    <a:moveTo>
                      <a:pt x="52" y="36"/>
                    </a:moveTo>
                    <a:cubicBezTo>
                      <a:pt x="53" y="35"/>
                      <a:pt x="54" y="33"/>
                      <a:pt x="54" y="33"/>
                    </a:cubicBezTo>
                    <a:cubicBezTo>
                      <a:pt x="53" y="31"/>
                      <a:pt x="54" y="30"/>
                      <a:pt x="55" y="31"/>
                    </a:cubicBezTo>
                    <a:cubicBezTo>
                      <a:pt x="57" y="32"/>
                      <a:pt x="58" y="31"/>
                      <a:pt x="60" y="31"/>
                    </a:cubicBezTo>
                    <a:cubicBezTo>
                      <a:pt x="62" y="30"/>
                      <a:pt x="62" y="30"/>
                      <a:pt x="64" y="31"/>
                    </a:cubicBezTo>
                    <a:cubicBezTo>
                      <a:pt x="68" y="31"/>
                      <a:pt x="71" y="29"/>
                      <a:pt x="75" y="29"/>
                    </a:cubicBezTo>
                    <a:cubicBezTo>
                      <a:pt x="78" y="29"/>
                      <a:pt x="82" y="29"/>
                      <a:pt x="85" y="28"/>
                    </a:cubicBezTo>
                    <a:cubicBezTo>
                      <a:pt x="87" y="27"/>
                      <a:pt x="87" y="29"/>
                      <a:pt x="90" y="28"/>
                    </a:cubicBezTo>
                    <a:cubicBezTo>
                      <a:pt x="92" y="27"/>
                      <a:pt x="91" y="29"/>
                      <a:pt x="92" y="30"/>
                    </a:cubicBezTo>
                    <a:cubicBezTo>
                      <a:pt x="93" y="31"/>
                      <a:pt x="95" y="29"/>
                      <a:pt x="94" y="28"/>
                    </a:cubicBezTo>
                    <a:cubicBezTo>
                      <a:pt x="93" y="27"/>
                      <a:pt x="95" y="25"/>
                      <a:pt x="92" y="24"/>
                    </a:cubicBezTo>
                    <a:cubicBezTo>
                      <a:pt x="91" y="23"/>
                      <a:pt x="93" y="23"/>
                      <a:pt x="92" y="22"/>
                    </a:cubicBezTo>
                    <a:cubicBezTo>
                      <a:pt x="92" y="20"/>
                      <a:pt x="91" y="19"/>
                      <a:pt x="91" y="17"/>
                    </a:cubicBezTo>
                    <a:cubicBezTo>
                      <a:pt x="91" y="16"/>
                      <a:pt x="93" y="14"/>
                      <a:pt x="93" y="14"/>
                    </a:cubicBezTo>
                    <a:cubicBezTo>
                      <a:pt x="92" y="12"/>
                      <a:pt x="90" y="11"/>
                      <a:pt x="89" y="8"/>
                    </a:cubicBezTo>
                    <a:cubicBezTo>
                      <a:pt x="87" y="5"/>
                      <a:pt x="87" y="4"/>
                      <a:pt x="83" y="3"/>
                    </a:cubicBezTo>
                    <a:cubicBezTo>
                      <a:pt x="82" y="3"/>
                      <a:pt x="81" y="3"/>
                      <a:pt x="80" y="3"/>
                    </a:cubicBezTo>
                    <a:cubicBezTo>
                      <a:pt x="78" y="2"/>
                      <a:pt x="79" y="3"/>
                      <a:pt x="78" y="3"/>
                    </a:cubicBezTo>
                    <a:cubicBezTo>
                      <a:pt x="76" y="5"/>
                      <a:pt x="74" y="5"/>
                      <a:pt x="73" y="6"/>
                    </a:cubicBezTo>
                    <a:cubicBezTo>
                      <a:pt x="70" y="7"/>
                      <a:pt x="66" y="6"/>
                      <a:pt x="63" y="6"/>
                    </a:cubicBezTo>
                    <a:cubicBezTo>
                      <a:pt x="61" y="6"/>
                      <a:pt x="59" y="6"/>
                      <a:pt x="58" y="6"/>
                    </a:cubicBezTo>
                    <a:cubicBezTo>
                      <a:pt x="56" y="5"/>
                      <a:pt x="56" y="4"/>
                      <a:pt x="54" y="4"/>
                    </a:cubicBezTo>
                    <a:cubicBezTo>
                      <a:pt x="52" y="4"/>
                      <a:pt x="51" y="3"/>
                      <a:pt x="50" y="2"/>
                    </a:cubicBezTo>
                    <a:cubicBezTo>
                      <a:pt x="49" y="2"/>
                      <a:pt x="45" y="0"/>
                      <a:pt x="46" y="0"/>
                    </a:cubicBezTo>
                    <a:cubicBezTo>
                      <a:pt x="44" y="1"/>
                      <a:pt x="39" y="0"/>
                      <a:pt x="37" y="0"/>
                    </a:cubicBezTo>
                    <a:cubicBezTo>
                      <a:pt x="34" y="0"/>
                      <a:pt x="31" y="3"/>
                      <a:pt x="29" y="4"/>
                    </a:cubicBezTo>
                    <a:cubicBezTo>
                      <a:pt x="26" y="6"/>
                      <a:pt x="21" y="4"/>
                      <a:pt x="18" y="5"/>
                    </a:cubicBezTo>
                    <a:cubicBezTo>
                      <a:pt x="17" y="5"/>
                      <a:pt x="16" y="5"/>
                      <a:pt x="16" y="6"/>
                    </a:cubicBezTo>
                    <a:cubicBezTo>
                      <a:pt x="16" y="6"/>
                      <a:pt x="18" y="6"/>
                      <a:pt x="18" y="7"/>
                    </a:cubicBezTo>
                    <a:cubicBezTo>
                      <a:pt x="18" y="7"/>
                      <a:pt x="15" y="7"/>
                      <a:pt x="15" y="8"/>
                    </a:cubicBezTo>
                    <a:cubicBezTo>
                      <a:pt x="15" y="9"/>
                      <a:pt x="15" y="9"/>
                      <a:pt x="13" y="9"/>
                    </a:cubicBezTo>
                    <a:cubicBezTo>
                      <a:pt x="10" y="9"/>
                      <a:pt x="7" y="9"/>
                      <a:pt x="4" y="9"/>
                    </a:cubicBezTo>
                    <a:cubicBezTo>
                      <a:pt x="2" y="9"/>
                      <a:pt x="3" y="10"/>
                      <a:pt x="3" y="11"/>
                    </a:cubicBezTo>
                    <a:cubicBezTo>
                      <a:pt x="2" y="13"/>
                      <a:pt x="0" y="14"/>
                      <a:pt x="3" y="15"/>
                    </a:cubicBezTo>
                    <a:cubicBezTo>
                      <a:pt x="3" y="15"/>
                      <a:pt x="5" y="14"/>
                      <a:pt x="5" y="14"/>
                    </a:cubicBezTo>
                    <a:cubicBezTo>
                      <a:pt x="5" y="15"/>
                      <a:pt x="3" y="17"/>
                      <a:pt x="3" y="17"/>
                    </a:cubicBezTo>
                    <a:cubicBezTo>
                      <a:pt x="4" y="18"/>
                      <a:pt x="4" y="17"/>
                      <a:pt x="5" y="17"/>
                    </a:cubicBezTo>
                    <a:cubicBezTo>
                      <a:pt x="5" y="17"/>
                      <a:pt x="5" y="19"/>
                      <a:pt x="5" y="19"/>
                    </a:cubicBezTo>
                    <a:cubicBezTo>
                      <a:pt x="7" y="22"/>
                      <a:pt x="4" y="20"/>
                      <a:pt x="3" y="20"/>
                    </a:cubicBezTo>
                    <a:cubicBezTo>
                      <a:pt x="3" y="20"/>
                      <a:pt x="2" y="23"/>
                      <a:pt x="4" y="22"/>
                    </a:cubicBezTo>
                    <a:cubicBezTo>
                      <a:pt x="6" y="22"/>
                      <a:pt x="4" y="24"/>
                      <a:pt x="4" y="25"/>
                    </a:cubicBezTo>
                    <a:cubicBezTo>
                      <a:pt x="4" y="26"/>
                      <a:pt x="7" y="26"/>
                      <a:pt x="8" y="27"/>
                    </a:cubicBezTo>
                    <a:cubicBezTo>
                      <a:pt x="9" y="28"/>
                      <a:pt x="7" y="30"/>
                      <a:pt x="7" y="30"/>
                    </a:cubicBezTo>
                    <a:cubicBezTo>
                      <a:pt x="8" y="30"/>
                      <a:pt x="9" y="28"/>
                      <a:pt x="10" y="30"/>
                    </a:cubicBezTo>
                    <a:cubicBezTo>
                      <a:pt x="10" y="31"/>
                      <a:pt x="8" y="31"/>
                      <a:pt x="8" y="31"/>
                    </a:cubicBezTo>
                    <a:cubicBezTo>
                      <a:pt x="8" y="31"/>
                      <a:pt x="10" y="31"/>
                      <a:pt x="10" y="31"/>
                    </a:cubicBezTo>
                    <a:cubicBezTo>
                      <a:pt x="11" y="32"/>
                      <a:pt x="10" y="33"/>
                      <a:pt x="9" y="34"/>
                    </a:cubicBezTo>
                    <a:cubicBezTo>
                      <a:pt x="9" y="35"/>
                      <a:pt x="11" y="36"/>
                      <a:pt x="11" y="35"/>
                    </a:cubicBezTo>
                    <a:cubicBezTo>
                      <a:pt x="12" y="34"/>
                      <a:pt x="11" y="32"/>
                      <a:pt x="12" y="31"/>
                    </a:cubicBezTo>
                    <a:cubicBezTo>
                      <a:pt x="13" y="30"/>
                      <a:pt x="15" y="32"/>
                      <a:pt x="16" y="32"/>
                    </a:cubicBezTo>
                    <a:cubicBezTo>
                      <a:pt x="18" y="33"/>
                      <a:pt x="20" y="35"/>
                      <a:pt x="22" y="33"/>
                    </a:cubicBezTo>
                    <a:cubicBezTo>
                      <a:pt x="25" y="32"/>
                      <a:pt x="23" y="29"/>
                      <a:pt x="27" y="31"/>
                    </a:cubicBezTo>
                    <a:cubicBezTo>
                      <a:pt x="29" y="33"/>
                      <a:pt x="32" y="35"/>
                      <a:pt x="35" y="35"/>
                    </a:cubicBezTo>
                    <a:cubicBezTo>
                      <a:pt x="37" y="34"/>
                      <a:pt x="40" y="33"/>
                      <a:pt x="42" y="32"/>
                    </a:cubicBezTo>
                    <a:cubicBezTo>
                      <a:pt x="43" y="31"/>
                      <a:pt x="43" y="30"/>
                      <a:pt x="44" y="30"/>
                    </a:cubicBezTo>
                    <a:cubicBezTo>
                      <a:pt x="46" y="31"/>
                      <a:pt x="47" y="32"/>
                      <a:pt x="48" y="31"/>
                    </a:cubicBezTo>
                    <a:cubicBezTo>
                      <a:pt x="51" y="30"/>
                      <a:pt x="51" y="31"/>
                      <a:pt x="50" y="33"/>
                    </a:cubicBezTo>
                    <a:cubicBezTo>
                      <a:pt x="50" y="34"/>
                      <a:pt x="52" y="34"/>
                      <a:pt x="50" y="35"/>
                    </a:cubicBezTo>
                    <a:cubicBezTo>
                      <a:pt x="51" y="36"/>
                      <a:pt x="51" y="36"/>
                      <a:pt x="52" y="36"/>
                    </a:cubicBezTo>
                    <a:cubicBezTo>
                      <a:pt x="53" y="35"/>
                      <a:pt x="51" y="36"/>
                      <a:pt x="52" y="3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5" name="Freeform 684"/>
              <p:cNvSpPr>
                <a:spLocks/>
              </p:cNvSpPr>
              <p:nvPr/>
            </p:nvSpPr>
            <p:spPr bwMode="auto">
              <a:xfrm>
                <a:off x="13273442" y="7481712"/>
                <a:ext cx="980892" cy="786831"/>
              </a:xfrm>
              <a:custGeom>
                <a:avLst/>
                <a:gdLst>
                  <a:gd name="T0" fmla="*/ 65 w 105"/>
                  <a:gd name="T1" fmla="*/ 20 h 84"/>
                  <a:gd name="T2" fmla="*/ 61 w 105"/>
                  <a:gd name="T3" fmla="*/ 17 h 84"/>
                  <a:gd name="T4" fmla="*/ 52 w 105"/>
                  <a:gd name="T5" fmla="*/ 17 h 84"/>
                  <a:gd name="T6" fmla="*/ 48 w 105"/>
                  <a:gd name="T7" fmla="*/ 15 h 84"/>
                  <a:gd name="T8" fmla="*/ 40 w 105"/>
                  <a:gd name="T9" fmla="*/ 8 h 84"/>
                  <a:gd name="T10" fmla="*/ 27 w 105"/>
                  <a:gd name="T11" fmla="*/ 1 h 84"/>
                  <a:gd name="T12" fmla="*/ 21 w 105"/>
                  <a:gd name="T13" fmla="*/ 1 h 84"/>
                  <a:gd name="T14" fmla="*/ 13 w 105"/>
                  <a:gd name="T15" fmla="*/ 3 h 84"/>
                  <a:gd name="T16" fmla="*/ 17 w 105"/>
                  <a:gd name="T17" fmla="*/ 9 h 84"/>
                  <a:gd name="T18" fmla="*/ 13 w 105"/>
                  <a:gd name="T19" fmla="*/ 12 h 84"/>
                  <a:gd name="T20" fmla="*/ 10 w 105"/>
                  <a:gd name="T21" fmla="*/ 12 h 84"/>
                  <a:gd name="T22" fmla="*/ 9 w 105"/>
                  <a:gd name="T23" fmla="*/ 14 h 84"/>
                  <a:gd name="T24" fmla="*/ 2 w 105"/>
                  <a:gd name="T25" fmla="*/ 14 h 84"/>
                  <a:gd name="T26" fmla="*/ 1 w 105"/>
                  <a:gd name="T27" fmla="*/ 19 h 84"/>
                  <a:gd name="T28" fmla="*/ 3 w 105"/>
                  <a:gd name="T29" fmla="*/ 22 h 84"/>
                  <a:gd name="T30" fmla="*/ 8 w 105"/>
                  <a:gd name="T31" fmla="*/ 31 h 84"/>
                  <a:gd name="T32" fmla="*/ 12 w 105"/>
                  <a:gd name="T33" fmla="*/ 38 h 84"/>
                  <a:gd name="T34" fmla="*/ 15 w 105"/>
                  <a:gd name="T35" fmla="*/ 42 h 84"/>
                  <a:gd name="T36" fmla="*/ 20 w 105"/>
                  <a:gd name="T37" fmla="*/ 46 h 84"/>
                  <a:gd name="T38" fmla="*/ 22 w 105"/>
                  <a:gd name="T39" fmla="*/ 53 h 84"/>
                  <a:gd name="T40" fmla="*/ 23 w 105"/>
                  <a:gd name="T41" fmla="*/ 59 h 84"/>
                  <a:gd name="T42" fmla="*/ 31 w 105"/>
                  <a:gd name="T43" fmla="*/ 67 h 84"/>
                  <a:gd name="T44" fmla="*/ 36 w 105"/>
                  <a:gd name="T45" fmla="*/ 76 h 84"/>
                  <a:gd name="T46" fmla="*/ 40 w 105"/>
                  <a:gd name="T47" fmla="*/ 81 h 84"/>
                  <a:gd name="T48" fmla="*/ 41 w 105"/>
                  <a:gd name="T49" fmla="*/ 84 h 84"/>
                  <a:gd name="T50" fmla="*/ 43 w 105"/>
                  <a:gd name="T51" fmla="*/ 81 h 84"/>
                  <a:gd name="T52" fmla="*/ 50 w 105"/>
                  <a:gd name="T53" fmla="*/ 79 h 84"/>
                  <a:gd name="T54" fmla="*/ 60 w 105"/>
                  <a:gd name="T55" fmla="*/ 80 h 84"/>
                  <a:gd name="T56" fmla="*/ 66 w 105"/>
                  <a:gd name="T57" fmla="*/ 77 h 84"/>
                  <a:gd name="T58" fmla="*/ 76 w 105"/>
                  <a:gd name="T59" fmla="*/ 72 h 84"/>
                  <a:gd name="T60" fmla="*/ 94 w 105"/>
                  <a:gd name="T61" fmla="*/ 68 h 84"/>
                  <a:gd name="T62" fmla="*/ 102 w 105"/>
                  <a:gd name="T63" fmla="*/ 66 h 84"/>
                  <a:gd name="T64" fmla="*/ 104 w 105"/>
                  <a:gd name="T65" fmla="*/ 61 h 84"/>
                  <a:gd name="T66" fmla="*/ 105 w 105"/>
                  <a:gd name="T67" fmla="*/ 56 h 84"/>
                  <a:gd name="T68" fmla="*/ 103 w 105"/>
                  <a:gd name="T69" fmla="*/ 51 h 84"/>
                  <a:gd name="T70" fmla="*/ 93 w 105"/>
                  <a:gd name="T71" fmla="*/ 50 h 84"/>
                  <a:gd name="T72" fmla="*/ 88 w 105"/>
                  <a:gd name="T73" fmla="*/ 47 h 84"/>
                  <a:gd name="T74" fmla="*/ 81 w 105"/>
                  <a:gd name="T75" fmla="*/ 39 h 84"/>
                  <a:gd name="T76" fmla="*/ 77 w 105"/>
                  <a:gd name="T77" fmla="*/ 34 h 84"/>
                  <a:gd name="T78" fmla="*/ 77 w 105"/>
                  <a:gd name="T79" fmla="*/ 29 h 84"/>
                  <a:gd name="T80" fmla="*/ 74 w 105"/>
                  <a:gd name="T81" fmla="*/ 27 h 84"/>
                  <a:gd name="T82" fmla="*/ 70 w 105"/>
                  <a:gd name="T83" fmla="*/ 22 h 84"/>
                  <a:gd name="T84" fmla="*/ 65 w 105"/>
                  <a:gd name="T85" fmla="*/ 2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5" h="84">
                    <a:moveTo>
                      <a:pt x="65" y="20"/>
                    </a:moveTo>
                    <a:cubicBezTo>
                      <a:pt x="64" y="17"/>
                      <a:pt x="64" y="17"/>
                      <a:pt x="61" y="17"/>
                    </a:cubicBezTo>
                    <a:cubicBezTo>
                      <a:pt x="58" y="17"/>
                      <a:pt x="55" y="17"/>
                      <a:pt x="52" y="17"/>
                    </a:cubicBezTo>
                    <a:cubicBezTo>
                      <a:pt x="50" y="17"/>
                      <a:pt x="49" y="15"/>
                      <a:pt x="48" y="15"/>
                    </a:cubicBezTo>
                    <a:cubicBezTo>
                      <a:pt x="45" y="12"/>
                      <a:pt x="42" y="10"/>
                      <a:pt x="40" y="8"/>
                    </a:cubicBezTo>
                    <a:cubicBezTo>
                      <a:pt x="36" y="5"/>
                      <a:pt x="32" y="2"/>
                      <a:pt x="27" y="1"/>
                    </a:cubicBezTo>
                    <a:cubicBezTo>
                      <a:pt x="25" y="0"/>
                      <a:pt x="24" y="0"/>
                      <a:pt x="21" y="1"/>
                    </a:cubicBezTo>
                    <a:cubicBezTo>
                      <a:pt x="19" y="1"/>
                      <a:pt x="16" y="2"/>
                      <a:pt x="13" y="3"/>
                    </a:cubicBezTo>
                    <a:cubicBezTo>
                      <a:pt x="14" y="5"/>
                      <a:pt x="17" y="7"/>
                      <a:pt x="17" y="9"/>
                    </a:cubicBezTo>
                    <a:cubicBezTo>
                      <a:pt x="17" y="11"/>
                      <a:pt x="14" y="12"/>
                      <a:pt x="13" y="12"/>
                    </a:cubicBezTo>
                    <a:cubicBezTo>
                      <a:pt x="12" y="13"/>
                      <a:pt x="11" y="12"/>
                      <a:pt x="10" y="12"/>
                    </a:cubicBezTo>
                    <a:cubicBezTo>
                      <a:pt x="9" y="13"/>
                      <a:pt x="9" y="14"/>
                      <a:pt x="9" y="14"/>
                    </a:cubicBezTo>
                    <a:cubicBezTo>
                      <a:pt x="7" y="17"/>
                      <a:pt x="3" y="15"/>
                      <a:pt x="2" y="14"/>
                    </a:cubicBezTo>
                    <a:cubicBezTo>
                      <a:pt x="1" y="16"/>
                      <a:pt x="1" y="17"/>
                      <a:pt x="1" y="19"/>
                    </a:cubicBezTo>
                    <a:cubicBezTo>
                      <a:pt x="0" y="22"/>
                      <a:pt x="1" y="21"/>
                      <a:pt x="3" y="22"/>
                    </a:cubicBezTo>
                    <a:cubicBezTo>
                      <a:pt x="5" y="24"/>
                      <a:pt x="7" y="28"/>
                      <a:pt x="8" y="31"/>
                    </a:cubicBezTo>
                    <a:cubicBezTo>
                      <a:pt x="10" y="33"/>
                      <a:pt x="11" y="35"/>
                      <a:pt x="12" y="38"/>
                    </a:cubicBezTo>
                    <a:cubicBezTo>
                      <a:pt x="13" y="40"/>
                      <a:pt x="14" y="41"/>
                      <a:pt x="15" y="42"/>
                    </a:cubicBezTo>
                    <a:cubicBezTo>
                      <a:pt x="17" y="44"/>
                      <a:pt x="19" y="44"/>
                      <a:pt x="20" y="46"/>
                    </a:cubicBezTo>
                    <a:cubicBezTo>
                      <a:pt x="21" y="48"/>
                      <a:pt x="22" y="50"/>
                      <a:pt x="22" y="53"/>
                    </a:cubicBezTo>
                    <a:cubicBezTo>
                      <a:pt x="23" y="55"/>
                      <a:pt x="22" y="57"/>
                      <a:pt x="23" y="59"/>
                    </a:cubicBezTo>
                    <a:cubicBezTo>
                      <a:pt x="25" y="63"/>
                      <a:pt x="29" y="64"/>
                      <a:pt x="31" y="67"/>
                    </a:cubicBezTo>
                    <a:cubicBezTo>
                      <a:pt x="33" y="70"/>
                      <a:pt x="34" y="74"/>
                      <a:pt x="36" y="76"/>
                    </a:cubicBezTo>
                    <a:cubicBezTo>
                      <a:pt x="37" y="78"/>
                      <a:pt x="39" y="80"/>
                      <a:pt x="40" y="81"/>
                    </a:cubicBezTo>
                    <a:cubicBezTo>
                      <a:pt x="40" y="82"/>
                      <a:pt x="40" y="84"/>
                      <a:pt x="41" y="84"/>
                    </a:cubicBezTo>
                    <a:cubicBezTo>
                      <a:pt x="43" y="84"/>
                      <a:pt x="42" y="82"/>
                      <a:pt x="43" y="81"/>
                    </a:cubicBezTo>
                    <a:cubicBezTo>
                      <a:pt x="43" y="78"/>
                      <a:pt x="48" y="79"/>
                      <a:pt x="50" y="79"/>
                    </a:cubicBezTo>
                    <a:cubicBezTo>
                      <a:pt x="53" y="79"/>
                      <a:pt x="58" y="78"/>
                      <a:pt x="60" y="80"/>
                    </a:cubicBezTo>
                    <a:cubicBezTo>
                      <a:pt x="63" y="81"/>
                      <a:pt x="64" y="79"/>
                      <a:pt x="66" y="77"/>
                    </a:cubicBezTo>
                    <a:cubicBezTo>
                      <a:pt x="69" y="73"/>
                      <a:pt x="72" y="73"/>
                      <a:pt x="76" y="72"/>
                    </a:cubicBezTo>
                    <a:cubicBezTo>
                      <a:pt x="82" y="72"/>
                      <a:pt x="88" y="70"/>
                      <a:pt x="94" y="68"/>
                    </a:cubicBezTo>
                    <a:cubicBezTo>
                      <a:pt x="96" y="67"/>
                      <a:pt x="99" y="66"/>
                      <a:pt x="102" y="66"/>
                    </a:cubicBezTo>
                    <a:cubicBezTo>
                      <a:pt x="103" y="65"/>
                      <a:pt x="103" y="63"/>
                      <a:pt x="104" y="61"/>
                    </a:cubicBezTo>
                    <a:cubicBezTo>
                      <a:pt x="104" y="60"/>
                      <a:pt x="105" y="58"/>
                      <a:pt x="105" y="56"/>
                    </a:cubicBezTo>
                    <a:cubicBezTo>
                      <a:pt x="105" y="55"/>
                      <a:pt x="104" y="52"/>
                      <a:pt x="103" y="51"/>
                    </a:cubicBezTo>
                    <a:cubicBezTo>
                      <a:pt x="100" y="51"/>
                      <a:pt x="96" y="51"/>
                      <a:pt x="93" y="50"/>
                    </a:cubicBezTo>
                    <a:cubicBezTo>
                      <a:pt x="90" y="50"/>
                      <a:pt x="90" y="49"/>
                      <a:pt x="88" y="47"/>
                    </a:cubicBezTo>
                    <a:cubicBezTo>
                      <a:pt x="86" y="43"/>
                      <a:pt x="83" y="42"/>
                      <a:pt x="81" y="39"/>
                    </a:cubicBezTo>
                    <a:cubicBezTo>
                      <a:pt x="80" y="39"/>
                      <a:pt x="78" y="35"/>
                      <a:pt x="77" y="34"/>
                    </a:cubicBezTo>
                    <a:cubicBezTo>
                      <a:pt x="76" y="32"/>
                      <a:pt x="81" y="31"/>
                      <a:pt x="77" y="29"/>
                    </a:cubicBezTo>
                    <a:cubicBezTo>
                      <a:pt x="76" y="29"/>
                      <a:pt x="75" y="27"/>
                      <a:pt x="74" y="27"/>
                    </a:cubicBezTo>
                    <a:cubicBezTo>
                      <a:pt x="72" y="27"/>
                      <a:pt x="71" y="24"/>
                      <a:pt x="70" y="22"/>
                    </a:cubicBezTo>
                    <a:cubicBezTo>
                      <a:pt x="69" y="19"/>
                      <a:pt x="69" y="20"/>
                      <a:pt x="65" y="2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6" name="Freeform 685"/>
              <p:cNvSpPr>
                <a:spLocks/>
              </p:cNvSpPr>
              <p:nvPr/>
            </p:nvSpPr>
            <p:spPr bwMode="auto">
              <a:xfrm>
                <a:off x="13292551" y="7424369"/>
                <a:ext cx="194268" cy="207060"/>
              </a:xfrm>
              <a:custGeom>
                <a:avLst/>
                <a:gdLst>
                  <a:gd name="T0" fmla="*/ 5 w 21"/>
                  <a:gd name="T1" fmla="*/ 22 h 22"/>
                  <a:gd name="T2" fmla="*/ 8 w 21"/>
                  <a:gd name="T3" fmla="*/ 19 h 22"/>
                  <a:gd name="T4" fmla="*/ 12 w 21"/>
                  <a:gd name="T5" fmla="*/ 18 h 22"/>
                  <a:gd name="T6" fmla="*/ 15 w 21"/>
                  <a:gd name="T7" fmla="*/ 15 h 22"/>
                  <a:gd name="T8" fmla="*/ 11 w 21"/>
                  <a:gd name="T9" fmla="*/ 9 h 22"/>
                  <a:gd name="T10" fmla="*/ 21 w 21"/>
                  <a:gd name="T11" fmla="*/ 6 h 22"/>
                  <a:gd name="T12" fmla="*/ 19 w 21"/>
                  <a:gd name="T13" fmla="*/ 0 h 22"/>
                  <a:gd name="T14" fmla="*/ 9 w 21"/>
                  <a:gd name="T15" fmla="*/ 5 h 22"/>
                  <a:gd name="T16" fmla="*/ 4 w 21"/>
                  <a:gd name="T17" fmla="*/ 1 h 22"/>
                  <a:gd name="T18" fmla="*/ 3 w 21"/>
                  <a:gd name="T19" fmla="*/ 11 h 22"/>
                  <a:gd name="T20" fmla="*/ 0 w 21"/>
                  <a:gd name="T21" fmla="*/ 18 h 22"/>
                  <a:gd name="T22" fmla="*/ 1 w 21"/>
                  <a:gd name="T23" fmla="*/ 21 h 22"/>
                  <a:gd name="T24" fmla="*/ 5 w 21"/>
                  <a:gd name="T2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2">
                    <a:moveTo>
                      <a:pt x="5" y="22"/>
                    </a:moveTo>
                    <a:cubicBezTo>
                      <a:pt x="7" y="22"/>
                      <a:pt x="7" y="19"/>
                      <a:pt x="8" y="19"/>
                    </a:cubicBezTo>
                    <a:cubicBezTo>
                      <a:pt x="9" y="17"/>
                      <a:pt x="11" y="18"/>
                      <a:pt x="12" y="18"/>
                    </a:cubicBezTo>
                    <a:cubicBezTo>
                      <a:pt x="13" y="17"/>
                      <a:pt x="16" y="16"/>
                      <a:pt x="15" y="15"/>
                    </a:cubicBezTo>
                    <a:cubicBezTo>
                      <a:pt x="14" y="13"/>
                      <a:pt x="13" y="11"/>
                      <a:pt x="11" y="9"/>
                    </a:cubicBezTo>
                    <a:cubicBezTo>
                      <a:pt x="15" y="8"/>
                      <a:pt x="18" y="7"/>
                      <a:pt x="21" y="6"/>
                    </a:cubicBezTo>
                    <a:cubicBezTo>
                      <a:pt x="21" y="4"/>
                      <a:pt x="20" y="2"/>
                      <a:pt x="19" y="0"/>
                    </a:cubicBezTo>
                    <a:cubicBezTo>
                      <a:pt x="16" y="1"/>
                      <a:pt x="12" y="5"/>
                      <a:pt x="9" y="5"/>
                    </a:cubicBezTo>
                    <a:cubicBezTo>
                      <a:pt x="7" y="5"/>
                      <a:pt x="4" y="3"/>
                      <a:pt x="4" y="1"/>
                    </a:cubicBezTo>
                    <a:cubicBezTo>
                      <a:pt x="3" y="5"/>
                      <a:pt x="3" y="8"/>
                      <a:pt x="3" y="11"/>
                    </a:cubicBezTo>
                    <a:cubicBezTo>
                      <a:pt x="2" y="13"/>
                      <a:pt x="0" y="16"/>
                      <a:pt x="0" y="18"/>
                    </a:cubicBezTo>
                    <a:cubicBezTo>
                      <a:pt x="0" y="20"/>
                      <a:pt x="0" y="20"/>
                      <a:pt x="1" y="21"/>
                    </a:cubicBezTo>
                    <a:cubicBezTo>
                      <a:pt x="3" y="21"/>
                      <a:pt x="4" y="22"/>
                      <a:pt x="5" y="2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7" name="Freeform 686"/>
              <p:cNvSpPr>
                <a:spLocks/>
              </p:cNvSpPr>
              <p:nvPr/>
            </p:nvSpPr>
            <p:spPr bwMode="auto">
              <a:xfrm>
                <a:off x="13302106" y="7351105"/>
                <a:ext cx="73250" cy="82827"/>
              </a:xfrm>
              <a:custGeom>
                <a:avLst/>
                <a:gdLst>
                  <a:gd name="T0" fmla="*/ 7 w 8"/>
                  <a:gd name="T1" fmla="*/ 2 h 9"/>
                  <a:gd name="T2" fmla="*/ 4 w 8"/>
                  <a:gd name="T3" fmla="*/ 0 h 9"/>
                  <a:gd name="T4" fmla="*/ 2 w 8"/>
                  <a:gd name="T5" fmla="*/ 2 h 9"/>
                  <a:gd name="T6" fmla="*/ 0 w 8"/>
                  <a:gd name="T7" fmla="*/ 8 h 9"/>
                  <a:gd name="T8" fmla="*/ 4 w 8"/>
                  <a:gd name="T9" fmla="*/ 8 h 9"/>
                  <a:gd name="T10" fmla="*/ 7 w 8"/>
                  <a:gd name="T11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7" y="2"/>
                    </a:moveTo>
                    <a:cubicBezTo>
                      <a:pt x="7" y="1"/>
                      <a:pt x="5" y="0"/>
                      <a:pt x="4" y="0"/>
                    </a:cubicBezTo>
                    <a:cubicBezTo>
                      <a:pt x="3" y="1"/>
                      <a:pt x="3" y="1"/>
                      <a:pt x="2" y="2"/>
                    </a:cubicBezTo>
                    <a:cubicBezTo>
                      <a:pt x="2" y="4"/>
                      <a:pt x="1" y="6"/>
                      <a:pt x="0" y="8"/>
                    </a:cubicBezTo>
                    <a:cubicBezTo>
                      <a:pt x="2" y="8"/>
                      <a:pt x="2" y="9"/>
                      <a:pt x="4" y="8"/>
                    </a:cubicBezTo>
                    <a:cubicBezTo>
                      <a:pt x="5" y="7"/>
                      <a:pt x="8" y="4"/>
                      <a:pt x="7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8" name="Freeform 687"/>
              <p:cNvSpPr>
                <a:spLocks/>
              </p:cNvSpPr>
              <p:nvPr/>
            </p:nvSpPr>
            <p:spPr bwMode="auto">
              <a:xfrm>
                <a:off x="13292551" y="7462599"/>
                <a:ext cx="28664" cy="66896"/>
              </a:xfrm>
              <a:custGeom>
                <a:avLst/>
                <a:gdLst>
                  <a:gd name="T0" fmla="*/ 0 w 3"/>
                  <a:gd name="T1" fmla="*/ 3 h 7"/>
                  <a:gd name="T2" fmla="*/ 3 w 3"/>
                  <a:gd name="T3" fmla="*/ 7 h 7"/>
                  <a:gd name="T4" fmla="*/ 3 w 3"/>
                  <a:gd name="T5" fmla="*/ 1 h 7"/>
                  <a:gd name="T6" fmla="*/ 2 w 3"/>
                  <a:gd name="T7" fmla="*/ 0 h 7"/>
                  <a:gd name="T8" fmla="*/ 0 w 3"/>
                  <a:gd name="T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7">
                    <a:moveTo>
                      <a:pt x="0" y="3"/>
                    </a:moveTo>
                    <a:cubicBezTo>
                      <a:pt x="0" y="5"/>
                      <a:pt x="1" y="6"/>
                      <a:pt x="3" y="7"/>
                    </a:cubicBezTo>
                    <a:cubicBezTo>
                      <a:pt x="3" y="5"/>
                      <a:pt x="3" y="3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0" y="0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89" name="Freeform 688"/>
              <p:cNvSpPr>
                <a:spLocks/>
              </p:cNvSpPr>
              <p:nvPr/>
            </p:nvSpPr>
            <p:spPr bwMode="auto">
              <a:xfrm>
                <a:off x="13254336" y="7424369"/>
                <a:ext cx="76432" cy="245289"/>
              </a:xfrm>
              <a:custGeom>
                <a:avLst/>
                <a:gdLst>
                  <a:gd name="T0" fmla="*/ 4 w 8"/>
                  <a:gd name="T1" fmla="*/ 17 h 26"/>
                  <a:gd name="T2" fmla="*/ 6 w 8"/>
                  <a:gd name="T3" fmla="*/ 13 h 26"/>
                  <a:gd name="T4" fmla="*/ 5 w 8"/>
                  <a:gd name="T5" fmla="*/ 10 h 26"/>
                  <a:gd name="T6" fmla="*/ 7 w 8"/>
                  <a:gd name="T7" fmla="*/ 4 h 26"/>
                  <a:gd name="T8" fmla="*/ 6 w 8"/>
                  <a:gd name="T9" fmla="*/ 0 h 26"/>
                  <a:gd name="T10" fmla="*/ 2 w 8"/>
                  <a:gd name="T11" fmla="*/ 7 h 26"/>
                  <a:gd name="T12" fmla="*/ 0 w 8"/>
                  <a:gd name="T13" fmla="*/ 11 h 26"/>
                  <a:gd name="T14" fmla="*/ 1 w 8"/>
                  <a:gd name="T15" fmla="*/ 16 h 26"/>
                  <a:gd name="T16" fmla="*/ 2 w 8"/>
                  <a:gd name="T17" fmla="*/ 26 h 26"/>
                  <a:gd name="T18" fmla="*/ 2 w 8"/>
                  <a:gd name="T19" fmla="*/ 25 h 26"/>
                  <a:gd name="T20" fmla="*/ 4 w 8"/>
                  <a:gd name="T21" fmla="*/ 17 h 26"/>
                  <a:gd name="T22" fmla="*/ 4 w 8"/>
                  <a:gd name="T23" fmla="*/ 17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26">
                    <a:moveTo>
                      <a:pt x="4" y="17"/>
                    </a:moveTo>
                    <a:cubicBezTo>
                      <a:pt x="4" y="16"/>
                      <a:pt x="5" y="15"/>
                      <a:pt x="6" y="13"/>
                    </a:cubicBezTo>
                    <a:cubicBezTo>
                      <a:pt x="7" y="11"/>
                      <a:pt x="6" y="12"/>
                      <a:pt x="5" y="10"/>
                    </a:cubicBezTo>
                    <a:cubicBezTo>
                      <a:pt x="3" y="8"/>
                      <a:pt x="4" y="3"/>
                      <a:pt x="7" y="4"/>
                    </a:cubicBezTo>
                    <a:cubicBezTo>
                      <a:pt x="8" y="1"/>
                      <a:pt x="8" y="1"/>
                      <a:pt x="6" y="0"/>
                    </a:cubicBezTo>
                    <a:cubicBezTo>
                      <a:pt x="4" y="0"/>
                      <a:pt x="3" y="5"/>
                      <a:pt x="2" y="7"/>
                    </a:cubicBezTo>
                    <a:cubicBezTo>
                      <a:pt x="1" y="8"/>
                      <a:pt x="0" y="9"/>
                      <a:pt x="0" y="11"/>
                    </a:cubicBezTo>
                    <a:cubicBezTo>
                      <a:pt x="0" y="12"/>
                      <a:pt x="1" y="14"/>
                      <a:pt x="1" y="16"/>
                    </a:cubicBezTo>
                    <a:cubicBezTo>
                      <a:pt x="1" y="19"/>
                      <a:pt x="2" y="22"/>
                      <a:pt x="2" y="26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3" y="23"/>
                      <a:pt x="3" y="20"/>
                      <a:pt x="4" y="17"/>
                    </a:cubicBezTo>
                    <a:cubicBezTo>
                      <a:pt x="4" y="16"/>
                      <a:pt x="4" y="18"/>
                      <a:pt x="4" y="1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0" name="Freeform 689"/>
              <p:cNvSpPr>
                <a:spLocks/>
              </p:cNvSpPr>
              <p:nvPr/>
            </p:nvSpPr>
            <p:spPr bwMode="auto">
              <a:xfrm>
                <a:off x="14028220" y="7790708"/>
                <a:ext cx="47770" cy="73269"/>
              </a:xfrm>
              <a:custGeom>
                <a:avLst/>
                <a:gdLst>
                  <a:gd name="T0" fmla="*/ 3 w 5"/>
                  <a:gd name="T1" fmla="*/ 8 h 8"/>
                  <a:gd name="T2" fmla="*/ 2 w 5"/>
                  <a:gd name="T3" fmla="*/ 0 h 8"/>
                  <a:gd name="T4" fmla="*/ 0 w 5"/>
                  <a:gd name="T5" fmla="*/ 4 h 8"/>
                  <a:gd name="T6" fmla="*/ 3 w 5"/>
                  <a:gd name="T7" fmla="*/ 8 h 8"/>
                  <a:gd name="T8" fmla="*/ 3 w 5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3" y="8"/>
                    </a:moveTo>
                    <a:cubicBezTo>
                      <a:pt x="3" y="7"/>
                      <a:pt x="5" y="0"/>
                      <a:pt x="2" y="0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0" y="6"/>
                      <a:pt x="1" y="7"/>
                      <a:pt x="3" y="8"/>
                    </a:cubicBezTo>
                    <a:cubicBezTo>
                      <a:pt x="3" y="8"/>
                      <a:pt x="2" y="8"/>
                      <a:pt x="3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1" name="Freeform 690"/>
              <p:cNvSpPr>
                <a:spLocks/>
              </p:cNvSpPr>
              <p:nvPr/>
            </p:nvSpPr>
            <p:spPr bwMode="auto">
              <a:xfrm>
                <a:off x="13646057" y="8137935"/>
                <a:ext cx="496815" cy="315371"/>
              </a:xfrm>
              <a:custGeom>
                <a:avLst/>
                <a:gdLst>
                  <a:gd name="T0" fmla="*/ 47 w 53"/>
                  <a:gd name="T1" fmla="*/ 0 h 34"/>
                  <a:gd name="T2" fmla="*/ 38 w 53"/>
                  <a:gd name="T3" fmla="*/ 2 h 34"/>
                  <a:gd name="T4" fmla="*/ 28 w 53"/>
                  <a:gd name="T5" fmla="*/ 4 h 34"/>
                  <a:gd name="T6" fmla="*/ 23 w 53"/>
                  <a:gd name="T7" fmla="*/ 10 h 34"/>
                  <a:gd name="T8" fmla="*/ 17 w 53"/>
                  <a:gd name="T9" fmla="*/ 9 h 34"/>
                  <a:gd name="T10" fmla="*/ 9 w 53"/>
                  <a:gd name="T11" fmla="*/ 9 h 34"/>
                  <a:gd name="T12" fmla="*/ 3 w 53"/>
                  <a:gd name="T13" fmla="*/ 12 h 34"/>
                  <a:gd name="T14" fmla="*/ 1 w 53"/>
                  <a:gd name="T15" fmla="*/ 15 h 34"/>
                  <a:gd name="T16" fmla="*/ 1 w 53"/>
                  <a:gd name="T17" fmla="*/ 21 h 34"/>
                  <a:gd name="T18" fmla="*/ 3 w 53"/>
                  <a:gd name="T19" fmla="*/ 28 h 34"/>
                  <a:gd name="T20" fmla="*/ 4 w 53"/>
                  <a:gd name="T21" fmla="*/ 32 h 34"/>
                  <a:gd name="T22" fmla="*/ 12 w 53"/>
                  <a:gd name="T23" fmla="*/ 32 h 34"/>
                  <a:gd name="T24" fmla="*/ 16 w 53"/>
                  <a:gd name="T25" fmla="*/ 29 h 34"/>
                  <a:gd name="T26" fmla="*/ 21 w 53"/>
                  <a:gd name="T27" fmla="*/ 29 h 34"/>
                  <a:gd name="T28" fmla="*/ 24 w 53"/>
                  <a:gd name="T29" fmla="*/ 26 h 34"/>
                  <a:gd name="T30" fmla="*/ 32 w 53"/>
                  <a:gd name="T31" fmla="*/ 24 h 34"/>
                  <a:gd name="T32" fmla="*/ 41 w 53"/>
                  <a:gd name="T33" fmla="*/ 21 h 34"/>
                  <a:gd name="T34" fmla="*/ 47 w 53"/>
                  <a:gd name="T35" fmla="*/ 17 h 34"/>
                  <a:gd name="T36" fmla="*/ 52 w 53"/>
                  <a:gd name="T37" fmla="*/ 12 h 34"/>
                  <a:gd name="T38" fmla="*/ 47 w 53"/>
                  <a:gd name="T3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3" h="34">
                    <a:moveTo>
                      <a:pt x="47" y="0"/>
                    </a:moveTo>
                    <a:cubicBezTo>
                      <a:pt x="44" y="1"/>
                      <a:pt x="41" y="2"/>
                      <a:pt x="38" y="2"/>
                    </a:cubicBezTo>
                    <a:cubicBezTo>
                      <a:pt x="35" y="3"/>
                      <a:pt x="31" y="2"/>
                      <a:pt x="28" y="4"/>
                    </a:cubicBezTo>
                    <a:cubicBezTo>
                      <a:pt x="26" y="6"/>
                      <a:pt x="25" y="8"/>
                      <a:pt x="23" y="10"/>
                    </a:cubicBezTo>
                    <a:cubicBezTo>
                      <a:pt x="22" y="11"/>
                      <a:pt x="19" y="9"/>
                      <a:pt x="17" y="9"/>
                    </a:cubicBezTo>
                    <a:cubicBezTo>
                      <a:pt x="14" y="9"/>
                      <a:pt x="12" y="9"/>
                      <a:pt x="9" y="9"/>
                    </a:cubicBezTo>
                    <a:cubicBezTo>
                      <a:pt x="6" y="9"/>
                      <a:pt x="3" y="8"/>
                      <a:pt x="3" y="12"/>
                    </a:cubicBezTo>
                    <a:cubicBezTo>
                      <a:pt x="2" y="14"/>
                      <a:pt x="1" y="13"/>
                      <a:pt x="1" y="15"/>
                    </a:cubicBezTo>
                    <a:cubicBezTo>
                      <a:pt x="0" y="17"/>
                      <a:pt x="0" y="19"/>
                      <a:pt x="1" y="21"/>
                    </a:cubicBezTo>
                    <a:cubicBezTo>
                      <a:pt x="1" y="23"/>
                      <a:pt x="2" y="26"/>
                      <a:pt x="3" y="28"/>
                    </a:cubicBezTo>
                    <a:cubicBezTo>
                      <a:pt x="3" y="29"/>
                      <a:pt x="3" y="31"/>
                      <a:pt x="4" y="32"/>
                    </a:cubicBezTo>
                    <a:cubicBezTo>
                      <a:pt x="5" y="34"/>
                      <a:pt x="10" y="33"/>
                      <a:pt x="12" y="32"/>
                    </a:cubicBezTo>
                    <a:cubicBezTo>
                      <a:pt x="13" y="31"/>
                      <a:pt x="14" y="30"/>
                      <a:pt x="16" y="29"/>
                    </a:cubicBezTo>
                    <a:cubicBezTo>
                      <a:pt x="17" y="29"/>
                      <a:pt x="19" y="29"/>
                      <a:pt x="21" y="29"/>
                    </a:cubicBezTo>
                    <a:cubicBezTo>
                      <a:pt x="22" y="28"/>
                      <a:pt x="23" y="27"/>
                      <a:pt x="24" y="26"/>
                    </a:cubicBezTo>
                    <a:cubicBezTo>
                      <a:pt x="27" y="25"/>
                      <a:pt x="29" y="25"/>
                      <a:pt x="32" y="24"/>
                    </a:cubicBezTo>
                    <a:cubicBezTo>
                      <a:pt x="35" y="23"/>
                      <a:pt x="38" y="22"/>
                      <a:pt x="41" y="21"/>
                    </a:cubicBezTo>
                    <a:cubicBezTo>
                      <a:pt x="43" y="20"/>
                      <a:pt x="47" y="19"/>
                      <a:pt x="47" y="17"/>
                    </a:cubicBezTo>
                    <a:cubicBezTo>
                      <a:pt x="48" y="14"/>
                      <a:pt x="53" y="14"/>
                      <a:pt x="52" y="12"/>
                    </a:cubicBezTo>
                    <a:cubicBezTo>
                      <a:pt x="50" y="8"/>
                      <a:pt x="49" y="4"/>
                      <a:pt x="47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2" name="Freeform 691"/>
              <p:cNvSpPr>
                <a:spLocks/>
              </p:cNvSpPr>
              <p:nvPr/>
            </p:nvSpPr>
            <p:spPr bwMode="auto">
              <a:xfrm>
                <a:off x="14085545" y="7790708"/>
                <a:ext cx="382165" cy="458719"/>
              </a:xfrm>
              <a:custGeom>
                <a:avLst/>
                <a:gdLst>
                  <a:gd name="T0" fmla="*/ 39 w 41"/>
                  <a:gd name="T1" fmla="*/ 19 h 49"/>
                  <a:gd name="T2" fmla="*/ 34 w 41"/>
                  <a:gd name="T3" fmla="*/ 14 h 49"/>
                  <a:gd name="T4" fmla="*/ 28 w 41"/>
                  <a:gd name="T5" fmla="*/ 12 h 49"/>
                  <a:gd name="T6" fmla="*/ 22 w 41"/>
                  <a:gd name="T7" fmla="*/ 6 h 49"/>
                  <a:gd name="T8" fmla="*/ 21 w 41"/>
                  <a:gd name="T9" fmla="*/ 3 h 49"/>
                  <a:gd name="T10" fmla="*/ 22 w 41"/>
                  <a:gd name="T11" fmla="*/ 0 h 49"/>
                  <a:gd name="T12" fmla="*/ 17 w 41"/>
                  <a:gd name="T13" fmla="*/ 5 h 49"/>
                  <a:gd name="T14" fmla="*/ 10 w 41"/>
                  <a:gd name="T15" fmla="*/ 10 h 49"/>
                  <a:gd name="T16" fmla="*/ 5 w 41"/>
                  <a:gd name="T17" fmla="*/ 10 h 49"/>
                  <a:gd name="T18" fmla="*/ 0 w 41"/>
                  <a:gd name="T19" fmla="*/ 11 h 49"/>
                  <a:gd name="T20" fmla="*/ 5 w 41"/>
                  <a:gd name="T21" fmla="*/ 17 h 49"/>
                  <a:gd name="T22" fmla="*/ 16 w 41"/>
                  <a:gd name="T23" fmla="*/ 19 h 49"/>
                  <a:gd name="T24" fmla="*/ 16 w 41"/>
                  <a:gd name="T25" fmla="*/ 32 h 49"/>
                  <a:gd name="T26" fmla="*/ 11 w 41"/>
                  <a:gd name="T27" fmla="*/ 34 h 49"/>
                  <a:gd name="T28" fmla="*/ 0 w 41"/>
                  <a:gd name="T29" fmla="*/ 37 h 49"/>
                  <a:gd name="T30" fmla="*/ 5 w 41"/>
                  <a:gd name="T31" fmla="*/ 49 h 49"/>
                  <a:gd name="T32" fmla="*/ 14 w 41"/>
                  <a:gd name="T33" fmla="*/ 48 h 49"/>
                  <a:gd name="T34" fmla="*/ 17 w 41"/>
                  <a:gd name="T35" fmla="*/ 44 h 49"/>
                  <a:gd name="T36" fmla="*/ 23 w 41"/>
                  <a:gd name="T37" fmla="*/ 42 h 49"/>
                  <a:gd name="T38" fmla="*/ 28 w 41"/>
                  <a:gd name="T39" fmla="*/ 38 h 49"/>
                  <a:gd name="T40" fmla="*/ 29 w 41"/>
                  <a:gd name="T41" fmla="*/ 32 h 49"/>
                  <a:gd name="T42" fmla="*/ 32 w 41"/>
                  <a:gd name="T43" fmla="*/ 30 h 49"/>
                  <a:gd name="T44" fmla="*/ 37 w 41"/>
                  <a:gd name="T45" fmla="*/ 24 h 49"/>
                  <a:gd name="T46" fmla="*/ 39 w 41"/>
                  <a:gd name="T47" fmla="*/ 19 h 49"/>
                  <a:gd name="T48" fmla="*/ 39 w 41"/>
                  <a:gd name="T49" fmla="*/ 1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1" h="49">
                    <a:moveTo>
                      <a:pt x="39" y="19"/>
                    </a:moveTo>
                    <a:cubicBezTo>
                      <a:pt x="36" y="19"/>
                      <a:pt x="35" y="16"/>
                      <a:pt x="34" y="14"/>
                    </a:cubicBezTo>
                    <a:cubicBezTo>
                      <a:pt x="33" y="13"/>
                      <a:pt x="29" y="13"/>
                      <a:pt x="28" y="12"/>
                    </a:cubicBezTo>
                    <a:cubicBezTo>
                      <a:pt x="25" y="11"/>
                      <a:pt x="24" y="9"/>
                      <a:pt x="22" y="6"/>
                    </a:cubicBezTo>
                    <a:cubicBezTo>
                      <a:pt x="22" y="5"/>
                      <a:pt x="21" y="4"/>
                      <a:pt x="21" y="3"/>
                    </a:cubicBezTo>
                    <a:cubicBezTo>
                      <a:pt x="21" y="3"/>
                      <a:pt x="22" y="0"/>
                      <a:pt x="22" y="0"/>
                    </a:cubicBezTo>
                    <a:cubicBezTo>
                      <a:pt x="21" y="0"/>
                      <a:pt x="18" y="4"/>
                      <a:pt x="17" y="5"/>
                    </a:cubicBezTo>
                    <a:cubicBezTo>
                      <a:pt x="15" y="7"/>
                      <a:pt x="13" y="10"/>
                      <a:pt x="10" y="10"/>
                    </a:cubicBezTo>
                    <a:cubicBezTo>
                      <a:pt x="8" y="11"/>
                      <a:pt x="7" y="10"/>
                      <a:pt x="5" y="10"/>
                    </a:cubicBezTo>
                    <a:cubicBezTo>
                      <a:pt x="3" y="11"/>
                      <a:pt x="1" y="13"/>
                      <a:pt x="0" y="11"/>
                    </a:cubicBezTo>
                    <a:cubicBezTo>
                      <a:pt x="1" y="14"/>
                      <a:pt x="2" y="17"/>
                      <a:pt x="5" y="17"/>
                    </a:cubicBezTo>
                    <a:cubicBezTo>
                      <a:pt x="7" y="17"/>
                      <a:pt x="15" y="17"/>
                      <a:pt x="16" y="19"/>
                    </a:cubicBezTo>
                    <a:cubicBezTo>
                      <a:pt x="19" y="23"/>
                      <a:pt x="17" y="27"/>
                      <a:pt x="16" y="32"/>
                    </a:cubicBezTo>
                    <a:cubicBezTo>
                      <a:pt x="15" y="33"/>
                      <a:pt x="11" y="34"/>
                      <a:pt x="11" y="34"/>
                    </a:cubicBezTo>
                    <a:cubicBezTo>
                      <a:pt x="7" y="35"/>
                      <a:pt x="3" y="36"/>
                      <a:pt x="0" y="37"/>
                    </a:cubicBezTo>
                    <a:cubicBezTo>
                      <a:pt x="2" y="41"/>
                      <a:pt x="4" y="45"/>
                      <a:pt x="5" y="49"/>
                    </a:cubicBezTo>
                    <a:cubicBezTo>
                      <a:pt x="8" y="48"/>
                      <a:pt x="11" y="48"/>
                      <a:pt x="14" y="48"/>
                    </a:cubicBezTo>
                    <a:cubicBezTo>
                      <a:pt x="18" y="47"/>
                      <a:pt x="15" y="46"/>
                      <a:pt x="17" y="44"/>
                    </a:cubicBezTo>
                    <a:cubicBezTo>
                      <a:pt x="19" y="43"/>
                      <a:pt x="22" y="44"/>
                      <a:pt x="23" y="42"/>
                    </a:cubicBezTo>
                    <a:cubicBezTo>
                      <a:pt x="25" y="40"/>
                      <a:pt x="25" y="39"/>
                      <a:pt x="28" y="38"/>
                    </a:cubicBezTo>
                    <a:cubicBezTo>
                      <a:pt x="30" y="37"/>
                      <a:pt x="29" y="34"/>
                      <a:pt x="29" y="32"/>
                    </a:cubicBezTo>
                    <a:cubicBezTo>
                      <a:pt x="28" y="30"/>
                      <a:pt x="30" y="30"/>
                      <a:pt x="32" y="30"/>
                    </a:cubicBezTo>
                    <a:cubicBezTo>
                      <a:pt x="35" y="29"/>
                      <a:pt x="35" y="26"/>
                      <a:pt x="37" y="24"/>
                    </a:cubicBezTo>
                    <a:cubicBezTo>
                      <a:pt x="38" y="23"/>
                      <a:pt x="41" y="20"/>
                      <a:pt x="39" y="19"/>
                    </a:cubicBezTo>
                    <a:cubicBezTo>
                      <a:pt x="38" y="19"/>
                      <a:pt x="40" y="20"/>
                      <a:pt x="39" y="1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3" name="Freeform 692"/>
              <p:cNvSpPr>
                <a:spLocks/>
              </p:cNvSpPr>
              <p:nvPr/>
            </p:nvSpPr>
            <p:spPr bwMode="auto">
              <a:xfrm>
                <a:off x="14897646" y="6892386"/>
                <a:ext cx="512741" cy="222990"/>
              </a:xfrm>
              <a:custGeom>
                <a:avLst/>
                <a:gdLst>
                  <a:gd name="T0" fmla="*/ 55 w 55"/>
                  <a:gd name="T1" fmla="*/ 5 h 24"/>
                  <a:gd name="T2" fmla="*/ 47 w 55"/>
                  <a:gd name="T3" fmla="*/ 3 h 24"/>
                  <a:gd name="T4" fmla="*/ 36 w 55"/>
                  <a:gd name="T5" fmla="*/ 2 h 24"/>
                  <a:gd name="T6" fmla="*/ 27 w 55"/>
                  <a:gd name="T7" fmla="*/ 0 h 24"/>
                  <a:gd name="T8" fmla="*/ 22 w 55"/>
                  <a:gd name="T9" fmla="*/ 2 h 24"/>
                  <a:gd name="T10" fmla="*/ 19 w 55"/>
                  <a:gd name="T11" fmla="*/ 4 h 24"/>
                  <a:gd name="T12" fmla="*/ 11 w 55"/>
                  <a:gd name="T13" fmla="*/ 5 h 24"/>
                  <a:gd name="T14" fmla="*/ 9 w 55"/>
                  <a:gd name="T15" fmla="*/ 7 h 24"/>
                  <a:gd name="T16" fmla="*/ 8 w 55"/>
                  <a:gd name="T17" fmla="*/ 11 h 24"/>
                  <a:gd name="T18" fmla="*/ 12 w 55"/>
                  <a:gd name="T19" fmla="*/ 12 h 24"/>
                  <a:gd name="T20" fmla="*/ 15 w 55"/>
                  <a:gd name="T21" fmla="*/ 12 h 24"/>
                  <a:gd name="T22" fmla="*/ 19 w 55"/>
                  <a:gd name="T23" fmla="*/ 15 h 24"/>
                  <a:gd name="T24" fmla="*/ 15 w 55"/>
                  <a:gd name="T25" fmla="*/ 17 h 24"/>
                  <a:gd name="T26" fmla="*/ 11 w 55"/>
                  <a:gd name="T27" fmla="*/ 17 h 24"/>
                  <a:gd name="T28" fmla="*/ 10 w 55"/>
                  <a:gd name="T29" fmla="*/ 20 h 24"/>
                  <a:gd name="T30" fmla="*/ 1 w 55"/>
                  <a:gd name="T31" fmla="*/ 20 h 24"/>
                  <a:gd name="T32" fmla="*/ 11 w 55"/>
                  <a:gd name="T33" fmla="*/ 22 h 24"/>
                  <a:gd name="T34" fmla="*/ 15 w 55"/>
                  <a:gd name="T35" fmla="*/ 23 h 24"/>
                  <a:gd name="T36" fmla="*/ 21 w 55"/>
                  <a:gd name="T37" fmla="*/ 23 h 24"/>
                  <a:gd name="T38" fmla="*/ 25 w 55"/>
                  <a:gd name="T39" fmla="*/ 20 h 24"/>
                  <a:gd name="T40" fmla="*/ 28 w 55"/>
                  <a:gd name="T41" fmla="*/ 17 h 24"/>
                  <a:gd name="T42" fmla="*/ 33 w 55"/>
                  <a:gd name="T43" fmla="*/ 16 h 24"/>
                  <a:gd name="T44" fmla="*/ 37 w 55"/>
                  <a:gd name="T45" fmla="*/ 16 h 24"/>
                  <a:gd name="T46" fmla="*/ 40 w 55"/>
                  <a:gd name="T47" fmla="*/ 13 h 24"/>
                  <a:gd name="T48" fmla="*/ 44 w 55"/>
                  <a:gd name="T49" fmla="*/ 12 h 24"/>
                  <a:gd name="T50" fmla="*/ 54 w 55"/>
                  <a:gd name="T51" fmla="*/ 7 h 24"/>
                  <a:gd name="T52" fmla="*/ 55 w 55"/>
                  <a:gd name="T53" fmla="*/ 5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5" h="24">
                    <a:moveTo>
                      <a:pt x="55" y="5"/>
                    </a:moveTo>
                    <a:cubicBezTo>
                      <a:pt x="52" y="5"/>
                      <a:pt x="50" y="3"/>
                      <a:pt x="47" y="3"/>
                    </a:cubicBezTo>
                    <a:cubicBezTo>
                      <a:pt x="44" y="2"/>
                      <a:pt x="40" y="2"/>
                      <a:pt x="36" y="2"/>
                    </a:cubicBezTo>
                    <a:cubicBezTo>
                      <a:pt x="33" y="2"/>
                      <a:pt x="30" y="2"/>
                      <a:pt x="27" y="0"/>
                    </a:cubicBezTo>
                    <a:cubicBezTo>
                      <a:pt x="25" y="0"/>
                      <a:pt x="23" y="0"/>
                      <a:pt x="22" y="2"/>
                    </a:cubicBezTo>
                    <a:cubicBezTo>
                      <a:pt x="22" y="4"/>
                      <a:pt x="21" y="5"/>
                      <a:pt x="19" y="4"/>
                    </a:cubicBezTo>
                    <a:cubicBezTo>
                      <a:pt x="17" y="3"/>
                      <a:pt x="12" y="1"/>
                      <a:pt x="11" y="5"/>
                    </a:cubicBezTo>
                    <a:cubicBezTo>
                      <a:pt x="10" y="6"/>
                      <a:pt x="11" y="6"/>
                      <a:pt x="9" y="7"/>
                    </a:cubicBezTo>
                    <a:cubicBezTo>
                      <a:pt x="8" y="8"/>
                      <a:pt x="6" y="10"/>
                      <a:pt x="8" y="11"/>
                    </a:cubicBezTo>
                    <a:cubicBezTo>
                      <a:pt x="9" y="12"/>
                      <a:pt x="12" y="13"/>
                      <a:pt x="12" y="12"/>
                    </a:cubicBezTo>
                    <a:cubicBezTo>
                      <a:pt x="13" y="10"/>
                      <a:pt x="14" y="11"/>
                      <a:pt x="15" y="12"/>
                    </a:cubicBezTo>
                    <a:cubicBezTo>
                      <a:pt x="16" y="13"/>
                      <a:pt x="20" y="14"/>
                      <a:pt x="19" y="15"/>
                    </a:cubicBezTo>
                    <a:cubicBezTo>
                      <a:pt x="19" y="16"/>
                      <a:pt x="16" y="16"/>
                      <a:pt x="15" y="17"/>
                    </a:cubicBezTo>
                    <a:cubicBezTo>
                      <a:pt x="14" y="18"/>
                      <a:pt x="13" y="19"/>
                      <a:pt x="11" y="17"/>
                    </a:cubicBezTo>
                    <a:cubicBezTo>
                      <a:pt x="10" y="16"/>
                      <a:pt x="10" y="19"/>
                      <a:pt x="10" y="20"/>
                    </a:cubicBezTo>
                    <a:cubicBezTo>
                      <a:pt x="6" y="22"/>
                      <a:pt x="4" y="15"/>
                      <a:pt x="1" y="20"/>
                    </a:cubicBezTo>
                    <a:cubicBezTo>
                      <a:pt x="0" y="21"/>
                      <a:pt x="10" y="23"/>
                      <a:pt x="11" y="22"/>
                    </a:cubicBezTo>
                    <a:cubicBezTo>
                      <a:pt x="12" y="21"/>
                      <a:pt x="14" y="22"/>
                      <a:pt x="15" y="23"/>
                    </a:cubicBezTo>
                    <a:cubicBezTo>
                      <a:pt x="16" y="23"/>
                      <a:pt x="19" y="24"/>
                      <a:pt x="21" y="23"/>
                    </a:cubicBezTo>
                    <a:cubicBezTo>
                      <a:pt x="22" y="22"/>
                      <a:pt x="24" y="23"/>
                      <a:pt x="25" y="20"/>
                    </a:cubicBezTo>
                    <a:cubicBezTo>
                      <a:pt x="25" y="19"/>
                      <a:pt x="27" y="18"/>
                      <a:pt x="28" y="17"/>
                    </a:cubicBezTo>
                    <a:cubicBezTo>
                      <a:pt x="29" y="16"/>
                      <a:pt x="33" y="16"/>
                      <a:pt x="33" y="16"/>
                    </a:cubicBezTo>
                    <a:cubicBezTo>
                      <a:pt x="34" y="18"/>
                      <a:pt x="35" y="16"/>
                      <a:pt x="37" y="16"/>
                    </a:cubicBezTo>
                    <a:cubicBezTo>
                      <a:pt x="38" y="16"/>
                      <a:pt x="39" y="13"/>
                      <a:pt x="40" y="13"/>
                    </a:cubicBezTo>
                    <a:cubicBezTo>
                      <a:pt x="41" y="12"/>
                      <a:pt x="43" y="13"/>
                      <a:pt x="44" y="12"/>
                    </a:cubicBezTo>
                    <a:cubicBezTo>
                      <a:pt x="48" y="11"/>
                      <a:pt x="50" y="9"/>
                      <a:pt x="54" y="7"/>
                    </a:cubicBezTo>
                    <a:cubicBezTo>
                      <a:pt x="55" y="7"/>
                      <a:pt x="55" y="7"/>
                      <a:pt x="55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4" name="Freeform 693"/>
              <p:cNvSpPr>
                <a:spLocks/>
              </p:cNvSpPr>
              <p:nvPr/>
            </p:nvSpPr>
            <p:spPr bwMode="auto">
              <a:xfrm>
                <a:off x="14273445" y="6752222"/>
                <a:ext cx="831212" cy="487388"/>
              </a:xfrm>
              <a:custGeom>
                <a:avLst/>
                <a:gdLst>
                  <a:gd name="T0" fmla="*/ 78 w 89"/>
                  <a:gd name="T1" fmla="*/ 32 h 52"/>
                  <a:gd name="T2" fmla="*/ 81 w 89"/>
                  <a:gd name="T3" fmla="*/ 33 h 52"/>
                  <a:gd name="T4" fmla="*/ 84 w 89"/>
                  <a:gd name="T5" fmla="*/ 31 h 52"/>
                  <a:gd name="T6" fmla="*/ 81 w 89"/>
                  <a:gd name="T7" fmla="*/ 26 h 52"/>
                  <a:gd name="T8" fmla="*/ 79 w 89"/>
                  <a:gd name="T9" fmla="*/ 27 h 52"/>
                  <a:gd name="T10" fmla="*/ 75 w 89"/>
                  <a:gd name="T11" fmla="*/ 27 h 52"/>
                  <a:gd name="T12" fmla="*/ 78 w 89"/>
                  <a:gd name="T13" fmla="*/ 21 h 52"/>
                  <a:gd name="T14" fmla="*/ 74 w 89"/>
                  <a:gd name="T15" fmla="*/ 22 h 52"/>
                  <a:gd name="T16" fmla="*/ 68 w 89"/>
                  <a:gd name="T17" fmla="*/ 25 h 52"/>
                  <a:gd name="T18" fmla="*/ 65 w 89"/>
                  <a:gd name="T19" fmla="*/ 29 h 52"/>
                  <a:gd name="T20" fmla="*/ 62 w 89"/>
                  <a:gd name="T21" fmla="*/ 28 h 52"/>
                  <a:gd name="T22" fmla="*/ 57 w 89"/>
                  <a:gd name="T23" fmla="*/ 27 h 52"/>
                  <a:gd name="T24" fmla="*/ 53 w 89"/>
                  <a:gd name="T25" fmla="*/ 23 h 52"/>
                  <a:gd name="T26" fmla="*/ 52 w 89"/>
                  <a:gd name="T27" fmla="*/ 17 h 52"/>
                  <a:gd name="T28" fmla="*/ 49 w 89"/>
                  <a:gd name="T29" fmla="*/ 13 h 52"/>
                  <a:gd name="T30" fmla="*/ 45 w 89"/>
                  <a:gd name="T31" fmla="*/ 12 h 52"/>
                  <a:gd name="T32" fmla="*/ 38 w 89"/>
                  <a:gd name="T33" fmla="*/ 12 h 52"/>
                  <a:gd name="T34" fmla="*/ 31 w 89"/>
                  <a:gd name="T35" fmla="*/ 12 h 52"/>
                  <a:gd name="T36" fmla="*/ 27 w 89"/>
                  <a:gd name="T37" fmla="*/ 8 h 52"/>
                  <a:gd name="T38" fmla="*/ 23 w 89"/>
                  <a:gd name="T39" fmla="*/ 8 h 52"/>
                  <a:gd name="T40" fmla="*/ 19 w 89"/>
                  <a:gd name="T41" fmla="*/ 10 h 52"/>
                  <a:gd name="T42" fmla="*/ 17 w 89"/>
                  <a:gd name="T43" fmla="*/ 6 h 52"/>
                  <a:gd name="T44" fmla="*/ 15 w 89"/>
                  <a:gd name="T45" fmla="*/ 1 h 52"/>
                  <a:gd name="T46" fmla="*/ 15 w 89"/>
                  <a:gd name="T47" fmla="*/ 5 h 52"/>
                  <a:gd name="T48" fmla="*/ 14 w 89"/>
                  <a:gd name="T49" fmla="*/ 8 h 52"/>
                  <a:gd name="T50" fmla="*/ 13 w 89"/>
                  <a:gd name="T51" fmla="*/ 3 h 52"/>
                  <a:gd name="T52" fmla="*/ 14 w 89"/>
                  <a:gd name="T53" fmla="*/ 0 h 52"/>
                  <a:gd name="T54" fmla="*/ 1 w 89"/>
                  <a:gd name="T55" fmla="*/ 4 h 52"/>
                  <a:gd name="T56" fmla="*/ 1 w 89"/>
                  <a:gd name="T57" fmla="*/ 15 h 52"/>
                  <a:gd name="T58" fmla="*/ 1 w 89"/>
                  <a:gd name="T59" fmla="*/ 23 h 52"/>
                  <a:gd name="T60" fmla="*/ 2 w 89"/>
                  <a:gd name="T61" fmla="*/ 26 h 52"/>
                  <a:gd name="T62" fmla="*/ 6 w 89"/>
                  <a:gd name="T63" fmla="*/ 26 h 52"/>
                  <a:gd name="T64" fmla="*/ 6 w 89"/>
                  <a:gd name="T65" fmla="*/ 23 h 52"/>
                  <a:gd name="T66" fmla="*/ 10 w 89"/>
                  <a:gd name="T67" fmla="*/ 20 h 52"/>
                  <a:gd name="T68" fmla="*/ 13 w 89"/>
                  <a:gd name="T69" fmla="*/ 18 h 52"/>
                  <a:gd name="T70" fmla="*/ 17 w 89"/>
                  <a:gd name="T71" fmla="*/ 19 h 52"/>
                  <a:gd name="T72" fmla="*/ 21 w 89"/>
                  <a:gd name="T73" fmla="*/ 20 h 52"/>
                  <a:gd name="T74" fmla="*/ 21 w 89"/>
                  <a:gd name="T75" fmla="*/ 24 h 52"/>
                  <a:gd name="T76" fmla="*/ 26 w 89"/>
                  <a:gd name="T77" fmla="*/ 27 h 52"/>
                  <a:gd name="T78" fmla="*/ 33 w 89"/>
                  <a:gd name="T79" fmla="*/ 34 h 52"/>
                  <a:gd name="T80" fmla="*/ 38 w 89"/>
                  <a:gd name="T81" fmla="*/ 37 h 52"/>
                  <a:gd name="T82" fmla="*/ 41 w 89"/>
                  <a:gd name="T83" fmla="*/ 39 h 52"/>
                  <a:gd name="T84" fmla="*/ 50 w 89"/>
                  <a:gd name="T85" fmla="*/ 45 h 52"/>
                  <a:gd name="T86" fmla="*/ 54 w 89"/>
                  <a:gd name="T87" fmla="*/ 49 h 52"/>
                  <a:gd name="T88" fmla="*/ 61 w 89"/>
                  <a:gd name="T89" fmla="*/ 52 h 52"/>
                  <a:gd name="T90" fmla="*/ 63 w 89"/>
                  <a:gd name="T91" fmla="*/ 47 h 52"/>
                  <a:gd name="T92" fmla="*/ 62 w 89"/>
                  <a:gd name="T93" fmla="*/ 42 h 52"/>
                  <a:gd name="T94" fmla="*/ 59 w 89"/>
                  <a:gd name="T95" fmla="*/ 38 h 52"/>
                  <a:gd name="T96" fmla="*/ 64 w 89"/>
                  <a:gd name="T97" fmla="*/ 36 h 52"/>
                  <a:gd name="T98" fmla="*/ 66 w 89"/>
                  <a:gd name="T99" fmla="*/ 33 h 52"/>
                  <a:gd name="T100" fmla="*/ 68 w 89"/>
                  <a:gd name="T101" fmla="*/ 30 h 52"/>
                  <a:gd name="T102" fmla="*/ 71 w 89"/>
                  <a:gd name="T103" fmla="*/ 30 h 52"/>
                  <a:gd name="T104" fmla="*/ 74 w 89"/>
                  <a:gd name="T105" fmla="*/ 29 h 52"/>
                  <a:gd name="T106" fmla="*/ 74 w 89"/>
                  <a:gd name="T107" fmla="*/ 34 h 52"/>
                  <a:gd name="T108" fmla="*/ 77 w 89"/>
                  <a:gd name="T109" fmla="*/ 34 h 52"/>
                  <a:gd name="T110" fmla="*/ 78 w 89"/>
                  <a:gd name="T111" fmla="*/ 32 h 52"/>
                  <a:gd name="T112" fmla="*/ 78 w 89"/>
                  <a:gd name="T113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9" h="52">
                    <a:moveTo>
                      <a:pt x="78" y="32"/>
                    </a:moveTo>
                    <a:cubicBezTo>
                      <a:pt x="79" y="33"/>
                      <a:pt x="79" y="34"/>
                      <a:pt x="81" y="33"/>
                    </a:cubicBezTo>
                    <a:cubicBezTo>
                      <a:pt x="82" y="33"/>
                      <a:pt x="83" y="31"/>
                      <a:pt x="84" y="31"/>
                    </a:cubicBezTo>
                    <a:cubicBezTo>
                      <a:pt x="89" y="30"/>
                      <a:pt x="83" y="28"/>
                      <a:pt x="81" y="26"/>
                    </a:cubicBezTo>
                    <a:cubicBezTo>
                      <a:pt x="80" y="25"/>
                      <a:pt x="80" y="26"/>
                      <a:pt x="79" y="27"/>
                    </a:cubicBezTo>
                    <a:cubicBezTo>
                      <a:pt x="79" y="28"/>
                      <a:pt x="76" y="27"/>
                      <a:pt x="75" y="27"/>
                    </a:cubicBezTo>
                    <a:cubicBezTo>
                      <a:pt x="71" y="25"/>
                      <a:pt x="77" y="22"/>
                      <a:pt x="78" y="21"/>
                    </a:cubicBezTo>
                    <a:cubicBezTo>
                      <a:pt x="78" y="21"/>
                      <a:pt x="74" y="22"/>
                      <a:pt x="74" y="22"/>
                    </a:cubicBezTo>
                    <a:cubicBezTo>
                      <a:pt x="72" y="23"/>
                      <a:pt x="70" y="23"/>
                      <a:pt x="68" y="25"/>
                    </a:cubicBezTo>
                    <a:cubicBezTo>
                      <a:pt x="67" y="26"/>
                      <a:pt x="66" y="28"/>
                      <a:pt x="65" y="29"/>
                    </a:cubicBezTo>
                    <a:cubicBezTo>
                      <a:pt x="64" y="32"/>
                      <a:pt x="63" y="30"/>
                      <a:pt x="62" y="28"/>
                    </a:cubicBezTo>
                    <a:cubicBezTo>
                      <a:pt x="61" y="26"/>
                      <a:pt x="59" y="27"/>
                      <a:pt x="57" y="27"/>
                    </a:cubicBezTo>
                    <a:cubicBezTo>
                      <a:pt x="55" y="27"/>
                      <a:pt x="54" y="24"/>
                      <a:pt x="53" y="23"/>
                    </a:cubicBezTo>
                    <a:cubicBezTo>
                      <a:pt x="51" y="21"/>
                      <a:pt x="54" y="19"/>
                      <a:pt x="52" y="17"/>
                    </a:cubicBezTo>
                    <a:cubicBezTo>
                      <a:pt x="51" y="16"/>
                      <a:pt x="50" y="14"/>
                      <a:pt x="49" y="13"/>
                    </a:cubicBezTo>
                    <a:cubicBezTo>
                      <a:pt x="48" y="12"/>
                      <a:pt x="46" y="11"/>
                      <a:pt x="45" y="12"/>
                    </a:cubicBezTo>
                    <a:cubicBezTo>
                      <a:pt x="43" y="13"/>
                      <a:pt x="41" y="12"/>
                      <a:pt x="38" y="12"/>
                    </a:cubicBezTo>
                    <a:cubicBezTo>
                      <a:pt x="36" y="12"/>
                      <a:pt x="33" y="13"/>
                      <a:pt x="31" y="12"/>
                    </a:cubicBezTo>
                    <a:cubicBezTo>
                      <a:pt x="30" y="11"/>
                      <a:pt x="28" y="9"/>
                      <a:pt x="27" y="8"/>
                    </a:cubicBezTo>
                    <a:cubicBezTo>
                      <a:pt x="25" y="6"/>
                      <a:pt x="24" y="6"/>
                      <a:pt x="23" y="8"/>
                    </a:cubicBezTo>
                    <a:cubicBezTo>
                      <a:pt x="22" y="9"/>
                      <a:pt x="21" y="10"/>
                      <a:pt x="19" y="10"/>
                    </a:cubicBezTo>
                    <a:cubicBezTo>
                      <a:pt x="16" y="10"/>
                      <a:pt x="16" y="8"/>
                      <a:pt x="17" y="6"/>
                    </a:cubicBezTo>
                    <a:cubicBezTo>
                      <a:pt x="18" y="3"/>
                      <a:pt x="18" y="3"/>
                      <a:pt x="15" y="1"/>
                    </a:cubicBezTo>
                    <a:cubicBezTo>
                      <a:pt x="15" y="2"/>
                      <a:pt x="15" y="4"/>
                      <a:pt x="15" y="5"/>
                    </a:cubicBezTo>
                    <a:cubicBezTo>
                      <a:pt x="15" y="7"/>
                      <a:pt x="16" y="8"/>
                      <a:pt x="14" y="8"/>
                    </a:cubicBezTo>
                    <a:cubicBezTo>
                      <a:pt x="12" y="7"/>
                      <a:pt x="12" y="4"/>
                      <a:pt x="13" y="3"/>
                    </a:cubicBezTo>
                    <a:cubicBezTo>
                      <a:pt x="13" y="3"/>
                      <a:pt x="15" y="0"/>
                      <a:pt x="14" y="0"/>
                    </a:cubicBezTo>
                    <a:cubicBezTo>
                      <a:pt x="9" y="1"/>
                      <a:pt x="5" y="2"/>
                      <a:pt x="1" y="4"/>
                    </a:cubicBezTo>
                    <a:cubicBezTo>
                      <a:pt x="0" y="4"/>
                      <a:pt x="1" y="14"/>
                      <a:pt x="1" y="15"/>
                    </a:cubicBezTo>
                    <a:cubicBezTo>
                      <a:pt x="1" y="18"/>
                      <a:pt x="1" y="21"/>
                      <a:pt x="1" y="23"/>
                    </a:cubicBezTo>
                    <a:cubicBezTo>
                      <a:pt x="1" y="25"/>
                      <a:pt x="0" y="26"/>
                      <a:pt x="2" y="26"/>
                    </a:cubicBezTo>
                    <a:cubicBezTo>
                      <a:pt x="3" y="26"/>
                      <a:pt x="4" y="26"/>
                      <a:pt x="6" y="26"/>
                    </a:cubicBezTo>
                    <a:cubicBezTo>
                      <a:pt x="8" y="26"/>
                      <a:pt x="5" y="24"/>
                      <a:pt x="6" y="23"/>
                    </a:cubicBezTo>
                    <a:cubicBezTo>
                      <a:pt x="7" y="21"/>
                      <a:pt x="9" y="22"/>
                      <a:pt x="10" y="20"/>
                    </a:cubicBezTo>
                    <a:cubicBezTo>
                      <a:pt x="12" y="19"/>
                      <a:pt x="12" y="19"/>
                      <a:pt x="13" y="18"/>
                    </a:cubicBezTo>
                    <a:cubicBezTo>
                      <a:pt x="15" y="17"/>
                      <a:pt x="16" y="18"/>
                      <a:pt x="17" y="19"/>
                    </a:cubicBezTo>
                    <a:cubicBezTo>
                      <a:pt x="18" y="20"/>
                      <a:pt x="21" y="20"/>
                      <a:pt x="21" y="20"/>
                    </a:cubicBezTo>
                    <a:cubicBezTo>
                      <a:pt x="22" y="22"/>
                      <a:pt x="21" y="23"/>
                      <a:pt x="21" y="24"/>
                    </a:cubicBezTo>
                    <a:cubicBezTo>
                      <a:pt x="22" y="27"/>
                      <a:pt x="25" y="27"/>
                      <a:pt x="26" y="27"/>
                    </a:cubicBezTo>
                    <a:cubicBezTo>
                      <a:pt x="31" y="27"/>
                      <a:pt x="31" y="30"/>
                      <a:pt x="33" y="34"/>
                    </a:cubicBezTo>
                    <a:cubicBezTo>
                      <a:pt x="34" y="35"/>
                      <a:pt x="36" y="36"/>
                      <a:pt x="38" y="37"/>
                    </a:cubicBezTo>
                    <a:cubicBezTo>
                      <a:pt x="39" y="37"/>
                      <a:pt x="40" y="38"/>
                      <a:pt x="41" y="39"/>
                    </a:cubicBezTo>
                    <a:cubicBezTo>
                      <a:pt x="44" y="41"/>
                      <a:pt x="47" y="44"/>
                      <a:pt x="50" y="45"/>
                    </a:cubicBezTo>
                    <a:cubicBezTo>
                      <a:pt x="54" y="46"/>
                      <a:pt x="54" y="46"/>
                      <a:pt x="54" y="49"/>
                    </a:cubicBezTo>
                    <a:cubicBezTo>
                      <a:pt x="56" y="49"/>
                      <a:pt x="59" y="51"/>
                      <a:pt x="61" y="52"/>
                    </a:cubicBezTo>
                    <a:cubicBezTo>
                      <a:pt x="61" y="49"/>
                      <a:pt x="60" y="49"/>
                      <a:pt x="63" y="47"/>
                    </a:cubicBezTo>
                    <a:cubicBezTo>
                      <a:pt x="64" y="45"/>
                      <a:pt x="62" y="44"/>
                      <a:pt x="62" y="42"/>
                    </a:cubicBezTo>
                    <a:cubicBezTo>
                      <a:pt x="63" y="39"/>
                      <a:pt x="60" y="40"/>
                      <a:pt x="59" y="38"/>
                    </a:cubicBezTo>
                    <a:cubicBezTo>
                      <a:pt x="58" y="36"/>
                      <a:pt x="63" y="37"/>
                      <a:pt x="64" y="36"/>
                    </a:cubicBezTo>
                    <a:cubicBezTo>
                      <a:pt x="67" y="35"/>
                      <a:pt x="64" y="32"/>
                      <a:pt x="66" y="33"/>
                    </a:cubicBezTo>
                    <a:cubicBezTo>
                      <a:pt x="70" y="33"/>
                      <a:pt x="66" y="30"/>
                      <a:pt x="68" y="30"/>
                    </a:cubicBezTo>
                    <a:cubicBezTo>
                      <a:pt x="69" y="29"/>
                      <a:pt x="70" y="31"/>
                      <a:pt x="71" y="30"/>
                    </a:cubicBezTo>
                    <a:cubicBezTo>
                      <a:pt x="72" y="30"/>
                      <a:pt x="73" y="29"/>
                      <a:pt x="74" y="29"/>
                    </a:cubicBezTo>
                    <a:cubicBezTo>
                      <a:pt x="76" y="29"/>
                      <a:pt x="74" y="33"/>
                      <a:pt x="74" y="34"/>
                    </a:cubicBezTo>
                    <a:cubicBezTo>
                      <a:pt x="75" y="34"/>
                      <a:pt x="77" y="31"/>
                      <a:pt x="77" y="34"/>
                    </a:cubicBezTo>
                    <a:cubicBezTo>
                      <a:pt x="77" y="34"/>
                      <a:pt x="77" y="32"/>
                      <a:pt x="78" y="32"/>
                    </a:cubicBezTo>
                    <a:cubicBezTo>
                      <a:pt x="79" y="32"/>
                      <a:pt x="77" y="32"/>
                      <a:pt x="78" y="3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5" name="Freeform 694"/>
              <p:cNvSpPr>
                <a:spLocks/>
              </p:cNvSpPr>
              <p:nvPr/>
            </p:nvSpPr>
            <p:spPr bwMode="auto">
              <a:xfrm>
                <a:off x="14525037" y="7293764"/>
                <a:ext cx="0" cy="955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6" name="Freeform 695"/>
              <p:cNvSpPr>
                <a:spLocks/>
              </p:cNvSpPr>
              <p:nvPr/>
            </p:nvSpPr>
            <p:spPr bwMode="auto">
              <a:xfrm>
                <a:off x="14095099" y="6921055"/>
                <a:ext cx="681527" cy="401378"/>
              </a:xfrm>
              <a:custGeom>
                <a:avLst/>
                <a:gdLst>
                  <a:gd name="T0" fmla="*/ 73 w 73"/>
                  <a:gd name="T1" fmla="*/ 28 h 43"/>
                  <a:gd name="T2" fmla="*/ 69 w 73"/>
                  <a:gd name="T3" fmla="*/ 27 h 43"/>
                  <a:gd name="T4" fmla="*/ 65 w 73"/>
                  <a:gd name="T5" fmla="*/ 24 h 43"/>
                  <a:gd name="T6" fmla="*/ 58 w 73"/>
                  <a:gd name="T7" fmla="*/ 20 h 43"/>
                  <a:gd name="T8" fmla="*/ 52 w 73"/>
                  <a:gd name="T9" fmla="*/ 16 h 43"/>
                  <a:gd name="T10" fmla="*/ 47 w 73"/>
                  <a:gd name="T11" fmla="*/ 9 h 43"/>
                  <a:gd name="T12" fmla="*/ 40 w 73"/>
                  <a:gd name="T13" fmla="*/ 5 h 43"/>
                  <a:gd name="T14" fmla="*/ 40 w 73"/>
                  <a:gd name="T15" fmla="*/ 2 h 43"/>
                  <a:gd name="T16" fmla="*/ 36 w 73"/>
                  <a:gd name="T17" fmla="*/ 1 h 43"/>
                  <a:gd name="T18" fmla="*/ 34 w 73"/>
                  <a:gd name="T19" fmla="*/ 0 h 43"/>
                  <a:gd name="T20" fmla="*/ 31 w 73"/>
                  <a:gd name="T21" fmla="*/ 1 h 43"/>
                  <a:gd name="T22" fmla="*/ 28 w 73"/>
                  <a:gd name="T23" fmla="*/ 3 h 43"/>
                  <a:gd name="T24" fmla="*/ 25 w 73"/>
                  <a:gd name="T25" fmla="*/ 6 h 43"/>
                  <a:gd name="T26" fmla="*/ 22 w 73"/>
                  <a:gd name="T27" fmla="*/ 8 h 43"/>
                  <a:gd name="T28" fmla="*/ 17 w 73"/>
                  <a:gd name="T29" fmla="*/ 8 h 43"/>
                  <a:gd name="T30" fmla="*/ 12 w 73"/>
                  <a:gd name="T31" fmla="*/ 2 h 43"/>
                  <a:gd name="T32" fmla="*/ 2 w 73"/>
                  <a:gd name="T33" fmla="*/ 5 h 43"/>
                  <a:gd name="T34" fmla="*/ 5 w 73"/>
                  <a:gd name="T35" fmla="*/ 12 h 43"/>
                  <a:gd name="T36" fmla="*/ 8 w 73"/>
                  <a:gd name="T37" fmla="*/ 17 h 43"/>
                  <a:gd name="T38" fmla="*/ 8 w 73"/>
                  <a:gd name="T39" fmla="*/ 19 h 43"/>
                  <a:gd name="T40" fmla="*/ 10 w 73"/>
                  <a:gd name="T41" fmla="*/ 22 h 43"/>
                  <a:gd name="T42" fmla="*/ 9 w 73"/>
                  <a:gd name="T43" fmla="*/ 26 h 43"/>
                  <a:gd name="T44" fmla="*/ 9 w 73"/>
                  <a:gd name="T45" fmla="*/ 31 h 43"/>
                  <a:gd name="T46" fmla="*/ 14 w 73"/>
                  <a:gd name="T47" fmla="*/ 29 h 43"/>
                  <a:gd name="T48" fmla="*/ 17 w 73"/>
                  <a:gd name="T49" fmla="*/ 26 h 43"/>
                  <a:gd name="T50" fmla="*/ 27 w 73"/>
                  <a:gd name="T51" fmla="*/ 27 h 43"/>
                  <a:gd name="T52" fmla="*/ 37 w 73"/>
                  <a:gd name="T53" fmla="*/ 31 h 43"/>
                  <a:gd name="T54" fmla="*/ 45 w 73"/>
                  <a:gd name="T55" fmla="*/ 35 h 43"/>
                  <a:gd name="T56" fmla="*/ 46 w 73"/>
                  <a:gd name="T57" fmla="*/ 37 h 43"/>
                  <a:gd name="T58" fmla="*/ 48 w 73"/>
                  <a:gd name="T59" fmla="*/ 42 h 43"/>
                  <a:gd name="T60" fmla="*/ 53 w 73"/>
                  <a:gd name="T61" fmla="*/ 43 h 43"/>
                  <a:gd name="T62" fmla="*/ 57 w 73"/>
                  <a:gd name="T63" fmla="*/ 40 h 43"/>
                  <a:gd name="T64" fmla="*/ 62 w 73"/>
                  <a:gd name="T65" fmla="*/ 38 h 43"/>
                  <a:gd name="T66" fmla="*/ 65 w 73"/>
                  <a:gd name="T67" fmla="*/ 33 h 43"/>
                  <a:gd name="T68" fmla="*/ 69 w 73"/>
                  <a:gd name="T69" fmla="*/ 31 h 43"/>
                  <a:gd name="T70" fmla="*/ 73 w 73"/>
                  <a:gd name="T71" fmla="*/ 31 h 43"/>
                  <a:gd name="T72" fmla="*/ 73 w 73"/>
                  <a:gd name="T73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3" h="43">
                    <a:moveTo>
                      <a:pt x="73" y="28"/>
                    </a:moveTo>
                    <a:cubicBezTo>
                      <a:pt x="72" y="27"/>
                      <a:pt x="71" y="27"/>
                      <a:pt x="69" y="27"/>
                    </a:cubicBezTo>
                    <a:cubicBezTo>
                      <a:pt x="68" y="26"/>
                      <a:pt x="66" y="25"/>
                      <a:pt x="65" y="24"/>
                    </a:cubicBezTo>
                    <a:cubicBezTo>
                      <a:pt x="63" y="23"/>
                      <a:pt x="60" y="22"/>
                      <a:pt x="58" y="20"/>
                    </a:cubicBezTo>
                    <a:cubicBezTo>
                      <a:pt x="57" y="18"/>
                      <a:pt x="54" y="18"/>
                      <a:pt x="52" y="16"/>
                    </a:cubicBezTo>
                    <a:cubicBezTo>
                      <a:pt x="51" y="13"/>
                      <a:pt x="50" y="9"/>
                      <a:pt x="47" y="9"/>
                    </a:cubicBezTo>
                    <a:cubicBezTo>
                      <a:pt x="44" y="9"/>
                      <a:pt x="40" y="9"/>
                      <a:pt x="40" y="5"/>
                    </a:cubicBezTo>
                    <a:cubicBezTo>
                      <a:pt x="40" y="4"/>
                      <a:pt x="41" y="2"/>
                      <a:pt x="40" y="2"/>
                    </a:cubicBezTo>
                    <a:cubicBezTo>
                      <a:pt x="39" y="1"/>
                      <a:pt x="38" y="2"/>
                      <a:pt x="36" y="1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33" y="0"/>
                      <a:pt x="32" y="1"/>
                      <a:pt x="31" y="1"/>
                    </a:cubicBezTo>
                    <a:cubicBezTo>
                      <a:pt x="30" y="0"/>
                      <a:pt x="29" y="3"/>
                      <a:pt x="28" y="3"/>
                    </a:cubicBezTo>
                    <a:cubicBezTo>
                      <a:pt x="27" y="3"/>
                      <a:pt x="24" y="4"/>
                      <a:pt x="25" y="6"/>
                    </a:cubicBezTo>
                    <a:cubicBezTo>
                      <a:pt x="26" y="9"/>
                      <a:pt x="25" y="8"/>
                      <a:pt x="22" y="8"/>
                    </a:cubicBezTo>
                    <a:cubicBezTo>
                      <a:pt x="21" y="8"/>
                      <a:pt x="18" y="8"/>
                      <a:pt x="17" y="8"/>
                    </a:cubicBezTo>
                    <a:cubicBezTo>
                      <a:pt x="15" y="6"/>
                      <a:pt x="14" y="4"/>
                      <a:pt x="12" y="2"/>
                    </a:cubicBezTo>
                    <a:cubicBezTo>
                      <a:pt x="9" y="0"/>
                      <a:pt x="5" y="3"/>
                      <a:pt x="2" y="5"/>
                    </a:cubicBezTo>
                    <a:cubicBezTo>
                      <a:pt x="3" y="6"/>
                      <a:pt x="6" y="10"/>
                      <a:pt x="5" y="12"/>
                    </a:cubicBezTo>
                    <a:cubicBezTo>
                      <a:pt x="0" y="15"/>
                      <a:pt x="6" y="15"/>
                      <a:pt x="8" y="17"/>
                    </a:cubicBezTo>
                    <a:cubicBezTo>
                      <a:pt x="8" y="17"/>
                      <a:pt x="8" y="19"/>
                      <a:pt x="8" y="19"/>
                    </a:cubicBezTo>
                    <a:cubicBezTo>
                      <a:pt x="7" y="20"/>
                      <a:pt x="9" y="22"/>
                      <a:pt x="10" y="22"/>
                    </a:cubicBezTo>
                    <a:cubicBezTo>
                      <a:pt x="10" y="23"/>
                      <a:pt x="9" y="24"/>
                      <a:pt x="9" y="26"/>
                    </a:cubicBezTo>
                    <a:cubicBezTo>
                      <a:pt x="9" y="27"/>
                      <a:pt x="9" y="29"/>
                      <a:pt x="9" y="31"/>
                    </a:cubicBezTo>
                    <a:cubicBezTo>
                      <a:pt x="11" y="31"/>
                      <a:pt x="12" y="31"/>
                      <a:pt x="14" y="29"/>
                    </a:cubicBezTo>
                    <a:cubicBezTo>
                      <a:pt x="15" y="28"/>
                      <a:pt x="16" y="27"/>
                      <a:pt x="17" y="26"/>
                    </a:cubicBezTo>
                    <a:cubicBezTo>
                      <a:pt x="21" y="26"/>
                      <a:pt x="24" y="25"/>
                      <a:pt x="27" y="27"/>
                    </a:cubicBezTo>
                    <a:cubicBezTo>
                      <a:pt x="29" y="30"/>
                      <a:pt x="35" y="28"/>
                      <a:pt x="37" y="31"/>
                    </a:cubicBezTo>
                    <a:cubicBezTo>
                      <a:pt x="39" y="34"/>
                      <a:pt x="41" y="35"/>
                      <a:pt x="45" y="35"/>
                    </a:cubicBezTo>
                    <a:cubicBezTo>
                      <a:pt x="46" y="35"/>
                      <a:pt x="46" y="35"/>
                      <a:pt x="46" y="37"/>
                    </a:cubicBezTo>
                    <a:cubicBezTo>
                      <a:pt x="46" y="40"/>
                      <a:pt x="46" y="40"/>
                      <a:pt x="48" y="42"/>
                    </a:cubicBezTo>
                    <a:cubicBezTo>
                      <a:pt x="50" y="42"/>
                      <a:pt x="51" y="43"/>
                      <a:pt x="53" y="43"/>
                    </a:cubicBezTo>
                    <a:cubicBezTo>
                      <a:pt x="56" y="43"/>
                      <a:pt x="56" y="42"/>
                      <a:pt x="57" y="40"/>
                    </a:cubicBezTo>
                    <a:cubicBezTo>
                      <a:pt x="58" y="38"/>
                      <a:pt x="60" y="39"/>
                      <a:pt x="62" y="38"/>
                    </a:cubicBezTo>
                    <a:cubicBezTo>
                      <a:pt x="64" y="37"/>
                      <a:pt x="64" y="35"/>
                      <a:pt x="65" y="33"/>
                    </a:cubicBezTo>
                    <a:cubicBezTo>
                      <a:pt x="65" y="31"/>
                      <a:pt x="68" y="33"/>
                      <a:pt x="69" y="31"/>
                    </a:cubicBezTo>
                    <a:cubicBezTo>
                      <a:pt x="69" y="29"/>
                      <a:pt x="72" y="31"/>
                      <a:pt x="73" y="31"/>
                    </a:cubicBezTo>
                    <a:cubicBezTo>
                      <a:pt x="73" y="30"/>
                      <a:pt x="73" y="29"/>
                      <a:pt x="73" y="2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7" name="Freeform 696"/>
              <p:cNvSpPr>
                <a:spLocks/>
              </p:cNvSpPr>
              <p:nvPr/>
            </p:nvSpPr>
            <p:spPr bwMode="auto">
              <a:xfrm>
                <a:off x="14814846" y="7013435"/>
                <a:ext cx="372610" cy="251657"/>
              </a:xfrm>
              <a:custGeom>
                <a:avLst/>
                <a:gdLst>
                  <a:gd name="T0" fmla="*/ 30 w 40"/>
                  <a:gd name="T1" fmla="*/ 10 h 27"/>
                  <a:gd name="T2" fmla="*/ 25 w 40"/>
                  <a:gd name="T3" fmla="*/ 10 h 27"/>
                  <a:gd name="T4" fmla="*/ 21 w 40"/>
                  <a:gd name="T5" fmla="*/ 8 h 27"/>
                  <a:gd name="T6" fmla="*/ 19 w 40"/>
                  <a:gd name="T7" fmla="*/ 9 h 27"/>
                  <a:gd name="T8" fmla="*/ 17 w 40"/>
                  <a:gd name="T9" fmla="*/ 9 h 27"/>
                  <a:gd name="T10" fmla="*/ 10 w 40"/>
                  <a:gd name="T11" fmla="*/ 8 h 27"/>
                  <a:gd name="T12" fmla="*/ 12 w 40"/>
                  <a:gd name="T13" fmla="*/ 5 h 27"/>
                  <a:gd name="T14" fmla="*/ 16 w 40"/>
                  <a:gd name="T15" fmla="*/ 7 h 27"/>
                  <a:gd name="T16" fmla="*/ 19 w 40"/>
                  <a:gd name="T17" fmla="*/ 5 h 27"/>
                  <a:gd name="T18" fmla="*/ 16 w 40"/>
                  <a:gd name="T19" fmla="*/ 6 h 27"/>
                  <a:gd name="T20" fmla="*/ 16 w 40"/>
                  <a:gd name="T21" fmla="*/ 1 h 27"/>
                  <a:gd name="T22" fmla="*/ 14 w 40"/>
                  <a:gd name="T23" fmla="*/ 2 h 27"/>
                  <a:gd name="T24" fmla="*/ 10 w 40"/>
                  <a:gd name="T25" fmla="*/ 2 h 27"/>
                  <a:gd name="T26" fmla="*/ 8 w 40"/>
                  <a:gd name="T27" fmla="*/ 5 h 27"/>
                  <a:gd name="T28" fmla="*/ 6 w 40"/>
                  <a:gd name="T29" fmla="*/ 8 h 27"/>
                  <a:gd name="T30" fmla="*/ 1 w 40"/>
                  <a:gd name="T31" fmla="*/ 10 h 27"/>
                  <a:gd name="T32" fmla="*/ 4 w 40"/>
                  <a:gd name="T33" fmla="*/ 14 h 27"/>
                  <a:gd name="T34" fmla="*/ 4 w 40"/>
                  <a:gd name="T35" fmla="*/ 19 h 27"/>
                  <a:gd name="T36" fmla="*/ 4 w 40"/>
                  <a:gd name="T37" fmla="*/ 24 h 27"/>
                  <a:gd name="T38" fmla="*/ 9 w 40"/>
                  <a:gd name="T39" fmla="*/ 22 h 27"/>
                  <a:gd name="T40" fmla="*/ 12 w 40"/>
                  <a:gd name="T41" fmla="*/ 20 h 27"/>
                  <a:gd name="T42" fmla="*/ 17 w 40"/>
                  <a:gd name="T43" fmla="*/ 17 h 27"/>
                  <a:gd name="T44" fmla="*/ 20 w 40"/>
                  <a:gd name="T45" fmla="*/ 17 h 27"/>
                  <a:gd name="T46" fmla="*/ 22 w 40"/>
                  <a:gd name="T47" fmla="*/ 21 h 27"/>
                  <a:gd name="T48" fmla="*/ 21 w 40"/>
                  <a:gd name="T49" fmla="*/ 24 h 27"/>
                  <a:gd name="T50" fmla="*/ 27 w 40"/>
                  <a:gd name="T51" fmla="*/ 23 h 27"/>
                  <a:gd name="T52" fmla="*/ 32 w 40"/>
                  <a:gd name="T53" fmla="*/ 21 h 27"/>
                  <a:gd name="T54" fmla="*/ 39 w 40"/>
                  <a:gd name="T55" fmla="*/ 21 h 27"/>
                  <a:gd name="T56" fmla="*/ 38 w 40"/>
                  <a:gd name="T57" fmla="*/ 18 h 27"/>
                  <a:gd name="T58" fmla="*/ 36 w 40"/>
                  <a:gd name="T59" fmla="*/ 14 h 27"/>
                  <a:gd name="T60" fmla="*/ 32 w 40"/>
                  <a:gd name="T61" fmla="*/ 9 h 27"/>
                  <a:gd name="T62" fmla="*/ 30 w 40"/>
                  <a:gd name="T63" fmla="*/ 10 h 27"/>
                  <a:gd name="T64" fmla="*/ 30 w 40"/>
                  <a:gd name="T65" fmla="*/ 1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" h="27">
                    <a:moveTo>
                      <a:pt x="30" y="10"/>
                    </a:moveTo>
                    <a:cubicBezTo>
                      <a:pt x="28" y="11"/>
                      <a:pt x="27" y="10"/>
                      <a:pt x="25" y="10"/>
                    </a:cubicBezTo>
                    <a:cubicBezTo>
                      <a:pt x="23" y="10"/>
                      <a:pt x="22" y="8"/>
                      <a:pt x="21" y="8"/>
                    </a:cubicBezTo>
                    <a:cubicBezTo>
                      <a:pt x="20" y="8"/>
                      <a:pt x="20" y="9"/>
                      <a:pt x="19" y="9"/>
                    </a:cubicBezTo>
                    <a:cubicBezTo>
                      <a:pt x="19" y="10"/>
                      <a:pt x="18" y="9"/>
                      <a:pt x="17" y="9"/>
                    </a:cubicBezTo>
                    <a:cubicBezTo>
                      <a:pt x="15" y="9"/>
                      <a:pt x="12" y="9"/>
                      <a:pt x="10" y="8"/>
                    </a:cubicBezTo>
                    <a:cubicBezTo>
                      <a:pt x="9" y="7"/>
                      <a:pt x="12" y="5"/>
                      <a:pt x="12" y="5"/>
                    </a:cubicBezTo>
                    <a:cubicBezTo>
                      <a:pt x="14" y="4"/>
                      <a:pt x="15" y="7"/>
                      <a:pt x="16" y="7"/>
                    </a:cubicBezTo>
                    <a:cubicBezTo>
                      <a:pt x="18" y="7"/>
                      <a:pt x="19" y="6"/>
                      <a:pt x="19" y="5"/>
                    </a:cubicBezTo>
                    <a:cubicBezTo>
                      <a:pt x="18" y="4"/>
                      <a:pt x="17" y="6"/>
                      <a:pt x="16" y="6"/>
                    </a:cubicBezTo>
                    <a:cubicBezTo>
                      <a:pt x="15" y="5"/>
                      <a:pt x="17" y="2"/>
                      <a:pt x="16" y="1"/>
                    </a:cubicBezTo>
                    <a:cubicBezTo>
                      <a:pt x="16" y="0"/>
                      <a:pt x="14" y="2"/>
                      <a:pt x="14" y="2"/>
                    </a:cubicBezTo>
                    <a:cubicBezTo>
                      <a:pt x="12" y="3"/>
                      <a:pt x="11" y="1"/>
                      <a:pt x="10" y="2"/>
                    </a:cubicBezTo>
                    <a:cubicBezTo>
                      <a:pt x="8" y="2"/>
                      <a:pt x="12" y="5"/>
                      <a:pt x="8" y="5"/>
                    </a:cubicBezTo>
                    <a:cubicBezTo>
                      <a:pt x="6" y="4"/>
                      <a:pt x="9" y="8"/>
                      <a:pt x="6" y="8"/>
                    </a:cubicBezTo>
                    <a:cubicBezTo>
                      <a:pt x="5" y="9"/>
                      <a:pt x="0" y="8"/>
                      <a:pt x="1" y="10"/>
                    </a:cubicBezTo>
                    <a:cubicBezTo>
                      <a:pt x="2" y="13"/>
                      <a:pt x="5" y="11"/>
                      <a:pt x="4" y="14"/>
                    </a:cubicBezTo>
                    <a:cubicBezTo>
                      <a:pt x="4" y="17"/>
                      <a:pt x="7" y="17"/>
                      <a:pt x="4" y="19"/>
                    </a:cubicBezTo>
                    <a:cubicBezTo>
                      <a:pt x="3" y="20"/>
                      <a:pt x="1" y="24"/>
                      <a:pt x="4" y="24"/>
                    </a:cubicBezTo>
                    <a:cubicBezTo>
                      <a:pt x="6" y="24"/>
                      <a:pt x="8" y="21"/>
                      <a:pt x="9" y="22"/>
                    </a:cubicBezTo>
                    <a:cubicBezTo>
                      <a:pt x="12" y="25"/>
                      <a:pt x="9" y="20"/>
                      <a:pt x="12" y="20"/>
                    </a:cubicBezTo>
                    <a:cubicBezTo>
                      <a:pt x="14" y="20"/>
                      <a:pt x="15" y="19"/>
                      <a:pt x="17" y="17"/>
                    </a:cubicBezTo>
                    <a:cubicBezTo>
                      <a:pt x="18" y="14"/>
                      <a:pt x="19" y="15"/>
                      <a:pt x="20" y="17"/>
                    </a:cubicBezTo>
                    <a:cubicBezTo>
                      <a:pt x="21" y="18"/>
                      <a:pt x="22" y="19"/>
                      <a:pt x="22" y="21"/>
                    </a:cubicBezTo>
                    <a:cubicBezTo>
                      <a:pt x="22" y="22"/>
                      <a:pt x="21" y="23"/>
                      <a:pt x="21" y="24"/>
                    </a:cubicBezTo>
                    <a:cubicBezTo>
                      <a:pt x="22" y="27"/>
                      <a:pt x="26" y="24"/>
                      <a:pt x="27" y="23"/>
                    </a:cubicBezTo>
                    <a:cubicBezTo>
                      <a:pt x="28" y="22"/>
                      <a:pt x="31" y="20"/>
                      <a:pt x="32" y="21"/>
                    </a:cubicBezTo>
                    <a:cubicBezTo>
                      <a:pt x="34" y="23"/>
                      <a:pt x="36" y="20"/>
                      <a:pt x="39" y="21"/>
                    </a:cubicBezTo>
                    <a:cubicBezTo>
                      <a:pt x="40" y="20"/>
                      <a:pt x="38" y="18"/>
                      <a:pt x="38" y="18"/>
                    </a:cubicBezTo>
                    <a:cubicBezTo>
                      <a:pt x="37" y="16"/>
                      <a:pt x="38" y="14"/>
                      <a:pt x="36" y="14"/>
                    </a:cubicBezTo>
                    <a:cubicBezTo>
                      <a:pt x="33" y="15"/>
                      <a:pt x="31" y="12"/>
                      <a:pt x="32" y="9"/>
                    </a:cubicBezTo>
                    <a:cubicBezTo>
                      <a:pt x="32" y="9"/>
                      <a:pt x="31" y="9"/>
                      <a:pt x="30" y="10"/>
                    </a:cubicBezTo>
                    <a:cubicBezTo>
                      <a:pt x="29" y="10"/>
                      <a:pt x="31" y="9"/>
                      <a:pt x="30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8" name="Freeform 697"/>
              <p:cNvSpPr>
                <a:spLocks/>
              </p:cNvSpPr>
              <p:nvPr/>
            </p:nvSpPr>
            <p:spPr bwMode="auto">
              <a:xfrm>
                <a:off x="14515484" y="7230053"/>
                <a:ext cx="773889" cy="691265"/>
              </a:xfrm>
              <a:custGeom>
                <a:avLst/>
                <a:gdLst>
                  <a:gd name="T0" fmla="*/ 8 w 83"/>
                  <a:gd name="T1" fmla="*/ 51 h 74"/>
                  <a:gd name="T2" fmla="*/ 9 w 83"/>
                  <a:gd name="T3" fmla="*/ 54 h 74"/>
                  <a:gd name="T4" fmla="*/ 11 w 83"/>
                  <a:gd name="T5" fmla="*/ 57 h 74"/>
                  <a:gd name="T6" fmla="*/ 5 w 83"/>
                  <a:gd name="T7" fmla="*/ 61 h 74"/>
                  <a:gd name="T8" fmla="*/ 3 w 83"/>
                  <a:gd name="T9" fmla="*/ 64 h 74"/>
                  <a:gd name="T10" fmla="*/ 6 w 83"/>
                  <a:gd name="T11" fmla="*/ 66 h 74"/>
                  <a:gd name="T12" fmla="*/ 13 w 83"/>
                  <a:gd name="T13" fmla="*/ 64 h 74"/>
                  <a:gd name="T14" fmla="*/ 19 w 83"/>
                  <a:gd name="T15" fmla="*/ 65 h 74"/>
                  <a:gd name="T16" fmla="*/ 23 w 83"/>
                  <a:gd name="T17" fmla="*/ 65 h 74"/>
                  <a:gd name="T18" fmla="*/ 28 w 83"/>
                  <a:gd name="T19" fmla="*/ 64 h 74"/>
                  <a:gd name="T20" fmla="*/ 29 w 83"/>
                  <a:gd name="T21" fmla="*/ 67 h 74"/>
                  <a:gd name="T22" fmla="*/ 32 w 83"/>
                  <a:gd name="T23" fmla="*/ 69 h 74"/>
                  <a:gd name="T24" fmla="*/ 33 w 83"/>
                  <a:gd name="T25" fmla="*/ 73 h 74"/>
                  <a:gd name="T26" fmla="*/ 34 w 83"/>
                  <a:gd name="T27" fmla="*/ 71 h 74"/>
                  <a:gd name="T28" fmla="*/ 36 w 83"/>
                  <a:gd name="T29" fmla="*/ 73 h 74"/>
                  <a:gd name="T30" fmla="*/ 43 w 83"/>
                  <a:gd name="T31" fmla="*/ 71 h 74"/>
                  <a:gd name="T32" fmla="*/ 46 w 83"/>
                  <a:gd name="T33" fmla="*/ 70 h 74"/>
                  <a:gd name="T34" fmla="*/ 50 w 83"/>
                  <a:gd name="T35" fmla="*/ 70 h 74"/>
                  <a:gd name="T36" fmla="*/ 48 w 83"/>
                  <a:gd name="T37" fmla="*/ 64 h 74"/>
                  <a:gd name="T38" fmla="*/ 46 w 83"/>
                  <a:gd name="T39" fmla="*/ 61 h 74"/>
                  <a:gd name="T40" fmla="*/ 44 w 83"/>
                  <a:gd name="T41" fmla="*/ 57 h 74"/>
                  <a:gd name="T42" fmla="*/ 46 w 83"/>
                  <a:gd name="T43" fmla="*/ 52 h 74"/>
                  <a:gd name="T44" fmla="*/ 49 w 83"/>
                  <a:gd name="T45" fmla="*/ 52 h 74"/>
                  <a:gd name="T46" fmla="*/ 52 w 83"/>
                  <a:gd name="T47" fmla="*/ 52 h 74"/>
                  <a:gd name="T48" fmla="*/ 57 w 83"/>
                  <a:gd name="T49" fmla="*/ 46 h 74"/>
                  <a:gd name="T50" fmla="*/ 60 w 83"/>
                  <a:gd name="T51" fmla="*/ 44 h 74"/>
                  <a:gd name="T52" fmla="*/ 62 w 83"/>
                  <a:gd name="T53" fmla="*/ 41 h 74"/>
                  <a:gd name="T54" fmla="*/ 65 w 83"/>
                  <a:gd name="T55" fmla="*/ 39 h 74"/>
                  <a:gd name="T56" fmla="*/ 66 w 83"/>
                  <a:gd name="T57" fmla="*/ 37 h 74"/>
                  <a:gd name="T58" fmla="*/ 69 w 83"/>
                  <a:gd name="T59" fmla="*/ 33 h 74"/>
                  <a:gd name="T60" fmla="*/ 71 w 83"/>
                  <a:gd name="T61" fmla="*/ 27 h 74"/>
                  <a:gd name="T62" fmla="*/ 66 w 83"/>
                  <a:gd name="T63" fmla="*/ 23 h 74"/>
                  <a:gd name="T64" fmla="*/ 65 w 83"/>
                  <a:gd name="T65" fmla="*/ 16 h 74"/>
                  <a:gd name="T66" fmla="*/ 70 w 83"/>
                  <a:gd name="T67" fmla="*/ 14 h 74"/>
                  <a:gd name="T68" fmla="*/ 74 w 83"/>
                  <a:gd name="T69" fmla="*/ 15 h 74"/>
                  <a:gd name="T70" fmla="*/ 77 w 83"/>
                  <a:gd name="T71" fmla="*/ 13 h 74"/>
                  <a:gd name="T72" fmla="*/ 83 w 83"/>
                  <a:gd name="T73" fmla="*/ 10 h 74"/>
                  <a:gd name="T74" fmla="*/ 76 w 83"/>
                  <a:gd name="T75" fmla="*/ 6 h 74"/>
                  <a:gd name="T76" fmla="*/ 74 w 83"/>
                  <a:gd name="T77" fmla="*/ 2 h 74"/>
                  <a:gd name="T78" fmla="*/ 71 w 83"/>
                  <a:gd name="T79" fmla="*/ 0 h 74"/>
                  <a:gd name="T80" fmla="*/ 65 w 83"/>
                  <a:gd name="T81" fmla="*/ 1 h 74"/>
                  <a:gd name="T82" fmla="*/ 56 w 83"/>
                  <a:gd name="T83" fmla="*/ 4 h 74"/>
                  <a:gd name="T84" fmla="*/ 53 w 83"/>
                  <a:gd name="T85" fmla="*/ 8 h 74"/>
                  <a:gd name="T86" fmla="*/ 51 w 83"/>
                  <a:gd name="T87" fmla="*/ 13 h 74"/>
                  <a:gd name="T88" fmla="*/ 48 w 83"/>
                  <a:gd name="T89" fmla="*/ 18 h 74"/>
                  <a:gd name="T90" fmla="*/ 47 w 83"/>
                  <a:gd name="T91" fmla="*/ 21 h 74"/>
                  <a:gd name="T92" fmla="*/ 43 w 83"/>
                  <a:gd name="T93" fmla="*/ 24 h 74"/>
                  <a:gd name="T94" fmla="*/ 41 w 83"/>
                  <a:gd name="T95" fmla="*/ 30 h 74"/>
                  <a:gd name="T96" fmla="*/ 38 w 83"/>
                  <a:gd name="T97" fmla="*/ 30 h 74"/>
                  <a:gd name="T98" fmla="*/ 34 w 83"/>
                  <a:gd name="T99" fmla="*/ 32 h 74"/>
                  <a:gd name="T100" fmla="*/ 30 w 83"/>
                  <a:gd name="T101" fmla="*/ 33 h 74"/>
                  <a:gd name="T102" fmla="*/ 27 w 83"/>
                  <a:gd name="T103" fmla="*/ 37 h 74"/>
                  <a:gd name="T104" fmla="*/ 22 w 83"/>
                  <a:gd name="T105" fmla="*/ 42 h 74"/>
                  <a:gd name="T106" fmla="*/ 13 w 83"/>
                  <a:gd name="T107" fmla="*/ 43 h 74"/>
                  <a:gd name="T108" fmla="*/ 0 w 83"/>
                  <a:gd name="T109" fmla="*/ 40 h 74"/>
                  <a:gd name="T110" fmla="*/ 3 w 83"/>
                  <a:gd name="T111" fmla="*/ 46 h 74"/>
                  <a:gd name="T112" fmla="*/ 8 w 83"/>
                  <a:gd name="T113" fmla="*/ 5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3" h="74">
                    <a:moveTo>
                      <a:pt x="8" y="51"/>
                    </a:moveTo>
                    <a:cubicBezTo>
                      <a:pt x="8" y="52"/>
                      <a:pt x="8" y="53"/>
                      <a:pt x="9" y="54"/>
                    </a:cubicBezTo>
                    <a:cubicBezTo>
                      <a:pt x="10" y="55"/>
                      <a:pt x="11" y="56"/>
                      <a:pt x="11" y="57"/>
                    </a:cubicBezTo>
                    <a:cubicBezTo>
                      <a:pt x="11" y="58"/>
                      <a:pt x="6" y="60"/>
                      <a:pt x="5" y="61"/>
                    </a:cubicBezTo>
                    <a:cubicBezTo>
                      <a:pt x="4" y="61"/>
                      <a:pt x="3" y="62"/>
                      <a:pt x="3" y="64"/>
                    </a:cubicBezTo>
                    <a:cubicBezTo>
                      <a:pt x="3" y="66"/>
                      <a:pt x="3" y="66"/>
                      <a:pt x="6" y="66"/>
                    </a:cubicBezTo>
                    <a:cubicBezTo>
                      <a:pt x="8" y="65"/>
                      <a:pt x="11" y="65"/>
                      <a:pt x="13" y="64"/>
                    </a:cubicBezTo>
                    <a:cubicBezTo>
                      <a:pt x="15" y="64"/>
                      <a:pt x="17" y="64"/>
                      <a:pt x="19" y="65"/>
                    </a:cubicBezTo>
                    <a:cubicBezTo>
                      <a:pt x="20" y="65"/>
                      <a:pt x="22" y="65"/>
                      <a:pt x="23" y="65"/>
                    </a:cubicBezTo>
                    <a:cubicBezTo>
                      <a:pt x="25" y="65"/>
                      <a:pt x="26" y="64"/>
                      <a:pt x="28" y="64"/>
                    </a:cubicBezTo>
                    <a:cubicBezTo>
                      <a:pt x="29" y="64"/>
                      <a:pt x="29" y="66"/>
                      <a:pt x="29" y="67"/>
                    </a:cubicBezTo>
                    <a:cubicBezTo>
                      <a:pt x="30" y="68"/>
                      <a:pt x="31" y="68"/>
                      <a:pt x="32" y="69"/>
                    </a:cubicBezTo>
                    <a:cubicBezTo>
                      <a:pt x="32" y="70"/>
                      <a:pt x="33" y="72"/>
                      <a:pt x="33" y="73"/>
                    </a:cubicBezTo>
                    <a:cubicBezTo>
                      <a:pt x="35" y="74"/>
                      <a:pt x="34" y="72"/>
                      <a:pt x="34" y="71"/>
                    </a:cubicBezTo>
                    <a:cubicBezTo>
                      <a:pt x="35" y="71"/>
                      <a:pt x="36" y="73"/>
                      <a:pt x="36" y="73"/>
                    </a:cubicBezTo>
                    <a:cubicBezTo>
                      <a:pt x="38" y="72"/>
                      <a:pt x="40" y="70"/>
                      <a:pt x="43" y="71"/>
                    </a:cubicBezTo>
                    <a:cubicBezTo>
                      <a:pt x="44" y="71"/>
                      <a:pt x="45" y="71"/>
                      <a:pt x="46" y="70"/>
                    </a:cubicBezTo>
                    <a:cubicBezTo>
                      <a:pt x="47" y="70"/>
                      <a:pt x="49" y="70"/>
                      <a:pt x="50" y="70"/>
                    </a:cubicBezTo>
                    <a:cubicBezTo>
                      <a:pt x="51" y="69"/>
                      <a:pt x="49" y="64"/>
                      <a:pt x="48" y="64"/>
                    </a:cubicBezTo>
                    <a:cubicBezTo>
                      <a:pt x="47" y="63"/>
                      <a:pt x="46" y="63"/>
                      <a:pt x="46" y="61"/>
                    </a:cubicBezTo>
                    <a:cubicBezTo>
                      <a:pt x="46" y="59"/>
                      <a:pt x="45" y="58"/>
                      <a:pt x="44" y="57"/>
                    </a:cubicBezTo>
                    <a:cubicBezTo>
                      <a:pt x="41" y="56"/>
                      <a:pt x="45" y="54"/>
                      <a:pt x="46" y="52"/>
                    </a:cubicBezTo>
                    <a:cubicBezTo>
                      <a:pt x="47" y="52"/>
                      <a:pt x="47" y="51"/>
                      <a:pt x="49" y="52"/>
                    </a:cubicBezTo>
                    <a:cubicBezTo>
                      <a:pt x="51" y="54"/>
                      <a:pt x="50" y="52"/>
                      <a:pt x="52" y="52"/>
                    </a:cubicBezTo>
                    <a:cubicBezTo>
                      <a:pt x="56" y="51"/>
                      <a:pt x="55" y="48"/>
                      <a:pt x="57" y="46"/>
                    </a:cubicBezTo>
                    <a:cubicBezTo>
                      <a:pt x="58" y="45"/>
                      <a:pt x="60" y="45"/>
                      <a:pt x="60" y="44"/>
                    </a:cubicBezTo>
                    <a:cubicBezTo>
                      <a:pt x="61" y="43"/>
                      <a:pt x="62" y="42"/>
                      <a:pt x="62" y="41"/>
                    </a:cubicBezTo>
                    <a:cubicBezTo>
                      <a:pt x="62" y="40"/>
                      <a:pt x="64" y="39"/>
                      <a:pt x="65" y="39"/>
                    </a:cubicBezTo>
                    <a:cubicBezTo>
                      <a:pt x="66" y="39"/>
                      <a:pt x="66" y="37"/>
                      <a:pt x="66" y="37"/>
                    </a:cubicBezTo>
                    <a:cubicBezTo>
                      <a:pt x="66" y="34"/>
                      <a:pt x="70" y="36"/>
                      <a:pt x="69" y="33"/>
                    </a:cubicBezTo>
                    <a:cubicBezTo>
                      <a:pt x="69" y="30"/>
                      <a:pt x="68" y="29"/>
                      <a:pt x="71" y="27"/>
                    </a:cubicBezTo>
                    <a:cubicBezTo>
                      <a:pt x="72" y="27"/>
                      <a:pt x="67" y="24"/>
                      <a:pt x="66" y="23"/>
                    </a:cubicBezTo>
                    <a:cubicBezTo>
                      <a:pt x="65" y="21"/>
                      <a:pt x="66" y="18"/>
                      <a:pt x="65" y="16"/>
                    </a:cubicBezTo>
                    <a:cubicBezTo>
                      <a:pt x="65" y="13"/>
                      <a:pt x="68" y="13"/>
                      <a:pt x="70" y="14"/>
                    </a:cubicBezTo>
                    <a:cubicBezTo>
                      <a:pt x="71" y="14"/>
                      <a:pt x="73" y="15"/>
                      <a:pt x="74" y="15"/>
                    </a:cubicBezTo>
                    <a:cubicBezTo>
                      <a:pt x="76" y="15"/>
                      <a:pt x="76" y="14"/>
                      <a:pt x="77" y="13"/>
                    </a:cubicBezTo>
                    <a:cubicBezTo>
                      <a:pt x="80" y="13"/>
                      <a:pt x="81" y="13"/>
                      <a:pt x="83" y="10"/>
                    </a:cubicBezTo>
                    <a:cubicBezTo>
                      <a:pt x="80" y="9"/>
                      <a:pt x="77" y="8"/>
                      <a:pt x="76" y="6"/>
                    </a:cubicBezTo>
                    <a:cubicBezTo>
                      <a:pt x="75" y="5"/>
                      <a:pt x="75" y="3"/>
                      <a:pt x="74" y="2"/>
                    </a:cubicBezTo>
                    <a:cubicBezTo>
                      <a:pt x="73" y="1"/>
                      <a:pt x="72" y="1"/>
                      <a:pt x="71" y="0"/>
                    </a:cubicBezTo>
                    <a:cubicBezTo>
                      <a:pt x="69" y="0"/>
                      <a:pt x="66" y="1"/>
                      <a:pt x="65" y="1"/>
                    </a:cubicBezTo>
                    <a:cubicBezTo>
                      <a:pt x="61" y="0"/>
                      <a:pt x="59" y="2"/>
                      <a:pt x="56" y="4"/>
                    </a:cubicBezTo>
                    <a:cubicBezTo>
                      <a:pt x="53" y="5"/>
                      <a:pt x="51" y="5"/>
                      <a:pt x="53" y="8"/>
                    </a:cubicBezTo>
                    <a:cubicBezTo>
                      <a:pt x="55" y="10"/>
                      <a:pt x="53" y="12"/>
                      <a:pt x="51" y="13"/>
                    </a:cubicBezTo>
                    <a:cubicBezTo>
                      <a:pt x="49" y="15"/>
                      <a:pt x="52" y="19"/>
                      <a:pt x="48" y="18"/>
                    </a:cubicBezTo>
                    <a:cubicBezTo>
                      <a:pt x="43" y="18"/>
                      <a:pt x="47" y="19"/>
                      <a:pt x="47" y="21"/>
                    </a:cubicBezTo>
                    <a:cubicBezTo>
                      <a:pt x="48" y="22"/>
                      <a:pt x="44" y="23"/>
                      <a:pt x="43" y="24"/>
                    </a:cubicBezTo>
                    <a:cubicBezTo>
                      <a:pt x="42" y="26"/>
                      <a:pt x="42" y="30"/>
                      <a:pt x="41" y="30"/>
                    </a:cubicBezTo>
                    <a:cubicBezTo>
                      <a:pt x="40" y="31"/>
                      <a:pt x="39" y="30"/>
                      <a:pt x="38" y="30"/>
                    </a:cubicBezTo>
                    <a:cubicBezTo>
                      <a:pt x="36" y="30"/>
                      <a:pt x="35" y="31"/>
                      <a:pt x="34" y="32"/>
                    </a:cubicBezTo>
                    <a:cubicBezTo>
                      <a:pt x="32" y="33"/>
                      <a:pt x="31" y="32"/>
                      <a:pt x="30" y="33"/>
                    </a:cubicBezTo>
                    <a:cubicBezTo>
                      <a:pt x="28" y="34"/>
                      <a:pt x="28" y="35"/>
                      <a:pt x="27" y="37"/>
                    </a:cubicBezTo>
                    <a:cubicBezTo>
                      <a:pt x="27" y="40"/>
                      <a:pt x="25" y="41"/>
                      <a:pt x="22" y="42"/>
                    </a:cubicBezTo>
                    <a:cubicBezTo>
                      <a:pt x="19" y="43"/>
                      <a:pt x="16" y="43"/>
                      <a:pt x="13" y="43"/>
                    </a:cubicBezTo>
                    <a:cubicBezTo>
                      <a:pt x="8" y="43"/>
                      <a:pt x="4" y="42"/>
                      <a:pt x="0" y="40"/>
                    </a:cubicBezTo>
                    <a:cubicBezTo>
                      <a:pt x="1" y="42"/>
                      <a:pt x="2" y="44"/>
                      <a:pt x="3" y="46"/>
                    </a:cubicBezTo>
                    <a:cubicBezTo>
                      <a:pt x="4" y="47"/>
                      <a:pt x="8" y="48"/>
                      <a:pt x="8" y="5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299" name="Freeform 698"/>
              <p:cNvSpPr>
                <a:spLocks/>
              </p:cNvSpPr>
              <p:nvPr/>
            </p:nvSpPr>
            <p:spPr bwMode="auto">
              <a:xfrm>
                <a:off x="14477266" y="7144043"/>
                <a:ext cx="700638" cy="496944"/>
              </a:xfrm>
              <a:custGeom>
                <a:avLst/>
                <a:gdLst>
                  <a:gd name="T0" fmla="*/ 72 w 75"/>
                  <a:gd name="T1" fmla="*/ 7 h 53"/>
                  <a:gd name="T2" fmla="*/ 69 w 75"/>
                  <a:gd name="T3" fmla="*/ 8 h 53"/>
                  <a:gd name="T4" fmla="*/ 67 w 75"/>
                  <a:gd name="T5" fmla="*/ 7 h 53"/>
                  <a:gd name="T6" fmla="*/ 62 w 75"/>
                  <a:gd name="T7" fmla="*/ 10 h 53"/>
                  <a:gd name="T8" fmla="*/ 57 w 75"/>
                  <a:gd name="T9" fmla="*/ 11 h 53"/>
                  <a:gd name="T10" fmla="*/ 57 w 75"/>
                  <a:gd name="T11" fmla="*/ 4 h 53"/>
                  <a:gd name="T12" fmla="*/ 54 w 75"/>
                  <a:gd name="T13" fmla="*/ 1 h 53"/>
                  <a:gd name="T14" fmla="*/ 50 w 75"/>
                  <a:gd name="T15" fmla="*/ 6 h 53"/>
                  <a:gd name="T16" fmla="*/ 47 w 75"/>
                  <a:gd name="T17" fmla="*/ 8 h 53"/>
                  <a:gd name="T18" fmla="*/ 44 w 75"/>
                  <a:gd name="T19" fmla="*/ 8 h 53"/>
                  <a:gd name="T20" fmla="*/ 39 w 75"/>
                  <a:gd name="T21" fmla="*/ 10 h 53"/>
                  <a:gd name="T22" fmla="*/ 34 w 75"/>
                  <a:gd name="T23" fmla="*/ 7 h 53"/>
                  <a:gd name="T24" fmla="*/ 28 w 75"/>
                  <a:gd name="T25" fmla="*/ 6 h 53"/>
                  <a:gd name="T26" fmla="*/ 27 w 75"/>
                  <a:gd name="T27" fmla="*/ 8 h 53"/>
                  <a:gd name="T28" fmla="*/ 24 w 75"/>
                  <a:gd name="T29" fmla="*/ 9 h 53"/>
                  <a:gd name="T30" fmla="*/ 21 w 75"/>
                  <a:gd name="T31" fmla="*/ 14 h 53"/>
                  <a:gd name="T32" fmla="*/ 15 w 75"/>
                  <a:gd name="T33" fmla="*/ 17 h 53"/>
                  <a:gd name="T34" fmla="*/ 11 w 75"/>
                  <a:gd name="T35" fmla="*/ 19 h 53"/>
                  <a:gd name="T36" fmla="*/ 5 w 75"/>
                  <a:gd name="T37" fmla="*/ 16 h 53"/>
                  <a:gd name="T38" fmla="*/ 4 w 75"/>
                  <a:gd name="T39" fmla="*/ 23 h 53"/>
                  <a:gd name="T40" fmla="*/ 3 w 75"/>
                  <a:gd name="T41" fmla="*/ 29 h 53"/>
                  <a:gd name="T42" fmla="*/ 2 w 75"/>
                  <a:gd name="T43" fmla="*/ 33 h 53"/>
                  <a:gd name="T44" fmla="*/ 3 w 75"/>
                  <a:gd name="T45" fmla="*/ 37 h 53"/>
                  <a:gd name="T46" fmla="*/ 4 w 75"/>
                  <a:gd name="T47" fmla="*/ 40 h 53"/>
                  <a:gd name="T48" fmla="*/ 8 w 75"/>
                  <a:gd name="T49" fmla="*/ 43 h 53"/>
                  <a:gd name="T50" fmla="*/ 4 w 75"/>
                  <a:gd name="T51" fmla="*/ 49 h 53"/>
                  <a:gd name="T52" fmla="*/ 29 w 75"/>
                  <a:gd name="T53" fmla="*/ 50 h 53"/>
                  <a:gd name="T54" fmla="*/ 32 w 75"/>
                  <a:gd name="T55" fmla="*/ 43 h 53"/>
                  <a:gd name="T56" fmla="*/ 39 w 75"/>
                  <a:gd name="T57" fmla="*/ 40 h 53"/>
                  <a:gd name="T58" fmla="*/ 43 w 75"/>
                  <a:gd name="T59" fmla="*/ 39 h 53"/>
                  <a:gd name="T60" fmla="*/ 45 w 75"/>
                  <a:gd name="T61" fmla="*/ 39 h 53"/>
                  <a:gd name="T62" fmla="*/ 47 w 75"/>
                  <a:gd name="T63" fmla="*/ 33 h 53"/>
                  <a:gd name="T64" fmla="*/ 51 w 75"/>
                  <a:gd name="T65" fmla="*/ 30 h 53"/>
                  <a:gd name="T66" fmla="*/ 51 w 75"/>
                  <a:gd name="T67" fmla="*/ 27 h 53"/>
                  <a:gd name="T68" fmla="*/ 55 w 75"/>
                  <a:gd name="T69" fmla="*/ 26 h 53"/>
                  <a:gd name="T70" fmla="*/ 55 w 75"/>
                  <a:gd name="T71" fmla="*/ 23 h 53"/>
                  <a:gd name="T72" fmla="*/ 58 w 75"/>
                  <a:gd name="T73" fmla="*/ 19 h 53"/>
                  <a:gd name="T74" fmla="*/ 56 w 75"/>
                  <a:gd name="T75" fmla="*/ 14 h 53"/>
                  <a:gd name="T76" fmla="*/ 63 w 75"/>
                  <a:gd name="T77" fmla="*/ 11 h 53"/>
                  <a:gd name="T78" fmla="*/ 70 w 75"/>
                  <a:gd name="T79" fmla="*/ 10 h 53"/>
                  <a:gd name="T80" fmla="*/ 74 w 75"/>
                  <a:gd name="T81" fmla="*/ 9 h 53"/>
                  <a:gd name="T82" fmla="*/ 75 w 75"/>
                  <a:gd name="T83" fmla="*/ 7 h 53"/>
                  <a:gd name="T84" fmla="*/ 72 w 75"/>
                  <a:gd name="T85" fmla="*/ 7 h 53"/>
                  <a:gd name="T86" fmla="*/ 72 w 75"/>
                  <a:gd name="T87" fmla="*/ 7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5" h="53">
                    <a:moveTo>
                      <a:pt x="72" y="7"/>
                    </a:moveTo>
                    <a:cubicBezTo>
                      <a:pt x="71" y="7"/>
                      <a:pt x="70" y="9"/>
                      <a:pt x="69" y="8"/>
                    </a:cubicBezTo>
                    <a:cubicBezTo>
                      <a:pt x="68" y="8"/>
                      <a:pt x="68" y="6"/>
                      <a:pt x="67" y="7"/>
                    </a:cubicBezTo>
                    <a:cubicBezTo>
                      <a:pt x="65" y="7"/>
                      <a:pt x="63" y="9"/>
                      <a:pt x="62" y="10"/>
                    </a:cubicBezTo>
                    <a:cubicBezTo>
                      <a:pt x="61" y="10"/>
                      <a:pt x="59" y="12"/>
                      <a:pt x="57" y="11"/>
                    </a:cubicBezTo>
                    <a:cubicBezTo>
                      <a:pt x="56" y="10"/>
                      <a:pt x="59" y="6"/>
                      <a:pt x="57" y="4"/>
                    </a:cubicBezTo>
                    <a:cubicBezTo>
                      <a:pt x="57" y="4"/>
                      <a:pt x="55" y="0"/>
                      <a:pt x="54" y="1"/>
                    </a:cubicBezTo>
                    <a:cubicBezTo>
                      <a:pt x="53" y="3"/>
                      <a:pt x="52" y="5"/>
                      <a:pt x="50" y="6"/>
                    </a:cubicBezTo>
                    <a:cubicBezTo>
                      <a:pt x="48" y="7"/>
                      <a:pt x="47" y="6"/>
                      <a:pt x="47" y="8"/>
                    </a:cubicBezTo>
                    <a:cubicBezTo>
                      <a:pt x="46" y="11"/>
                      <a:pt x="45" y="7"/>
                      <a:pt x="44" y="8"/>
                    </a:cubicBezTo>
                    <a:cubicBezTo>
                      <a:pt x="42" y="9"/>
                      <a:pt x="41" y="10"/>
                      <a:pt x="39" y="10"/>
                    </a:cubicBezTo>
                    <a:cubicBezTo>
                      <a:pt x="37" y="9"/>
                      <a:pt x="35" y="8"/>
                      <a:pt x="34" y="7"/>
                    </a:cubicBezTo>
                    <a:cubicBezTo>
                      <a:pt x="33" y="7"/>
                      <a:pt x="28" y="6"/>
                      <a:pt x="28" y="6"/>
                    </a:cubicBezTo>
                    <a:cubicBezTo>
                      <a:pt x="27" y="7"/>
                      <a:pt x="28" y="8"/>
                      <a:pt x="27" y="8"/>
                    </a:cubicBezTo>
                    <a:cubicBezTo>
                      <a:pt x="26" y="8"/>
                      <a:pt x="24" y="8"/>
                      <a:pt x="24" y="9"/>
                    </a:cubicBezTo>
                    <a:cubicBezTo>
                      <a:pt x="23" y="11"/>
                      <a:pt x="23" y="13"/>
                      <a:pt x="21" y="14"/>
                    </a:cubicBezTo>
                    <a:cubicBezTo>
                      <a:pt x="18" y="16"/>
                      <a:pt x="17" y="15"/>
                      <a:pt x="15" y="17"/>
                    </a:cubicBezTo>
                    <a:cubicBezTo>
                      <a:pt x="14" y="19"/>
                      <a:pt x="12" y="19"/>
                      <a:pt x="11" y="19"/>
                    </a:cubicBezTo>
                    <a:cubicBezTo>
                      <a:pt x="10" y="18"/>
                      <a:pt x="5" y="17"/>
                      <a:pt x="5" y="16"/>
                    </a:cubicBezTo>
                    <a:cubicBezTo>
                      <a:pt x="5" y="19"/>
                      <a:pt x="5" y="21"/>
                      <a:pt x="4" y="23"/>
                    </a:cubicBezTo>
                    <a:cubicBezTo>
                      <a:pt x="2" y="25"/>
                      <a:pt x="0" y="27"/>
                      <a:pt x="3" y="29"/>
                    </a:cubicBezTo>
                    <a:cubicBezTo>
                      <a:pt x="4" y="30"/>
                      <a:pt x="2" y="31"/>
                      <a:pt x="2" y="33"/>
                    </a:cubicBezTo>
                    <a:cubicBezTo>
                      <a:pt x="2" y="34"/>
                      <a:pt x="2" y="36"/>
                      <a:pt x="3" y="37"/>
                    </a:cubicBezTo>
                    <a:cubicBezTo>
                      <a:pt x="3" y="39"/>
                      <a:pt x="2" y="40"/>
                      <a:pt x="4" y="40"/>
                    </a:cubicBezTo>
                    <a:cubicBezTo>
                      <a:pt x="7" y="41"/>
                      <a:pt x="8" y="40"/>
                      <a:pt x="8" y="43"/>
                    </a:cubicBezTo>
                    <a:cubicBezTo>
                      <a:pt x="8" y="45"/>
                      <a:pt x="5" y="48"/>
                      <a:pt x="4" y="49"/>
                    </a:cubicBezTo>
                    <a:cubicBezTo>
                      <a:pt x="12" y="53"/>
                      <a:pt x="21" y="52"/>
                      <a:pt x="29" y="50"/>
                    </a:cubicBezTo>
                    <a:cubicBezTo>
                      <a:pt x="32" y="49"/>
                      <a:pt x="31" y="45"/>
                      <a:pt x="32" y="43"/>
                    </a:cubicBezTo>
                    <a:cubicBezTo>
                      <a:pt x="33" y="41"/>
                      <a:pt x="37" y="42"/>
                      <a:pt x="39" y="40"/>
                    </a:cubicBezTo>
                    <a:cubicBezTo>
                      <a:pt x="40" y="40"/>
                      <a:pt x="41" y="39"/>
                      <a:pt x="43" y="39"/>
                    </a:cubicBezTo>
                    <a:cubicBezTo>
                      <a:pt x="43" y="39"/>
                      <a:pt x="45" y="40"/>
                      <a:pt x="45" y="39"/>
                    </a:cubicBezTo>
                    <a:cubicBezTo>
                      <a:pt x="46" y="37"/>
                      <a:pt x="46" y="35"/>
                      <a:pt x="47" y="33"/>
                    </a:cubicBezTo>
                    <a:cubicBezTo>
                      <a:pt x="48" y="32"/>
                      <a:pt x="52" y="31"/>
                      <a:pt x="51" y="30"/>
                    </a:cubicBezTo>
                    <a:cubicBezTo>
                      <a:pt x="51" y="29"/>
                      <a:pt x="47" y="27"/>
                      <a:pt x="51" y="27"/>
                    </a:cubicBezTo>
                    <a:cubicBezTo>
                      <a:pt x="52" y="27"/>
                      <a:pt x="54" y="28"/>
                      <a:pt x="55" y="26"/>
                    </a:cubicBezTo>
                    <a:cubicBezTo>
                      <a:pt x="55" y="25"/>
                      <a:pt x="54" y="24"/>
                      <a:pt x="55" y="23"/>
                    </a:cubicBezTo>
                    <a:cubicBezTo>
                      <a:pt x="55" y="21"/>
                      <a:pt x="58" y="21"/>
                      <a:pt x="58" y="19"/>
                    </a:cubicBezTo>
                    <a:cubicBezTo>
                      <a:pt x="58" y="17"/>
                      <a:pt x="55" y="16"/>
                      <a:pt x="56" y="14"/>
                    </a:cubicBezTo>
                    <a:cubicBezTo>
                      <a:pt x="58" y="13"/>
                      <a:pt x="61" y="12"/>
                      <a:pt x="63" y="11"/>
                    </a:cubicBezTo>
                    <a:cubicBezTo>
                      <a:pt x="65" y="9"/>
                      <a:pt x="68" y="10"/>
                      <a:pt x="70" y="10"/>
                    </a:cubicBezTo>
                    <a:cubicBezTo>
                      <a:pt x="71" y="10"/>
                      <a:pt x="73" y="10"/>
                      <a:pt x="74" y="9"/>
                    </a:cubicBezTo>
                    <a:cubicBezTo>
                      <a:pt x="74" y="9"/>
                      <a:pt x="75" y="8"/>
                      <a:pt x="75" y="7"/>
                    </a:cubicBezTo>
                    <a:cubicBezTo>
                      <a:pt x="74" y="7"/>
                      <a:pt x="73" y="7"/>
                      <a:pt x="72" y="7"/>
                    </a:cubicBezTo>
                    <a:cubicBezTo>
                      <a:pt x="71" y="8"/>
                      <a:pt x="73" y="7"/>
                      <a:pt x="72" y="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0" name="Freeform 699"/>
              <p:cNvSpPr>
                <a:spLocks/>
              </p:cNvSpPr>
              <p:nvPr/>
            </p:nvSpPr>
            <p:spPr bwMode="auto">
              <a:xfrm>
                <a:off x="14413572" y="6742664"/>
                <a:ext cx="25477" cy="38227"/>
              </a:xfrm>
              <a:custGeom>
                <a:avLst/>
                <a:gdLst>
                  <a:gd name="T0" fmla="*/ 3 w 3"/>
                  <a:gd name="T1" fmla="*/ 2 h 4"/>
                  <a:gd name="T2" fmla="*/ 1 w 3"/>
                  <a:gd name="T3" fmla="*/ 1 h 4"/>
                  <a:gd name="T4" fmla="*/ 3 w 3"/>
                  <a:gd name="T5" fmla="*/ 4 h 4"/>
                  <a:gd name="T6" fmla="*/ 3 w 3"/>
                  <a:gd name="T7" fmla="*/ 2 h 4"/>
                  <a:gd name="T8" fmla="*/ 3 w 3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2"/>
                    </a:moveTo>
                    <a:cubicBezTo>
                      <a:pt x="2" y="2"/>
                      <a:pt x="1" y="0"/>
                      <a:pt x="1" y="1"/>
                    </a:cubicBezTo>
                    <a:cubicBezTo>
                      <a:pt x="0" y="2"/>
                      <a:pt x="2" y="3"/>
                      <a:pt x="3" y="4"/>
                    </a:cubicBezTo>
                    <a:cubicBezTo>
                      <a:pt x="3" y="3"/>
                      <a:pt x="3" y="2"/>
                      <a:pt x="3" y="2"/>
                    </a:cubicBezTo>
                    <a:cubicBezTo>
                      <a:pt x="2" y="1"/>
                      <a:pt x="3" y="2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1" name="Freeform 700"/>
              <p:cNvSpPr>
                <a:spLocks noEditPoints="1"/>
              </p:cNvSpPr>
              <p:nvPr/>
            </p:nvSpPr>
            <p:spPr bwMode="auto">
              <a:xfrm>
                <a:off x="13824398" y="6153340"/>
                <a:ext cx="1894907" cy="907882"/>
              </a:xfrm>
              <a:custGeom>
                <a:avLst/>
                <a:gdLst>
                  <a:gd name="T0" fmla="*/ 194 w 203"/>
                  <a:gd name="T1" fmla="*/ 37 h 97"/>
                  <a:gd name="T2" fmla="*/ 177 w 203"/>
                  <a:gd name="T3" fmla="*/ 31 h 97"/>
                  <a:gd name="T4" fmla="*/ 163 w 203"/>
                  <a:gd name="T5" fmla="*/ 19 h 97"/>
                  <a:gd name="T6" fmla="*/ 154 w 203"/>
                  <a:gd name="T7" fmla="*/ 7 h 97"/>
                  <a:gd name="T8" fmla="*/ 137 w 203"/>
                  <a:gd name="T9" fmla="*/ 10 h 97"/>
                  <a:gd name="T10" fmla="*/ 129 w 203"/>
                  <a:gd name="T11" fmla="*/ 8 h 97"/>
                  <a:gd name="T12" fmla="*/ 112 w 203"/>
                  <a:gd name="T13" fmla="*/ 2 h 97"/>
                  <a:gd name="T14" fmla="*/ 76 w 203"/>
                  <a:gd name="T15" fmla="*/ 10 h 97"/>
                  <a:gd name="T16" fmla="*/ 75 w 203"/>
                  <a:gd name="T17" fmla="*/ 20 h 97"/>
                  <a:gd name="T18" fmla="*/ 74 w 203"/>
                  <a:gd name="T19" fmla="*/ 31 h 97"/>
                  <a:gd name="T20" fmla="*/ 60 w 203"/>
                  <a:gd name="T21" fmla="*/ 29 h 97"/>
                  <a:gd name="T22" fmla="*/ 48 w 203"/>
                  <a:gd name="T23" fmla="*/ 32 h 97"/>
                  <a:gd name="T24" fmla="*/ 37 w 203"/>
                  <a:gd name="T25" fmla="*/ 27 h 97"/>
                  <a:gd name="T26" fmla="*/ 22 w 203"/>
                  <a:gd name="T27" fmla="*/ 25 h 97"/>
                  <a:gd name="T28" fmla="*/ 13 w 203"/>
                  <a:gd name="T29" fmla="*/ 32 h 97"/>
                  <a:gd name="T30" fmla="*/ 3 w 203"/>
                  <a:gd name="T31" fmla="*/ 38 h 97"/>
                  <a:gd name="T32" fmla="*/ 4 w 203"/>
                  <a:gd name="T33" fmla="*/ 47 h 97"/>
                  <a:gd name="T34" fmla="*/ 14 w 203"/>
                  <a:gd name="T35" fmla="*/ 57 h 97"/>
                  <a:gd name="T36" fmla="*/ 17 w 203"/>
                  <a:gd name="T37" fmla="*/ 57 h 97"/>
                  <a:gd name="T38" fmla="*/ 36 w 203"/>
                  <a:gd name="T39" fmla="*/ 63 h 97"/>
                  <a:gd name="T40" fmla="*/ 33 w 203"/>
                  <a:gd name="T41" fmla="*/ 66 h 97"/>
                  <a:gd name="T42" fmla="*/ 22 w 203"/>
                  <a:gd name="T43" fmla="*/ 72 h 97"/>
                  <a:gd name="T44" fmla="*/ 31 w 203"/>
                  <a:gd name="T45" fmla="*/ 82 h 97"/>
                  <a:gd name="T46" fmla="*/ 48 w 203"/>
                  <a:gd name="T47" fmla="*/ 90 h 97"/>
                  <a:gd name="T48" fmla="*/ 50 w 203"/>
                  <a:gd name="T49" fmla="*/ 68 h 97"/>
                  <a:gd name="T50" fmla="*/ 64 w 203"/>
                  <a:gd name="T51" fmla="*/ 62 h 97"/>
                  <a:gd name="T52" fmla="*/ 72 w 203"/>
                  <a:gd name="T53" fmla="*/ 66 h 97"/>
                  <a:gd name="T54" fmla="*/ 84 w 203"/>
                  <a:gd name="T55" fmla="*/ 76 h 97"/>
                  <a:gd name="T56" fmla="*/ 100 w 203"/>
                  <a:gd name="T57" fmla="*/ 81 h 97"/>
                  <a:gd name="T58" fmla="*/ 107 w 203"/>
                  <a:gd name="T59" fmla="*/ 91 h 97"/>
                  <a:gd name="T60" fmla="*/ 123 w 203"/>
                  <a:gd name="T61" fmla="*/ 85 h 97"/>
                  <a:gd name="T62" fmla="*/ 137 w 203"/>
                  <a:gd name="T63" fmla="*/ 83 h 97"/>
                  <a:gd name="T64" fmla="*/ 153 w 203"/>
                  <a:gd name="T65" fmla="*/ 81 h 97"/>
                  <a:gd name="T66" fmla="*/ 172 w 203"/>
                  <a:gd name="T67" fmla="*/ 76 h 97"/>
                  <a:gd name="T68" fmla="*/ 175 w 203"/>
                  <a:gd name="T69" fmla="*/ 66 h 97"/>
                  <a:gd name="T70" fmla="*/ 182 w 203"/>
                  <a:gd name="T71" fmla="*/ 60 h 97"/>
                  <a:gd name="T72" fmla="*/ 193 w 203"/>
                  <a:gd name="T73" fmla="*/ 56 h 97"/>
                  <a:gd name="T74" fmla="*/ 202 w 203"/>
                  <a:gd name="T75" fmla="*/ 44 h 97"/>
                  <a:gd name="T76" fmla="*/ 201 w 203"/>
                  <a:gd name="T77" fmla="*/ 39 h 97"/>
                  <a:gd name="T78" fmla="*/ 140 w 203"/>
                  <a:gd name="T79" fmla="*/ 65 h 97"/>
                  <a:gd name="T80" fmla="*/ 141 w 203"/>
                  <a:gd name="T81" fmla="*/ 59 h 97"/>
                  <a:gd name="T82" fmla="*/ 148 w 203"/>
                  <a:gd name="T83" fmla="*/ 58 h 97"/>
                  <a:gd name="T84" fmla="*/ 156 w 203"/>
                  <a:gd name="T85" fmla="*/ 58 h 97"/>
                  <a:gd name="T86" fmla="*/ 165 w 203"/>
                  <a:gd name="T87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03" h="97">
                    <a:moveTo>
                      <a:pt x="201" y="39"/>
                    </a:moveTo>
                    <a:cubicBezTo>
                      <a:pt x="201" y="38"/>
                      <a:pt x="197" y="39"/>
                      <a:pt x="197" y="39"/>
                    </a:cubicBezTo>
                    <a:cubicBezTo>
                      <a:pt x="195" y="39"/>
                      <a:pt x="194" y="38"/>
                      <a:pt x="194" y="37"/>
                    </a:cubicBezTo>
                    <a:cubicBezTo>
                      <a:pt x="193" y="35"/>
                      <a:pt x="191" y="35"/>
                      <a:pt x="191" y="34"/>
                    </a:cubicBezTo>
                    <a:cubicBezTo>
                      <a:pt x="190" y="33"/>
                      <a:pt x="189" y="30"/>
                      <a:pt x="186" y="30"/>
                    </a:cubicBezTo>
                    <a:cubicBezTo>
                      <a:pt x="183" y="30"/>
                      <a:pt x="180" y="33"/>
                      <a:pt x="177" y="31"/>
                    </a:cubicBezTo>
                    <a:cubicBezTo>
                      <a:pt x="176" y="30"/>
                      <a:pt x="175" y="29"/>
                      <a:pt x="174" y="28"/>
                    </a:cubicBezTo>
                    <a:cubicBezTo>
                      <a:pt x="173" y="28"/>
                      <a:pt x="171" y="31"/>
                      <a:pt x="170" y="31"/>
                    </a:cubicBezTo>
                    <a:cubicBezTo>
                      <a:pt x="169" y="32"/>
                      <a:pt x="163" y="21"/>
                      <a:pt x="163" y="19"/>
                    </a:cubicBezTo>
                    <a:cubicBezTo>
                      <a:pt x="161" y="17"/>
                      <a:pt x="160" y="14"/>
                      <a:pt x="157" y="13"/>
                    </a:cubicBezTo>
                    <a:cubicBezTo>
                      <a:pt x="156" y="12"/>
                      <a:pt x="155" y="11"/>
                      <a:pt x="154" y="11"/>
                    </a:cubicBezTo>
                    <a:cubicBezTo>
                      <a:pt x="152" y="10"/>
                      <a:pt x="154" y="8"/>
                      <a:pt x="154" y="7"/>
                    </a:cubicBezTo>
                    <a:cubicBezTo>
                      <a:pt x="154" y="6"/>
                      <a:pt x="147" y="10"/>
                      <a:pt x="146" y="11"/>
                    </a:cubicBezTo>
                    <a:cubicBezTo>
                      <a:pt x="145" y="11"/>
                      <a:pt x="137" y="14"/>
                      <a:pt x="137" y="13"/>
                    </a:cubicBezTo>
                    <a:cubicBezTo>
                      <a:pt x="137" y="11"/>
                      <a:pt x="139" y="10"/>
                      <a:pt x="137" y="10"/>
                    </a:cubicBezTo>
                    <a:cubicBezTo>
                      <a:pt x="136" y="9"/>
                      <a:pt x="135" y="8"/>
                      <a:pt x="134" y="9"/>
                    </a:cubicBezTo>
                    <a:cubicBezTo>
                      <a:pt x="134" y="9"/>
                      <a:pt x="134" y="10"/>
                      <a:pt x="133" y="9"/>
                    </a:cubicBezTo>
                    <a:cubicBezTo>
                      <a:pt x="131" y="8"/>
                      <a:pt x="132" y="7"/>
                      <a:pt x="129" y="8"/>
                    </a:cubicBezTo>
                    <a:cubicBezTo>
                      <a:pt x="126" y="10"/>
                      <a:pt x="126" y="7"/>
                      <a:pt x="126" y="5"/>
                    </a:cubicBezTo>
                    <a:cubicBezTo>
                      <a:pt x="127" y="1"/>
                      <a:pt x="121" y="0"/>
                      <a:pt x="118" y="0"/>
                    </a:cubicBezTo>
                    <a:cubicBezTo>
                      <a:pt x="116" y="0"/>
                      <a:pt x="114" y="1"/>
                      <a:pt x="112" y="2"/>
                    </a:cubicBezTo>
                    <a:cubicBezTo>
                      <a:pt x="110" y="3"/>
                      <a:pt x="108" y="4"/>
                      <a:pt x="105" y="4"/>
                    </a:cubicBezTo>
                    <a:cubicBezTo>
                      <a:pt x="97" y="6"/>
                      <a:pt x="89" y="9"/>
                      <a:pt x="81" y="9"/>
                    </a:cubicBezTo>
                    <a:cubicBezTo>
                      <a:pt x="79" y="9"/>
                      <a:pt x="77" y="9"/>
                      <a:pt x="76" y="10"/>
                    </a:cubicBezTo>
                    <a:cubicBezTo>
                      <a:pt x="75" y="11"/>
                      <a:pt x="77" y="14"/>
                      <a:pt x="79" y="14"/>
                    </a:cubicBezTo>
                    <a:cubicBezTo>
                      <a:pt x="83" y="17"/>
                      <a:pt x="76" y="16"/>
                      <a:pt x="74" y="17"/>
                    </a:cubicBezTo>
                    <a:cubicBezTo>
                      <a:pt x="72" y="18"/>
                      <a:pt x="75" y="19"/>
                      <a:pt x="75" y="20"/>
                    </a:cubicBezTo>
                    <a:cubicBezTo>
                      <a:pt x="75" y="22"/>
                      <a:pt x="71" y="22"/>
                      <a:pt x="71" y="23"/>
                    </a:cubicBezTo>
                    <a:cubicBezTo>
                      <a:pt x="71" y="26"/>
                      <a:pt x="79" y="25"/>
                      <a:pt x="78" y="29"/>
                    </a:cubicBezTo>
                    <a:cubicBezTo>
                      <a:pt x="77" y="30"/>
                      <a:pt x="76" y="31"/>
                      <a:pt x="74" y="31"/>
                    </a:cubicBezTo>
                    <a:cubicBezTo>
                      <a:pt x="73" y="31"/>
                      <a:pt x="70" y="31"/>
                      <a:pt x="69" y="31"/>
                    </a:cubicBezTo>
                    <a:cubicBezTo>
                      <a:pt x="67" y="32"/>
                      <a:pt x="68" y="33"/>
                      <a:pt x="66" y="32"/>
                    </a:cubicBezTo>
                    <a:cubicBezTo>
                      <a:pt x="64" y="31"/>
                      <a:pt x="62" y="29"/>
                      <a:pt x="60" y="29"/>
                    </a:cubicBezTo>
                    <a:cubicBezTo>
                      <a:pt x="59" y="28"/>
                      <a:pt x="57" y="30"/>
                      <a:pt x="56" y="30"/>
                    </a:cubicBezTo>
                    <a:cubicBezTo>
                      <a:pt x="54" y="29"/>
                      <a:pt x="53" y="29"/>
                      <a:pt x="51" y="30"/>
                    </a:cubicBezTo>
                    <a:cubicBezTo>
                      <a:pt x="50" y="31"/>
                      <a:pt x="49" y="33"/>
                      <a:pt x="48" y="32"/>
                    </a:cubicBezTo>
                    <a:cubicBezTo>
                      <a:pt x="47" y="32"/>
                      <a:pt x="44" y="29"/>
                      <a:pt x="43" y="30"/>
                    </a:cubicBezTo>
                    <a:cubicBezTo>
                      <a:pt x="42" y="30"/>
                      <a:pt x="42" y="33"/>
                      <a:pt x="41" y="31"/>
                    </a:cubicBezTo>
                    <a:cubicBezTo>
                      <a:pt x="40" y="29"/>
                      <a:pt x="39" y="28"/>
                      <a:pt x="37" y="27"/>
                    </a:cubicBezTo>
                    <a:cubicBezTo>
                      <a:pt x="35" y="26"/>
                      <a:pt x="33" y="26"/>
                      <a:pt x="32" y="25"/>
                    </a:cubicBezTo>
                    <a:cubicBezTo>
                      <a:pt x="29" y="24"/>
                      <a:pt x="29" y="26"/>
                      <a:pt x="27" y="26"/>
                    </a:cubicBezTo>
                    <a:cubicBezTo>
                      <a:pt x="25" y="27"/>
                      <a:pt x="24" y="24"/>
                      <a:pt x="22" y="25"/>
                    </a:cubicBezTo>
                    <a:cubicBezTo>
                      <a:pt x="21" y="26"/>
                      <a:pt x="21" y="27"/>
                      <a:pt x="20" y="27"/>
                    </a:cubicBezTo>
                    <a:cubicBezTo>
                      <a:pt x="19" y="28"/>
                      <a:pt x="17" y="28"/>
                      <a:pt x="16" y="28"/>
                    </a:cubicBezTo>
                    <a:cubicBezTo>
                      <a:pt x="15" y="29"/>
                      <a:pt x="13" y="31"/>
                      <a:pt x="13" y="32"/>
                    </a:cubicBezTo>
                    <a:cubicBezTo>
                      <a:pt x="12" y="33"/>
                      <a:pt x="14" y="36"/>
                      <a:pt x="12" y="36"/>
                    </a:cubicBezTo>
                    <a:cubicBezTo>
                      <a:pt x="10" y="37"/>
                      <a:pt x="7" y="31"/>
                      <a:pt x="6" y="34"/>
                    </a:cubicBezTo>
                    <a:cubicBezTo>
                      <a:pt x="5" y="36"/>
                      <a:pt x="4" y="36"/>
                      <a:pt x="3" y="38"/>
                    </a:cubicBezTo>
                    <a:cubicBezTo>
                      <a:pt x="2" y="40"/>
                      <a:pt x="6" y="40"/>
                      <a:pt x="4" y="42"/>
                    </a:cubicBezTo>
                    <a:cubicBezTo>
                      <a:pt x="3" y="43"/>
                      <a:pt x="0" y="45"/>
                      <a:pt x="2" y="46"/>
                    </a:cubicBezTo>
                    <a:cubicBezTo>
                      <a:pt x="3" y="46"/>
                      <a:pt x="4" y="47"/>
                      <a:pt x="4" y="47"/>
                    </a:cubicBezTo>
                    <a:cubicBezTo>
                      <a:pt x="5" y="48"/>
                      <a:pt x="4" y="49"/>
                      <a:pt x="5" y="50"/>
                    </a:cubicBezTo>
                    <a:cubicBezTo>
                      <a:pt x="7" y="51"/>
                      <a:pt x="9" y="49"/>
                      <a:pt x="11" y="51"/>
                    </a:cubicBezTo>
                    <a:cubicBezTo>
                      <a:pt x="12" y="52"/>
                      <a:pt x="14" y="55"/>
                      <a:pt x="14" y="57"/>
                    </a:cubicBezTo>
                    <a:cubicBezTo>
                      <a:pt x="13" y="57"/>
                      <a:pt x="10" y="56"/>
                      <a:pt x="13" y="58"/>
                    </a:cubicBezTo>
                    <a:cubicBezTo>
                      <a:pt x="14" y="59"/>
                      <a:pt x="14" y="60"/>
                      <a:pt x="16" y="58"/>
                    </a:cubicBezTo>
                    <a:cubicBezTo>
                      <a:pt x="16" y="57"/>
                      <a:pt x="16" y="57"/>
                      <a:pt x="17" y="57"/>
                    </a:cubicBezTo>
                    <a:cubicBezTo>
                      <a:pt x="22" y="57"/>
                      <a:pt x="24" y="54"/>
                      <a:pt x="29" y="56"/>
                    </a:cubicBezTo>
                    <a:cubicBezTo>
                      <a:pt x="31" y="57"/>
                      <a:pt x="33" y="54"/>
                      <a:pt x="34" y="56"/>
                    </a:cubicBezTo>
                    <a:cubicBezTo>
                      <a:pt x="35" y="57"/>
                      <a:pt x="37" y="61"/>
                      <a:pt x="36" y="63"/>
                    </a:cubicBezTo>
                    <a:cubicBezTo>
                      <a:pt x="35" y="63"/>
                      <a:pt x="33" y="64"/>
                      <a:pt x="35" y="64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4" y="66"/>
                      <a:pt x="33" y="66"/>
                      <a:pt x="33" y="66"/>
                    </a:cubicBezTo>
                    <a:cubicBezTo>
                      <a:pt x="30" y="66"/>
                      <a:pt x="22" y="64"/>
                      <a:pt x="24" y="69"/>
                    </a:cubicBezTo>
                    <a:cubicBezTo>
                      <a:pt x="25" y="71"/>
                      <a:pt x="24" y="71"/>
                      <a:pt x="22" y="70"/>
                    </a:cubicBezTo>
                    <a:cubicBezTo>
                      <a:pt x="20" y="69"/>
                      <a:pt x="21" y="71"/>
                      <a:pt x="22" y="72"/>
                    </a:cubicBezTo>
                    <a:cubicBezTo>
                      <a:pt x="24" y="72"/>
                      <a:pt x="24" y="75"/>
                      <a:pt x="25" y="76"/>
                    </a:cubicBezTo>
                    <a:cubicBezTo>
                      <a:pt x="27" y="77"/>
                      <a:pt x="24" y="79"/>
                      <a:pt x="27" y="79"/>
                    </a:cubicBezTo>
                    <a:cubicBezTo>
                      <a:pt x="28" y="79"/>
                      <a:pt x="30" y="81"/>
                      <a:pt x="31" y="82"/>
                    </a:cubicBezTo>
                    <a:cubicBezTo>
                      <a:pt x="34" y="82"/>
                      <a:pt x="31" y="85"/>
                      <a:pt x="31" y="87"/>
                    </a:cubicBezTo>
                    <a:cubicBezTo>
                      <a:pt x="34" y="85"/>
                      <a:pt x="38" y="82"/>
                      <a:pt x="42" y="85"/>
                    </a:cubicBezTo>
                    <a:cubicBezTo>
                      <a:pt x="44" y="87"/>
                      <a:pt x="45" y="90"/>
                      <a:pt x="48" y="90"/>
                    </a:cubicBezTo>
                    <a:cubicBezTo>
                      <a:pt x="50" y="90"/>
                      <a:pt x="49" y="88"/>
                      <a:pt x="49" y="87"/>
                    </a:cubicBezTo>
                    <a:cubicBezTo>
                      <a:pt x="49" y="84"/>
                      <a:pt x="49" y="81"/>
                      <a:pt x="49" y="78"/>
                    </a:cubicBezTo>
                    <a:cubicBezTo>
                      <a:pt x="49" y="76"/>
                      <a:pt x="48" y="68"/>
                      <a:pt x="50" y="68"/>
                    </a:cubicBezTo>
                    <a:cubicBezTo>
                      <a:pt x="52" y="67"/>
                      <a:pt x="55" y="66"/>
                      <a:pt x="57" y="65"/>
                    </a:cubicBezTo>
                    <a:cubicBezTo>
                      <a:pt x="59" y="65"/>
                      <a:pt x="61" y="64"/>
                      <a:pt x="62" y="64"/>
                    </a:cubicBezTo>
                    <a:cubicBezTo>
                      <a:pt x="63" y="63"/>
                      <a:pt x="62" y="61"/>
                      <a:pt x="64" y="62"/>
                    </a:cubicBezTo>
                    <a:cubicBezTo>
                      <a:pt x="65" y="62"/>
                      <a:pt x="68" y="64"/>
                      <a:pt x="68" y="62"/>
                    </a:cubicBezTo>
                    <a:cubicBezTo>
                      <a:pt x="68" y="61"/>
                      <a:pt x="70" y="60"/>
                      <a:pt x="71" y="62"/>
                    </a:cubicBezTo>
                    <a:cubicBezTo>
                      <a:pt x="72" y="63"/>
                      <a:pt x="71" y="64"/>
                      <a:pt x="72" y="66"/>
                    </a:cubicBezTo>
                    <a:cubicBezTo>
                      <a:pt x="72" y="67"/>
                      <a:pt x="73" y="69"/>
                      <a:pt x="72" y="70"/>
                    </a:cubicBezTo>
                    <a:cubicBezTo>
                      <a:pt x="73" y="71"/>
                      <a:pt x="74" y="71"/>
                      <a:pt x="75" y="72"/>
                    </a:cubicBezTo>
                    <a:cubicBezTo>
                      <a:pt x="78" y="75"/>
                      <a:pt x="80" y="77"/>
                      <a:pt x="84" y="76"/>
                    </a:cubicBezTo>
                    <a:cubicBezTo>
                      <a:pt x="86" y="76"/>
                      <a:pt x="88" y="77"/>
                      <a:pt x="90" y="77"/>
                    </a:cubicBezTo>
                    <a:cubicBezTo>
                      <a:pt x="92" y="77"/>
                      <a:pt x="93" y="75"/>
                      <a:pt x="95" y="75"/>
                    </a:cubicBezTo>
                    <a:cubicBezTo>
                      <a:pt x="97" y="76"/>
                      <a:pt x="99" y="79"/>
                      <a:pt x="100" y="81"/>
                    </a:cubicBezTo>
                    <a:cubicBezTo>
                      <a:pt x="101" y="82"/>
                      <a:pt x="100" y="83"/>
                      <a:pt x="100" y="85"/>
                    </a:cubicBezTo>
                    <a:cubicBezTo>
                      <a:pt x="100" y="87"/>
                      <a:pt x="103" y="88"/>
                      <a:pt x="103" y="90"/>
                    </a:cubicBezTo>
                    <a:cubicBezTo>
                      <a:pt x="103" y="91"/>
                      <a:pt x="106" y="91"/>
                      <a:pt x="107" y="91"/>
                    </a:cubicBezTo>
                    <a:cubicBezTo>
                      <a:pt x="109" y="91"/>
                      <a:pt x="109" y="91"/>
                      <a:pt x="110" y="93"/>
                    </a:cubicBezTo>
                    <a:cubicBezTo>
                      <a:pt x="112" y="97"/>
                      <a:pt x="114" y="92"/>
                      <a:pt x="116" y="90"/>
                    </a:cubicBezTo>
                    <a:cubicBezTo>
                      <a:pt x="117" y="87"/>
                      <a:pt x="121" y="87"/>
                      <a:pt x="123" y="85"/>
                    </a:cubicBezTo>
                    <a:cubicBezTo>
                      <a:pt x="125" y="85"/>
                      <a:pt x="125" y="85"/>
                      <a:pt x="126" y="84"/>
                    </a:cubicBezTo>
                    <a:cubicBezTo>
                      <a:pt x="127" y="81"/>
                      <a:pt x="128" y="82"/>
                      <a:pt x="130" y="82"/>
                    </a:cubicBezTo>
                    <a:cubicBezTo>
                      <a:pt x="132" y="82"/>
                      <a:pt x="136" y="85"/>
                      <a:pt x="137" y="83"/>
                    </a:cubicBezTo>
                    <a:cubicBezTo>
                      <a:pt x="137" y="81"/>
                      <a:pt x="137" y="80"/>
                      <a:pt x="139" y="79"/>
                    </a:cubicBezTo>
                    <a:cubicBezTo>
                      <a:pt x="141" y="78"/>
                      <a:pt x="143" y="80"/>
                      <a:pt x="145" y="80"/>
                    </a:cubicBezTo>
                    <a:cubicBezTo>
                      <a:pt x="147" y="81"/>
                      <a:pt x="151" y="81"/>
                      <a:pt x="153" y="81"/>
                    </a:cubicBezTo>
                    <a:cubicBezTo>
                      <a:pt x="159" y="81"/>
                      <a:pt x="164" y="83"/>
                      <a:pt x="170" y="84"/>
                    </a:cubicBezTo>
                    <a:cubicBezTo>
                      <a:pt x="169" y="82"/>
                      <a:pt x="171" y="81"/>
                      <a:pt x="173" y="79"/>
                    </a:cubicBezTo>
                    <a:cubicBezTo>
                      <a:pt x="174" y="78"/>
                      <a:pt x="173" y="78"/>
                      <a:pt x="172" y="76"/>
                    </a:cubicBezTo>
                    <a:cubicBezTo>
                      <a:pt x="171" y="75"/>
                      <a:pt x="171" y="73"/>
                      <a:pt x="171" y="71"/>
                    </a:cubicBezTo>
                    <a:cubicBezTo>
                      <a:pt x="170" y="71"/>
                      <a:pt x="170" y="67"/>
                      <a:pt x="169" y="68"/>
                    </a:cubicBezTo>
                    <a:cubicBezTo>
                      <a:pt x="170" y="67"/>
                      <a:pt x="173" y="67"/>
                      <a:pt x="175" y="66"/>
                    </a:cubicBezTo>
                    <a:cubicBezTo>
                      <a:pt x="178" y="66"/>
                      <a:pt x="180" y="68"/>
                      <a:pt x="182" y="66"/>
                    </a:cubicBezTo>
                    <a:cubicBezTo>
                      <a:pt x="183" y="66"/>
                      <a:pt x="181" y="65"/>
                      <a:pt x="181" y="64"/>
                    </a:cubicBezTo>
                    <a:cubicBezTo>
                      <a:pt x="180" y="63"/>
                      <a:pt x="181" y="61"/>
                      <a:pt x="182" y="60"/>
                    </a:cubicBezTo>
                    <a:cubicBezTo>
                      <a:pt x="183" y="59"/>
                      <a:pt x="184" y="53"/>
                      <a:pt x="185" y="54"/>
                    </a:cubicBezTo>
                    <a:cubicBezTo>
                      <a:pt x="187" y="55"/>
                      <a:pt x="188" y="56"/>
                      <a:pt x="190" y="56"/>
                    </a:cubicBezTo>
                    <a:cubicBezTo>
                      <a:pt x="191" y="55"/>
                      <a:pt x="192" y="57"/>
                      <a:pt x="193" y="56"/>
                    </a:cubicBezTo>
                    <a:cubicBezTo>
                      <a:pt x="194" y="56"/>
                      <a:pt x="196" y="55"/>
                      <a:pt x="197" y="54"/>
                    </a:cubicBezTo>
                    <a:cubicBezTo>
                      <a:pt x="198" y="53"/>
                      <a:pt x="196" y="51"/>
                      <a:pt x="196" y="49"/>
                    </a:cubicBezTo>
                    <a:cubicBezTo>
                      <a:pt x="197" y="46"/>
                      <a:pt x="200" y="47"/>
                      <a:pt x="202" y="44"/>
                    </a:cubicBezTo>
                    <a:cubicBezTo>
                      <a:pt x="202" y="43"/>
                      <a:pt x="202" y="43"/>
                      <a:pt x="203" y="42"/>
                    </a:cubicBezTo>
                    <a:cubicBezTo>
                      <a:pt x="203" y="41"/>
                      <a:pt x="202" y="40"/>
                      <a:pt x="201" y="39"/>
                    </a:cubicBezTo>
                    <a:cubicBezTo>
                      <a:pt x="201" y="38"/>
                      <a:pt x="202" y="39"/>
                      <a:pt x="201" y="39"/>
                    </a:cubicBezTo>
                    <a:close/>
                    <a:moveTo>
                      <a:pt x="148" y="58"/>
                    </a:moveTo>
                    <a:cubicBezTo>
                      <a:pt x="146" y="58"/>
                      <a:pt x="143" y="61"/>
                      <a:pt x="142" y="62"/>
                    </a:cubicBezTo>
                    <a:cubicBezTo>
                      <a:pt x="141" y="62"/>
                      <a:pt x="140" y="64"/>
                      <a:pt x="140" y="65"/>
                    </a:cubicBezTo>
                    <a:cubicBezTo>
                      <a:pt x="140" y="66"/>
                      <a:pt x="141" y="67"/>
                      <a:pt x="141" y="67"/>
                    </a:cubicBezTo>
                    <a:cubicBezTo>
                      <a:pt x="140" y="68"/>
                      <a:pt x="138" y="64"/>
                      <a:pt x="138" y="63"/>
                    </a:cubicBezTo>
                    <a:cubicBezTo>
                      <a:pt x="138" y="61"/>
                      <a:pt x="139" y="60"/>
                      <a:pt x="141" y="59"/>
                    </a:cubicBezTo>
                    <a:cubicBezTo>
                      <a:pt x="143" y="58"/>
                      <a:pt x="145" y="57"/>
                      <a:pt x="147" y="57"/>
                    </a:cubicBezTo>
                    <a:cubicBezTo>
                      <a:pt x="147" y="57"/>
                      <a:pt x="152" y="58"/>
                      <a:pt x="152" y="58"/>
                    </a:cubicBezTo>
                    <a:cubicBezTo>
                      <a:pt x="151" y="59"/>
                      <a:pt x="148" y="58"/>
                      <a:pt x="148" y="58"/>
                    </a:cubicBezTo>
                    <a:cubicBezTo>
                      <a:pt x="146" y="58"/>
                      <a:pt x="149" y="58"/>
                      <a:pt x="148" y="58"/>
                    </a:cubicBezTo>
                    <a:close/>
                    <a:moveTo>
                      <a:pt x="165" y="59"/>
                    </a:moveTo>
                    <a:cubicBezTo>
                      <a:pt x="164" y="61"/>
                      <a:pt x="157" y="60"/>
                      <a:pt x="156" y="58"/>
                    </a:cubicBezTo>
                    <a:cubicBezTo>
                      <a:pt x="156" y="58"/>
                      <a:pt x="160" y="58"/>
                      <a:pt x="160" y="58"/>
                    </a:cubicBezTo>
                    <a:cubicBezTo>
                      <a:pt x="162" y="58"/>
                      <a:pt x="163" y="58"/>
                      <a:pt x="165" y="57"/>
                    </a:cubicBezTo>
                    <a:cubicBezTo>
                      <a:pt x="165" y="57"/>
                      <a:pt x="165" y="59"/>
                      <a:pt x="165" y="59"/>
                    </a:cubicBezTo>
                    <a:cubicBezTo>
                      <a:pt x="164" y="60"/>
                      <a:pt x="165" y="58"/>
                      <a:pt x="165" y="5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2" name="Freeform 701"/>
              <p:cNvSpPr>
                <a:spLocks/>
              </p:cNvSpPr>
              <p:nvPr/>
            </p:nvSpPr>
            <p:spPr bwMode="auto">
              <a:xfrm>
                <a:off x="14849878" y="7284206"/>
                <a:ext cx="1308918" cy="1395268"/>
              </a:xfrm>
              <a:custGeom>
                <a:avLst/>
                <a:gdLst>
                  <a:gd name="T0" fmla="*/ 121 w 140"/>
                  <a:gd name="T1" fmla="*/ 66 h 149"/>
                  <a:gd name="T2" fmla="*/ 129 w 140"/>
                  <a:gd name="T3" fmla="*/ 54 h 149"/>
                  <a:gd name="T4" fmla="*/ 137 w 140"/>
                  <a:gd name="T5" fmla="*/ 46 h 149"/>
                  <a:gd name="T6" fmla="*/ 135 w 140"/>
                  <a:gd name="T7" fmla="*/ 41 h 149"/>
                  <a:gd name="T8" fmla="*/ 127 w 140"/>
                  <a:gd name="T9" fmla="*/ 37 h 149"/>
                  <a:gd name="T10" fmla="*/ 119 w 140"/>
                  <a:gd name="T11" fmla="*/ 43 h 149"/>
                  <a:gd name="T12" fmla="*/ 106 w 140"/>
                  <a:gd name="T13" fmla="*/ 51 h 149"/>
                  <a:gd name="T14" fmla="*/ 100 w 140"/>
                  <a:gd name="T15" fmla="*/ 45 h 149"/>
                  <a:gd name="T16" fmla="*/ 92 w 140"/>
                  <a:gd name="T17" fmla="*/ 52 h 149"/>
                  <a:gd name="T18" fmla="*/ 77 w 140"/>
                  <a:gd name="T19" fmla="*/ 47 h 149"/>
                  <a:gd name="T20" fmla="*/ 62 w 140"/>
                  <a:gd name="T21" fmla="*/ 41 h 149"/>
                  <a:gd name="T22" fmla="*/ 63 w 140"/>
                  <a:gd name="T23" fmla="*/ 32 h 149"/>
                  <a:gd name="T24" fmla="*/ 52 w 140"/>
                  <a:gd name="T25" fmla="*/ 22 h 149"/>
                  <a:gd name="T26" fmla="*/ 55 w 140"/>
                  <a:gd name="T27" fmla="*/ 12 h 149"/>
                  <a:gd name="T28" fmla="*/ 50 w 140"/>
                  <a:gd name="T29" fmla="*/ 2 h 149"/>
                  <a:gd name="T30" fmla="*/ 40 w 140"/>
                  <a:gd name="T31" fmla="*/ 8 h 149"/>
                  <a:gd name="T32" fmla="*/ 30 w 140"/>
                  <a:gd name="T33" fmla="*/ 12 h 149"/>
                  <a:gd name="T34" fmla="*/ 33 w 140"/>
                  <a:gd name="T35" fmla="*/ 22 h 149"/>
                  <a:gd name="T36" fmla="*/ 29 w 140"/>
                  <a:gd name="T37" fmla="*/ 33 h 149"/>
                  <a:gd name="T38" fmla="*/ 19 w 140"/>
                  <a:gd name="T39" fmla="*/ 44 h 149"/>
                  <a:gd name="T40" fmla="*/ 7 w 140"/>
                  <a:gd name="T41" fmla="*/ 50 h 149"/>
                  <a:gd name="T42" fmla="*/ 14 w 140"/>
                  <a:gd name="T43" fmla="*/ 64 h 149"/>
                  <a:gd name="T44" fmla="*/ 5 w 140"/>
                  <a:gd name="T45" fmla="*/ 64 h 149"/>
                  <a:gd name="T46" fmla="*/ 11 w 140"/>
                  <a:gd name="T47" fmla="*/ 72 h 149"/>
                  <a:gd name="T48" fmla="*/ 11 w 140"/>
                  <a:gd name="T49" fmla="*/ 82 h 149"/>
                  <a:gd name="T50" fmla="*/ 19 w 140"/>
                  <a:gd name="T51" fmla="*/ 78 h 149"/>
                  <a:gd name="T52" fmla="*/ 23 w 140"/>
                  <a:gd name="T53" fmla="*/ 75 h 149"/>
                  <a:gd name="T54" fmla="*/ 22 w 140"/>
                  <a:gd name="T55" fmla="*/ 78 h 149"/>
                  <a:gd name="T56" fmla="*/ 24 w 140"/>
                  <a:gd name="T57" fmla="*/ 82 h 149"/>
                  <a:gd name="T58" fmla="*/ 24 w 140"/>
                  <a:gd name="T59" fmla="*/ 95 h 149"/>
                  <a:gd name="T60" fmla="*/ 26 w 140"/>
                  <a:gd name="T61" fmla="*/ 107 h 149"/>
                  <a:gd name="T62" fmla="*/ 39 w 140"/>
                  <a:gd name="T63" fmla="*/ 134 h 149"/>
                  <a:gd name="T64" fmla="*/ 50 w 140"/>
                  <a:gd name="T65" fmla="*/ 143 h 149"/>
                  <a:gd name="T66" fmla="*/ 57 w 140"/>
                  <a:gd name="T67" fmla="*/ 132 h 149"/>
                  <a:gd name="T68" fmla="*/ 65 w 140"/>
                  <a:gd name="T69" fmla="*/ 107 h 149"/>
                  <a:gd name="T70" fmla="*/ 81 w 140"/>
                  <a:gd name="T71" fmla="*/ 93 h 149"/>
                  <a:gd name="T72" fmla="*/ 91 w 140"/>
                  <a:gd name="T73" fmla="*/ 84 h 149"/>
                  <a:gd name="T74" fmla="*/ 98 w 140"/>
                  <a:gd name="T75" fmla="*/ 74 h 149"/>
                  <a:gd name="T76" fmla="*/ 101 w 140"/>
                  <a:gd name="T77" fmla="*/ 78 h 149"/>
                  <a:gd name="T78" fmla="*/ 100 w 140"/>
                  <a:gd name="T79" fmla="*/ 58 h 149"/>
                  <a:gd name="T80" fmla="*/ 104 w 140"/>
                  <a:gd name="T81" fmla="*/ 57 h 149"/>
                  <a:gd name="T82" fmla="*/ 114 w 140"/>
                  <a:gd name="T83" fmla="*/ 60 h 149"/>
                  <a:gd name="T84" fmla="*/ 115 w 140"/>
                  <a:gd name="T85" fmla="*/ 68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0" h="149">
                    <a:moveTo>
                      <a:pt x="117" y="76"/>
                    </a:moveTo>
                    <a:cubicBezTo>
                      <a:pt x="121" y="77"/>
                      <a:pt x="119" y="73"/>
                      <a:pt x="120" y="71"/>
                    </a:cubicBezTo>
                    <a:cubicBezTo>
                      <a:pt x="120" y="69"/>
                      <a:pt x="121" y="67"/>
                      <a:pt x="121" y="66"/>
                    </a:cubicBezTo>
                    <a:cubicBezTo>
                      <a:pt x="122" y="65"/>
                      <a:pt x="124" y="67"/>
                      <a:pt x="125" y="65"/>
                    </a:cubicBezTo>
                    <a:cubicBezTo>
                      <a:pt x="126" y="63"/>
                      <a:pt x="126" y="61"/>
                      <a:pt x="126" y="59"/>
                    </a:cubicBezTo>
                    <a:cubicBezTo>
                      <a:pt x="127" y="57"/>
                      <a:pt x="129" y="56"/>
                      <a:pt x="129" y="54"/>
                    </a:cubicBezTo>
                    <a:cubicBezTo>
                      <a:pt x="129" y="52"/>
                      <a:pt x="132" y="50"/>
                      <a:pt x="133" y="49"/>
                    </a:cubicBezTo>
                    <a:cubicBezTo>
                      <a:pt x="136" y="46"/>
                      <a:pt x="135" y="49"/>
                      <a:pt x="137" y="50"/>
                    </a:cubicBezTo>
                    <a:cubicBezTo>
                      <a:pt x="137" y="50"/>
                      <a:pt x="137" y="46"/>
                      <a:pt x="137" y="46"/>
                    </a:cubicBezTo>
                    <a:cubicBezTo>
                      <a:pt x="137" y="45"/>
                      <a:pt x="140" y="45"/>
                      <a:pt x="138" y="43"/>
                    </a:cubicBezTo>
                    <a:cubicBezTo>
                      <a:pt x="137" y="43"/>
                      <a:pt x="135" y="43"/>
                      <a:pt x="134" y="43"/>
                    </a:cubicBezTo>
                    <a:cubicBezTo>
                      <a:pt x="134" y="42"/>
                      <a:pt x="135" y="41"/>
                      <a:pt x="135" y="41"/>
                    </a:cubicBezTo>
                    <a:cubicBezTo>
                      <a:pt x="136" y="40"/>
                      <a:pt x="135" y="39"/>
                      <a:pt x="134" y="38"/>
                    </a:cubicBezTo>
                    <a:cubicBezTo>
                      <a:pt x="133" y="37"/>
                      <a:pt x="133" y="37"/>
                      <a:pt x="132" y="38"/>
                    </a:cubicBezTo>
                    <a:cubicBezTo>
                      <a:pt x="130" y="39"/>
                      <a:pt x="129" y="38"/>
                      <a:pt x="127" y="37"/>
                    </a:cubicBezTo>
                    <a:cubicBezTo>
                      <a:pt x="126" y="37"/>
                      <a:pt x="124" y="39"/>
                      <a:pt x="124" y="40"/>
                    </a:cubicBezTo>
                    <a:cubicBezTo>
                      <a:pt x="123" y="41"/>
                      <a:pt x="122" y="40"/>
                      <a:pt x="121" y="41"/>
                    </a:cubicBezTo>
                    <a:cubicBezTo>
                      <a:pt x="120" y="41"/>
                      <a:pt x="119" y="42"/>
                      <a:pt x="119" y="43"/>
                    </a:cubicBezTo>
                    <a:cubicBezTo>
                      <a:pt x="117" y="45"/>
                      <a:pt x="116" y="46"/>
                      <a:pt x="114" y="45"/>
                    </a:cubicBezTo>
                    <a:cubicBezTo>
                      <a:pt x="113" y="46"/>
                      <a:pt x="114" y="48"/>
                      <a:pt x="115" y="49"/>
                    </a:cubicBezTo>
                    <a:cubicBezTo>
                      <a:pt x="117" y="53"/>
                      <a:pt x="108" y="50"/>
                      <a:pt x="106" y="51"/>
                    </a:cubicBezTo>
                    <a:cubicBezTo>
                      <a:pt x="105" y="52"/>
                      <a:pt x="102" y="51"/>
                      <a:pt x="101" y="50"/>
                    </a:cubicBezTo>
                    <a:cubicBezTo>
                      <a:pt x="100" y="49"/>
                      <a:pt x="101" y="47"/>
                      <a:pt x="101" y="47"/>
                    </a:cubicBezTo>
                    <a:cubicBezTo>
                      <a:pt x="101" y="47"/>
                      <a:pt x="101" y="44"/>
                      <a:pt x="100" y="45"/>
                    </a:cubicBezTo>
                    <a:cubicBezTo>
                      <a:pt x="98" y="45"/>
                      <a:pt x="96" y="45"/>
                      <a:pt x="96" y="48"/>
                    </a:cubicBezTo>
                    <a:cubicBezTo>
                      <a:pt x="97" y="49"/>
                      <a:pt x="98" y="52"/>
                      <a:pt x="97" y="52"/>
                    </a:cubicBezTo>
                    <a:cubicBezTo>
                      <a:pt x="95" y="52"/>
                      <a:pt x="94" y="54"/>
                      <a:pt x="92" y="52"/>
                    </a:cubicBezTo>
                    <a:cubicBezTo>
                      <a:pt x="91" y="50"/>
                      <a:pt x="90" y="53"/>
                      <a:pt x="89" y="52"/>
                    </a:cubicBezTo>
                    <a:cubicBezTo>
                      <a:pt x="86" y="51"/>
                      <a:pt x="85" y="51"/>
                      <a:pt x="82" y="50"/>
                    </a:cubicBezTo>
                    <a:cubicBezTo>
                      <a:pt x="80" y="49"/>
                      <a:pt x="79" y="47"/>
                      <a:pt x="77" y="47"/>
                    </a:cubicBezTo>
                    <a:cubicBezTo>
                      <a:pt x="74" y="48"/>
                      <a:pt x="74" y="47"/>
                      <a:pt x="72" y="46"/>
                    </a:cubicBezTo>
                    <a:cubicBezTo>
                      <a:pt x="70" y="45"/>
                      <a:pt x="68" y="46"/>
                      <a:pt x="67" y="45"/>
                    </a:cubicBezTo>
                    <a:cubicBezTo>
                      <a:pt x="65" y="43"/>
                      <a:pt x="63" y="42"/>
                      <a:pt x="62" y="41"/>
                    </a:cubicBezTo>
                    <a:cubicBezTo>
                      <a:pt x="60" y="40"/>
                      <a:pt x="59" y="40"/>
                      <a:pt x="60" y="38"/>
                    </a:cubicBezTo>
                    <a:cubicBezTo>
                      <a:pt x="61" y="37"/>
                      <a:pt x="60" y="35"/>
                      <a:pt x="62" y="34"/>
                    </a:cubicBezTo>
                    <a:cubicBezTo>
                      <a:pt x="64" y="33"/>
                      <a:pt x="65" y="34"/>
                      <a:pt x="63" y="32"/>
                    </a:cubicBezTo>
                    <a:cubicBezTo>
                      <a:pt x="61" y="31"/>
                      <a:pt x="59" y="29"/>
                      <a:pt x="57" y="28"/>
                    </a:cubicBezTo>
                    <a:cubicBezTo>
                      <a:pt x="56" y="28"/>
                      <a:pt x="55" y="26"/>
                      <a:pt x="53" y="26"/>
                    </a:cubicBezTo>
                    <a:cubicBezTo>
                      <a:pt x="53" y="26"/>
                      <a:pt x="53" y="23"/>
                      <a:pt x="52" y="22"/>
                    </a:cubicBezTo>
                    <a:cubicBezTo>
                      <a:pt x="47" y="17"/>
                      <a:pt x="57" y="23"/>
                      <a:pt x="57" y="19"/>
                    </a:cubicBezTo>
                    <a:cubicBezTo>
                      <a:pt x="57" y="17"/>
                      <a:pt x="56" y="17"/>
                      <a:pt x="54" y="15"/>
                    </a:cubicBezTo>
                    <a:cubicBezTo>
                      <a:pt x="53" y="14"/>
                      <a:pt x="53" y="13"/>
                      <a:pt x="55" y="12"/>
                    </a:cubicBezTo>
                    <a:cubicBezTo>
                      <a:pt x="57" y="12"/>
                      <a:pt x="56" y="9"/>
                      <a:pt x="58" y="8"/>
                    </a:cubicBezTo>
                    <a:cubicBezTo>
                      <a:pt x="59" y="7"/>
                      <a:pt x="61" y="6"/>
                      <a:pt x="60" y="4"/>
                    </a:cubicBezTo>
                    <a:cubicBezTo>
                      <a:pt x="58" y="1"/>
                      <a:pt x="53" y="0"/>
                      <a:pt x="50" y="2"/>
                    </a:cubicBezTo>
                    <a:cubicBezTo>
                      <a:pt x="49" y="3"/>
                      <a:pt x="49" y="3"/>
                      <a:pt x="47" y="4"/>
                    </a:cubicBezTo>
                    <a:cubicBezTo>
                      <a:pt x="46" y="4"/>
                      <a:pt x="46" y="6"/>
                      <a:pt x="45" y="7"/>
                    </a:cubicBezTo>
                    <a:cubicBezTo>
                      <a:pt x="43" y="8"/>
                      <a:pt x="41" y="7"/>
                      <a:pt x="40" y="8"/>
                    </a:cubicBezTo>
                    <a:cubicBezTo>
                      <a:pt x="39" y="9"/>
                      <a:pt x="37" y="9"/>
                      <a:pt x="35" y="8"/>
                    </a:cubicBezTo>
                    <a:cubicBezTo>
                      <a:pt x="33" y="8"/>
                      <a:pt x="32" y="7"/>
                      <a:pt x="30" y="8"/>
                    </a:cubicBezTo>
                    <a:cubicBezTo>
                      <a:pt x="28" y="8"/>
                      <a:pt x="29" y="11"/>
                      <a:pt x="30" y="12"/>
                    </a:cubicBezTo>
                    <a:cubicBezTo>
                      <a:pt x="30" y="14"/>
                      <a:pt x="30" y="16"/>
                      <a:pt x="30" y="17"/>
                    </a:cubicBezTo>
                    <a:cubicBezTo>
                      <a:pt x="31" y="19"/>
                      <a:pt x="33" y="19"/>
                      <a:pt x="35" y="20"/>
                    </a:cubicBezTo>
                    <a:cubicBezTo>
                      <a:pt x="36" y="22"/>
                      <a:pt x="34" y="22"/>
                      <a:pt x="33" y="22"/>
                    </a:cubicBezTo>
                    <a:cubicBezTo>
                      <a:pt x="32" y="24"/>
                      <a:pt x="33" y="26"/>
                      <a:pt x="33" y="28"/>
                    </a:cubicBezTo>
                    <a:cubicBezTo>
                      <a:pt x="33" y="29"/>
                      <a:pt x="31" y="29"/>
                      <a:pt x="31" y="29"/>
                    </a:cubicBezTo>
                    <a:cubicBezTo>
                      <a:pt x="29" y="30"/>
                      <a:pt x="31" y="33"/>
                      <a:pt x="29" y="33"/>
                    </a:cubicBezTo>
                    <a:cubicBezTo>
                      <a:pt x="27" y="34"/>
                      <a:pt x="26" y="35"/>
                      <a:pt x="26" y="36"/>
                    </a:cubicBezTo>
                    <a:cubicBezTo>
                      <a:pt x="25" y="38"/>
                      <a:pt x="24" y="38"/>
                      <a:pt x="22" y="39"/>
                    </a:cubicBezTo>
                    <a:cubicBezTo>
                      <a:pt x="20" y="40"/>
                      <a:pt x="20" y="43"/>
                      <a:pt x="19" y="44"/>
                    </a:cubicBezTo>
                    <a:cubicBezTo>
                      <a:pt x="18" y="46"/>
                      <a:pt x="16" y="45"/>
                      <a:pt x="15" y="47"/>
                    </a:cubicBezTo>
                    <a:cubicBezTo>
                      <a:pt x="13" y="48"/>
                      <a:pt x="12" y="44"/>
                      <a:pt x="11" y="46"/>
                    </a:cubicBezTo>
                    <a:cubicBezTo>
                      <a:pt x="10" y="47"/>
                      <a:pt x="6" y="49"/>
                      <a:pt x="7" y="50"/>
                    </a:cubicBezTo>
                    <a:cubicBezTo>
                      <a:pt x="7" y="52"/>
                      <a:pt x="10" y="52"/>
                      <a:pt x="10" y="54"/>
                    </a:cubicBezTo>
                    <a:cubicBezTo>
                      <a:pt x="9" y="57"/>
                      <a:pt x="11" y="57"/>
                      <a:pt x="13" y="58"/>
                    </a:cubicBezTo>
                    <a:cubicBezTo>
                      <a:pt x="13" y="60"/>
                      <a:pt x="14" y="62"/>
                      <a:pt x="14" y="64"/>
                    </a:cubicBezTo>
                    <a:cubicBezTo>
                      <a:pt x="14" y="64"/>
                      <a:pt x="11" y="64"/>
                      <a:pt x="10" y="64"/>
                    </a:cubicBezTo>
                    <a:cubicBezTo>
                      <a:pt x="9" y="64"/>
                      <a:pt x="8" y="65"/>
                      <a:pt x="7" y="65"/>
                    </a:cubicBezTo>
                    <a:cubicBezTo>
                      <a:pt x="7" y="65"/>
                      <a:pt x="6" y="64"/>
                      <a:pt x="5" y="64"/>
                    </a:cubicBezTo>
                    <a:cubicBezTo>
                      <a:pt x="4" y="64"/>
                      <a:pt x="0" y="66"/>
                      <a:pt x="0" y="67"/>
                    </a:cubicBezTo>
                    <a:cubicBezTo>
                      <a:pt x="2" y="69"/>
                      <a:pt x="3" y="70"/>
                      <a:pt x="5" y="72"/>
                    </a:cubicBezTo>
                    <a:cubicBezTo>
                      <a:pt x="5" y="72"/>
                      <a:pt x="11" y="72"/>
                      <a:pt x="11" y="72"/>
                    </a:cubicBezTo>
                    <a:cubicBezTo>
                      <a:pt x="11" y="73"/>
                      <a:pt x="9" y="74"/>
                      <a:pt x="8" y="74"/>
                    </a:cubicBezTo>
                    <a:cubicBezTo>
                      <a:pt x="7" y="75"/>
                      <a:pt x="4" y="73"/>
                      <a:pt x="4" y="75"/>
                    </a:cubicBezTo>
                    <a:cubicBezTo>
                      <a:pt x="4" y="77"/>
                      <a:pt x="9" y="80"/>
                      <a:pt x="11" y="82"/>
                    </a:cubicBezTo>
                    <a:cubicBezTo>
                      <a:pt x="12" y="83"/>
                      <a:pt x="13" y="83"/>
                      <a:pt x="15" y="83"/>
                    </a:cubicBezTo>
                    <a:cubicBezTo>
                      <a:pt x="17" y="82"/>
                      <a:pt x="20" y="81"/>
                      <a:pt x="21" y="79"/>
                    </a:cubicBezTo>
                    <a:cubicBezTo>
                      <a:pt x="21" y="79"/>
                      <a:pt x="20" y="78"/>
                      <a:pt x="19" y="78"/>
                    </a:cubicBezTo>
                    <a:cubicBezTo>
                      <a:pt x="19" y="77"/>
                      <a:pt x="20" y="77"/>
                      <a:pt x="20" y="77"/>
                    </a:cubicBezTo>
                    <a:cubicBezTo>
                      <a:pt x="21" y="76"/>
                      <a:pt x="20" y="75"/>
                      <a:pt x="21" y="75"/>
                    </a:cubicBezTo>
                    <a:cubicBezTo>
                      <a:pt x="21" y="75"/>
                      <a:pt x="23" y="75"/>
                      <a:pt x="23" y="75"/>
                    </a:cubicBezTo>
                    <a:cubicBezTo>
                      <a:pt x="23" y="76"/>
                      <a:pt x="21" y="76"/>
                      <a:pt x="22" y="77"/>
                    </a:cubicBezTo>
                    <a:cubicBezTo>
                      <a:pt x="22" y="77"/>
                      <a:pt x="23" y="77"/>
                      <a:pt x="23" y="77"/>
                    </a:cubicBezTo>
                    <a:cubicBezTo>
                      <a:pt x="23" y="78"/>
                      <a:pt x="22" y="78"/>
                      <a:pt x="22" y="78"/>
                    </a:cubicBezTo>
                    <a:cubicBezTo>
                      <a:pt x="21" y="78"/>
                      <a:pt x="23" y="78"/>
                      <a:pt x="23" y="78"/>
                    </a:cubicBezTo>
                    <a:cubicBezTo>
                      <a:pt x="23" y="79"/>
                      <a:pt x="22" y="79"/>
                      <a:pt x="22" y="80"/>
                    </a:cubicBezTo>
                    <a:cubicBezTo>
                      <a:pt x="21" y="80"/>
                      <a:pt x="23" y="81"/>
                      <a:pt x="24" y="82"/>
                    </a:cubicBezTo>
                    <a:cubicBezTo>
                      <a:pt x="25" y="83"/>
                      <a:pt x="23" y="85"/>
                      <a:pt x="22" y="87"/>
                    </a:cubicBezTo>
                    <a:cubicBezTo>
                      <a:pt x="22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4" y="95"/>
                    </a:cubicBezTo>
                    <a:cubicBezTo>
                      <a:pt x="24" y="97"/>
                      <a:pt x="23" y="100"/>
                      <a:pt x="23" y="101"/>
                    </a:cubicBezTo>
                    <a:cubicBezTo>
                      <a:pt x="23" y="101"/>
                      <a:pt x="24" y="99"/>
                      <a:pt x="24" y="99"/>
                    </a:cubicBezTo>
                    <a:cubicBezTo>
                      <a:pt x="25" y="100"/>
                      <a:pt x="26" y="106"/>
                      <a:pt x="26" y="107"/>
                    </a:cubicBezTo>
                    <a:cubicBezTo>
                      <a:pt x="27" y="109"/>
                      <a:pt x="29" y="112"/>
                      <a:pt x="30" y="115"/>
                    </a:cubicBezTo>
                    <a:cubicBezTo>
                      <a:pt x="31" y="118"/>
                      <a:pt x="31" y="121"/>
                      <a:pt x="32" y="124"/>
                    </a:cubicBezTo>
                    <a:cubicBezTo>
                      <a:pt x="34" y="128"/>
                      <a:pt x="37" y="131"/>
                      <a:pt x="39" y="134"/>
                    </a:cubicBezTo>
                    <a:cubicBezTo>
                      <a:pt x="40" y="137"/>
                      <a:pt x="40" y="140"/>
                      <a:pt x="41" y="143"/>
                    </a:cubicBezTo>
                    <a:cubicBezTo>
                      <a:pt x="43" y="146"/>
                      <a:pt x="45" y="149"/>
                      <a:pt x="48" y="146"/>
                    </a:cubicBezTo>
                    <a:cubicBezTo>
                      <a:pt x="50" y="145"/>
                      <a:pt x="50" y="144"/>
                      <a:pt x="50" y="143"/>
                    </a:cubicBezTo>
                    <a:cubicBezTo>
                      <a:pt x="50" y="141"/>
                      <a:pt x="52" y="140"/>
                      <a:pt x="53" y="139"/>
                    </a:cubicBezTo>
                    <a:cubicBezTo>
                      <a:pt x="54" y="138"/>
                      <a:pt x="56" y="138"/>
                      <a:pt x="57" y="137"/>
                    </a:cubicBezTo>
                    <a:cubicBezTo>
                      <a:pt x="58" y="136"/>
                      <a:pt x="57" y="133"/>
                      <a:pt x="57" y="132"/>
                    </a:cubicBezTo>
                    <a:cubicBezTo>
                      <a:pt x="56" y="128"/>
                      <a:pt x="61" y="125"/>
                      <a:pt x="60" y="122"/>
                    </a:cubicBezTo>
                    <a:cubicBezTo>
                      <a:pt x="59" y="119"/>
                      <a:pt x="58" y="116"/>
                      <a:pt x="58" y="113"/>
                    </a:cubicBezTo>
                    <a:cubicBezTo>
                      <a:pt x="58" y="109"/>
                      <a:pt x="62" y="108"/>
                      <a:pt x="65" y="107"/>
                    </a:cubicBezTo>
                    <a:cubicBezTo>
                      <a:pt x="66" y="106"/>
                      <a:pt x="69" y="106"/>
                      <a:pt x="69" y="105"/>
                    </a:cubicBezTo>
                    <a:cubicBezTo>
                      <a:pt x="70" y="103"/>
                      <a:pt x="71" y="102"/>
                      <a:pt x="72" y="101"/>
                    </a:cubicBezTo>
                    <a:cubicBezTo>
                      <a:pt x="75" y="98"/>
                      <a:pt x="78" y="95"/>
                      <a:pt x="81" y="93"/>
                    </a:cubicBezTo>
                    <a:cubicBezTo>
                      <a:pt x="82" y="92"/>
                      <a:pt x="83" y="90"/>
                      <a:pt x="84" y="89"/>
                    </a:cubicBezTo>
                    <a:cubicBezTo>
                      <a:pt x="85" y="88"/>
                      <a:pt x="87" y="88"/>
                      <a:pt x="88" y="87"/>
                    </a:cubicBezTo>
                    <a:cubicBezTo>
                      <a:pt x="89" y="86"/>
                      <a:pt x="90" y="85"/>
                      <a:pt x="91" y="84"/>
                    </a:cubicBezTo>
                    <a:cubicBezTo>
                      <a:pt x="92" y="83"/>
                      <a:pt x="90" y="82"/>
                      <a:pt x="90" y="81"/>
                    </a:cubicBezTo>
                    <a:cubicBezTo>
                      <a:pt x="91" y="79"/>
                      <a:pt x="94" y="79"/>
                      <a:pt x="95" y="78"/>
                    </a:cubicBezTo>
                    <a:cubicBezTo>
                      <a:pt x="96" y="78"/>
                      <a:pt x="98" y="75"/>
                      <a:pt x="98" y="74"/>
                    </a:cubicBezTo>
                    <a:cubicBezTo>
                      <a:pt x="98" y="76"/>
                      <a:pt x="96" y="76"/>
                      <a:pt x="97" y="78"/>
                    </a:cubicBezTo>
                    <a:cubicBezTo>
                      <a:pt x="99" y="79"/>
                      <a:pt x="100" y="76"/>
                      <a:pt x="100" y="76"/>
                    </a:cubicBezTo>
                    <a:cubicBezTo>
                      <a:pt x="101" y="77"/>
                      <a:pt x="100" y="78"/>
                      <a:pt x="101" y="78"/>
                    </a:cubicBezTo>
                    <a:cubicBezTo>
                      <a:pt x="102" y="75"/>
                      <a:pt x="101" y="72"/>
                      <a:pt x="99" y="69"/>
                    </a:cubicBezTo>
                    <a:cubicBezTo>
                      <a:pt x="98" y="67"/>
                      <a:pt x="96" y="65"/>
                      <a:pt x="97" y="62"/>
                    </a:cubicBezTo>
                    <a:cubicBezTo>
                      <a:pt x="98" y="59"/>
                      <a:pt x="103" y="61"/>
                      <a:pt x="100" y="58"/>
                    </a:cubicBezTo>
                    <a:cubicBezTo>
                      <a:pt x="99" y="57"/>
                      <a:pt x="97" y="56"/>
                      <a:pt x="98" y="54"/>
                    </a:cubicBezTo>
                    <a:cubicBezTo>
                      <a:pt x="99" y="53"/>
                      <a:pt x="100" y="54"/>
                      <a:pt x="102" y="55"/>
                    </a:cubicBezTo>
                    <a:cubicBezTo>
                      <a:pt x="103" y="56"/>
                      <a:pt x="104" y="55"/>
                      <a:pt x="104" y="57"/>
                    </a:cubicBezTo>
                    <a:cubicBezTo>
                      <a:pt x="104" y="58"/>
                      <a:pt x="104" y="59"/>
                      <a:pt x="106" y="60"/>
                    </a:cubicBezTo>
                    <a:cubicBezTo>
                      <a:pt x="107" y="60"/>
                      <a:pt x="109" y="60"/>
                      <a:pt x="110" y="60"/>
                    </a:cubicBezTo>
                    <a:cubicBezTo>
                      <a:pt x="111" y="60"/>
                      <a:pt x="113" y="61"/>
                      <a:pt x="114" y="60"/>
                    </a:cubicBezTo>
                    <a:cubicBezTo>
                      <a:pt x="119" y="59"/>
                      <a:pt x="115" y="65"/>
                      <a:pt x="113" y="66"/>
                    </a:cubicBezTo>
                    <a:cubicBezTo>
                      <a:pt x="110" y="66"/>
                      <a:pt x="112" y="70"/>
                      <a:pt x="112" y="71"/>
                    </a:cubicBezTo>
                    <a:cubicBezTo>
                      <a:pt x="113" y="71"/>
                      <a:pt x="115" y="67"/>
                      <a:pt x="115" y="68"/>
                    </a:cubicBezTo>
                    <a:cubicBezTo>
                      <a:pt x="115" y="71"/>
                      <a:pt x="117" y="74"/>
                      <a:pt x="117" y="7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3" name="Freeform 702"/>
              <p:cNvSpPr>
                <a:spLocks/>
              </p:cNvSpPr>
              <p:nvPr/>
            </p:nvSpPr>
            <p:spPr bwMode="auto">
              <a:xfrm>
                <a:off x="15926311" y="7669658"/>
                <a:ext cx="382165" cy="917438"/>
              </a:xfrm>
              <a:custGeom>
                <a:avLst/>
                <a:gdLst>
                  <a:gd name="T0" fmla="*/ 37 w 41"/>
                  <a:gd name="T1" fmla="*/ 37 h 98"/>
                  <a:gd name="T2" fmla="*/ 34 w 41"/>
                  <a:gd name="T3" fmla="*/ 35 h 98"/>
                  <a:gd name="T4" fmla="*/ 31 w 41"/>
                  <a:gd name="T5" fmla="*/ 29 h 98"/>
                  <a:gd name="T6" fmla="*/ 32 w 41"/>
                  <a:gd name="T7" fmla="*/ 25 h 98"/>
                  <a:gd name="T8" fmla="*/ 25 w 41"/>
                  <a:gd name="T9" fmla="*/ 22 h 98"/>
                  <a:gd name="T10" fmla="*/ 30 w 41"/>
                  <a:gd name="T11" fmla="*/ 10 h 98"/>
                  <a:gd name="T12" fmla="*/ 28 w 41"/>
                  <a:gd name="T13" fmla="*/ 6 h 98"/>
                  <a:gd name="T14" fmla="*/ 23 w 41"/>
                  <a:gd name="T15" fmla="*/ 2 h 98"/>
                  <a:gd name="T16" fmla="*/ 22 w 41"/>
                  <a:gd name="T17" fmla="*/ 9 h 98"/>
                  <a:gd name="T18" fmla="*/ 18 w 41"/>
                  <a:gd name="T19" fmla="*/ 9 h 98"/>
                  <a:gd name="T20" fmla="*/ 13 w 41"/>
                  <a:gd name="T21" fmla="*/ 15 h 98"/>
                  <a:gd name="T22" fmla="*/ 11 w 41"/>
                  <a:gd name="T23" fmla="*/ 21 h 98"/>
                  <a:gd name="T24" fmla="*/ 6 w 41"/>
                  <a:gd name="T25" fmla="*/ 25 h 98"/>
                  <a:gd name="T26" fmla="*/ 2 w 41"/>
                  <a:gd name="T27" fmla="*/ 35 h 98"/>
                  <a:gd name="T28" fmla="*/ 0 w 41"/>
                  <a:gd name="T29" fmla="*/ 40 h 98"/>
                  <a:gd name="T30" fmla="*/ 4 w 41"/>
                  <a:gd name="T31" fmla="*/ 44 h 98"/>
                  <a:gd name="T32" fmla="*/ 7 w 41"/>
                  <a:gd name="T33" fmla="*/ 52 h 98"/>
                  <a:gd name="T34" fmla="*/ 11 w 41"/>
                  <a:gd name="T35" fmla="*/ 58 h 98"/>
                  <a:gd name="T36" fmla="*/ 11 w 41"/>
                  <a:gd name="T37" fmla="*/ 64 h 98"/>
                  <a:gd name="T38" fmla="*/ 12 w 41"/>
                  <a:gd name="T39" fmla="*/ 66 h 98"/>
                  <a:gd name="T40" fmla="*/ 14 w 41"/>
                  <a:gd name="T41" fmla="*/ 66 h 98"/>
                  <a:gd name="T42" fmla="*/ 17 w 41"/>
                  <a:gd name="T43" fmla="*/ 65 h 98"/>
                  <a:gd name="T44" fmla="*/ 22 w 41"/>
                  <a:gd name="T45" fmla="*/ 64 h 98"/>
                  <a:gd name="T46" fmla="*/ 25 w 41"/>
                  <a:gd name="T47" fmla="*/ 72 h 98"/>
                  <a:gd name="T48" fmla="*/ 29 w 41"/>
                  <a:gd name="T49" fmla="*/ 80 h 98"/>
                  <a:gd name="T50" fmla="*/ 30 w 41"/>
                  <a:gd name="T51" fmla="*/ 85 h 98"/>
                  <a:gd name="T52" fmla="*/ 29 w 41"/>
                  <a:gd name="T53" fmla="*/ 88 h 98"/>
                  <a:gd name="T54" fmla="*/ 29 w 41"/>
                  <a:gd name="T55" fmla="*/ 98 h 98"/>
                  <a:gd name="T56" fmla="*/ 34 w 41"/>
                  <a:gd name="T57" fmla="*/ 85 h 98"/>
                  <a:gd name="T58" fmla="*/ 28 w 41"/>
                  <a:gd name="T59" fmla="*/ 71 h 98"/>
                  <a:gd name="T60" fmla="*/ 30 w 41"/>
                  <a:gd name="T61" fmla="*/ 65 h 98"/>
                  <a:gd name="T62" fmla="*/ 26 w 41"/>
                  <a:gd name="T63" fmla="*/ 49 h 98"/>
                  <a:gd name="T64" fmla="*/ 34 w 41"/>
                  <a:gd name="T65" fmla="*/ 44 h 98"/>
                  <a:gd name="T66" fmla="*/ 41 w 41"/>
                  <a:gd name="T67" fmla="*/ 3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1" h="98">
                    <a:moveTo>
                      <a:pt x="39" y="38"/>
                    </a:moveTo>
                    <a:cubicBezTo>
                      <a:pt x="38" y="38"/>
                      <a:pt x="37" y="39"/>
                      <a:pt x="37" y="37"/>
                    </a:cubicBezTo>
                    <a:cubicBezTo>
                      <a:pt x="37" y="37"/>
                      <a:pt x="37" y="36"/>
                      <a:pt x="37" y="36"/>
                    </a:cubicBezTo>
                    <a:cubicBezTo>
                      <a:pt x="37" y="35"/>
                      <a:pt x="34" y="35"/>
                      <a:pt x="34" y="35"/>
                    </a:cubicBezTo>
                    <a:cubicBezTo>
                      <a:pt x="33" y="34"/>
                      <a:pt x="34" y="32"/>
                      <a:pt x="34" y="31"/>
                    </a:cubicBezTo>
                    <a:cubicBezTo>
                      <a:pt x="35" y="29"/>
                      <a:pt x="32" y="30"/>
                      <a:pt x="31" y="29"/>
                    </a:cubicBezTo>
                    <a:cubicBezTo>
                      <a:pt x="31" y="28"/>
                      <a:pt x="30" y="28"/>
                      <a:pt x="30" y="27"/>
                    </a:cubicBezTo>
                    <a:cubicBezTo>
                      <a:pt x="30" y="26"/>
                      <a:pt x="32" y="25"/>
                      <a:pt x="32" y="25"/>
                    </a:cubicBezTo>
                    <a:cubicBezTo>
                      <a:pt x="31" y="23"/>
                      <a:pt x="25" y="26"/>
                      <a:pt x="24" y="25"/>
                    </a:cubicBezTo>
                    <a:cubicBezTo>
                      <a:pt x="24" y="25"/>
                      <a:pt x="25" y="23"/>
                      <a:pt x="25" y="22"/>
                    </a:cubicBezTo>
                    <a:cubicBezTo>
                      <a:pt x="24" y="21"/>
                      <a:pt x="27" y="19"/>
                      <a:pt x="27" y="18"/>
                    </a:cubicBezTo>
                    <a:cubicBezTo>
                      <a:pt x="29" y="15"/>
                      <a:pt x="31" y="13"/>
                      <a:pt x="30" y="10"/>
                    </a:cubicBezTo>
                    <a:cubicBezTo>
                      <a:pt x="30" y="9"/>
                      <a:pt x="31" y="8"/>
                      <a:pt x="31" y="7"/>
                    </a:cubicBezTo>
                    <a:cubicBezTo>
                      <a:pt x="31" y="5"/>
                      <a:pt x="29" y="7"/>
                      <a:pt x="28" y="6"/>
                    </a:cubicBezTo>
                    <a:cubicBezTo>
                      <a:pt x="28" y="4"/>
                      <a:pt x="27" y="3"/>
                      <a:pt x="27" y="2"/>
                    </a:cubicBezTo>
                    <a:cubicBezTo>
                      <a:pt x="25" y="0"/>
                      <a:pt x="25" y="3"/>
                      <a:pt x="23" y="2"/>
                    </a:cubicBezTo>
                    <a:cubicBezTo>
                      <a:pt x="24" y="4"/>
                      <a:pt x="22" y="4"/>
                      <a:pt x="22" y="5"/>
                    </a:cubicBezTo>
                    <a:cubicBezTo>
                      <a:pt x="22" y="5"/>
                      <a:pt x="22" y="9"/>
                      <a:pt x="22" y="9"/>
                    </a:cubicBezTo>
                    <a:cubicBezTo>
                      <a:pt x="21" y="9"/>
                      <a:pt x="21" y="7"/>
                      <a:pt x="21" y="7"/>
                    </a:cubicBezTo>
                    <a:cubicBezTo>
                      <a:pt x="19" y="7"/>
                      <a:pt x="18" y="8"/>
                      <a:pt x="18" y="9"/>
                    </a:cubicBezTo>
                    <a:cubicBezTo>
                      <a:pt x="17" y="10"/>
                      <a:pt x="15" y="10"/>
                      <a:pt x="14" y="11"/>
                    </a:cubicBezTo>
                    <a:cubicBezTo>
                      <a:pt x="13" y="12"/>
                      <a:pt x="14" y="14"/>
                      <a:pt x="13" y="15"/>
                    </a:cubicBezTo>
                    <a:cubicBezTo>
                      <a:pt x="13" y="16"/>
                      <a:pt x="12" y="17"/>
                      <a:pt x="11" y="18"/>
                    </a:cubicBezTo>
                    <a:cubicBezTo>
                      <a:pt x="11" y="19"/>
                      <a:pt x="11" y="20"/>
                      <a:pt x="11" y="21"/>
                    </a:cubicBezTo>
                    <a:cubicBezTo>
                      <a:pt x="11" y="23"/>
                      <a:pt x="10" y="25"/>
                      <a:pt x="9" y="25"/>
                    </a:cubicBezTo>
                    <a:cubicBezTo>
                      <a:pt x="8" y="25"/>
                      <a:pt x="7" y="25"/>
                      <a:pt x="6" y="25"/>
                    </a:cubicBezTo>
                    <a:cubicBezTo>
                      <a:pt x="5" y="27"/>
                      <a:pt x="6" y="35"/>
                      <a:pt x="4" y="35"/>
                    </a:cubicBezTo>
                    <a:cubicBezTo>
                      <a:pt x="4" y="35"/>
                      <a:pt x="2" y="35"/>
                      <a:pt x="2" y="35"/>
                    </a:cubicBezTo>
                    <a:cubicBezTo>
                      <a:pt x="2" y="36"/>
                      <a:pt x="2" y="37"/>
                      <a:pt x="2" y="37"/>
                    </a:cubicBezTo>
                    <a:cubicBezTo>
                      <a:pt x="2" y="38"/>
                      <a:pt x="1" y="39"/>
                      <a:pt x="0" y="40"/>
                    </a:cubicBezTo>
                    <a:cubicBezTo>
                      <a:pt x="0" y="41"/>
                      <a:pt x="4" y="46"/>
                      <a:pt x="5" y="47"/>
                    </a:cubicBezTo>
                    <a:cubicBezTo>
                      <a:pt x="5" y="47"/>
                      <a:pt x="4" y="44"/>
                      <a:pt x="4" y="44"/>
                    </a:cubicBezTo>
                    <a:cubicBezTo>
                      <a:pt x="4" y="44"/>
                      <a:pt x="7" y="48"/>
                      <a:pt x="7" y="48"/>
                    </a:cubicBezTo>
                    <a:cubicBezTo>
                      <a:pt x="8" y="50"/>
                      <a:pt x="6" y="50"/>
                      <a:pt x="7" y="52"/>
                    </a:cubicBezTo>
                    <a:cubicBezTo>
                      <a:pt x="6" y="51"/>
                      <a:pt x="8" y="51"/>
                      <a:pt x="9" y="52"/>
                    </a:cubicBezTo>
                    <a:cubicBezTo>
                      <a:pt x="10" y="54"/>
                      <a:pt x="11" y="56"/>
                      <a:pt x="11" y="58"/>
                    </a:cubicBezTo>
                    <a:cubicBezTo>
                      <a:pt x="11" y="58"/>
                      <a:pt x="10" y="67"/>
                      <a:pt x="10" y="67"/>
                    </a:cubicBezTo>
                    <a:cubicBezTo>
                      <a:pt x="11" y="67"/>
                      <a:pt x="11" y="64"/>
                      <a:pt x="11" y="64"/>
                    </a:cubicBezTo>
                    <a:cubicBezTo>
                      <a:pt x="11" y="64"/>
                      <a:pt x="11" y="67"/>
                      <a:pt x="11" y="67"/>
                    </a:cubicBezTo>
                    <a:cubicBezTo>
                      <a:pt x="11" y="67"/>
                      <a:pt x="12" y="66"/>
                      <a:pt x="12" y="66"/>
                    </a:cubicBezTo>
                    <a:cubicBezTo>
                      <a:pt x="12" y="66"/>
                      <a:pt x="12" y="68"/>
                      <a:pt x="12" y="68"/>
                    </a:cubicBezTo>
                    <a:cubicBezTo>
                      <a:pt x="13" y="68"/>
                      <a:pt x="13" y="66"/>
                      <a:pt x="14" y="66"/>
                    </a:cubicBezTo>
                    <a:cubicBezTo>
                      <a:pt x="14" y="66"/>
                      <a:pt x="14" y="67"/>
                      <a:pt x="14" y="67"/>
                    </a:cubicBezTo>
                    <a:cubicBezTo>
                      <a:pt x="14" y="67"/>
                      <a:pt x="17" y="66"/>
                      <a:pt x="17" y="65"/>
                    </a:cubicBezTo>
                    <a:cubicBezTo>
                      <a:pt x="18" y="65"/>
                      <a:pt x="23" y="62"/>
                      <a:pt x="21" y="61"/>
                    </a:cubicBezTo>
                    <a:cubicBezTo>
                      <a:pt x="22" y="61"/>
                      <a:pt x="21" y="63"/>
                      <a:pt x="22" y="64"/>
                    </a:cubicBezTo>
                    <a:cubicBezTo>
                      <a:pt x="23" y="64"/>
                      <a:pt x="24" y="64"/>
                      <a:pt x="24" y="65"/>
                    </a:cubicBezTo>
                    <a:cubicBezTo>
                      <a:pt x="25" y="67"/>
                      <a:pt x="25" y="70"/>
                      <a:pt x="25" y="72"/>
                    </a:cubicBezTo>
                    <a:cubicBezTo>
                      <a:pt x="26" y="75"/>
                      <a:pt x="26" y="77"/>
                      <a:pt x="28" y="79"/>
                    </a:cubicBezTo>
                    <a:cubicBezTo>
                      <a:pt x="28" y="79"/>
                      <a:pt x="29" y="80"/>
                      <a:pt x="29" y="80"/>
                    </a:cubicBezTo>
                    <a:cubicBezTo>
                      <a:pt x="29" y="82"/>
                      <a:pt x="30" y="82"/>
                      <a:pt x="30" y="82"/>
                    </a:cubicBezTo>
                    <a:cubicBezTo>
                      <a:pt x="31" y="83"/>
                      <a:pt x="29" y="85"/>
                      <a:pt x="30" y="85"/>
                    </a:cubicBezTo>
                    <a:cubicBezTo>
                      <a:pt x="30" y="85"/>
                      <a:pt x="30" y="85"/>
                      <a:pt x="31" y="85"/>
                    </a:cubicBezTo>
                    <a:cubicBezTo>
                      <a:pt x="31" y="86"/>
                      <a:pt x="29" y="87"/>
                      <a:pt x="29" y="88"/>
                    </a:cubicBezTo>
                    <a:cubicBezTo>
                      <a:pt x="29" y="90"/>
                      <a:pt x="30" y="88"/>
                      <a:pt x="31" y="89"/>
                    </a:cubicBezTo>
                    <a:cubicBezTo>
                      <a:pt x="31" y="89"/>
                      <a:pt x="29" y="97"/>
                      <a:pt x="29" y="98"/>
                    </a:cubicBezTo>
                    <a:cubicBezTo>
                      <a:pt x="31" y="96"/>
                      <a:pt x="32" y="92"/>
                      <a:pt x="33" y="90"/>
                    </a:cubicBezTo>
                    <a:cubicBezTo>
                      <a:pt x="34" y="88"/>
                      <a:pt x="35" y="87"/>
                      <a:pt x="34" y="85"/>
                    </a:cubicBezTo>
                    <a:cubicBezTo>
                      <a:pt x="33" y="83"/>
                      <a:pt x="33" y="82"/>
                      <a:pt x="33" y="80"/>
                    </a:cubicBezTo>
                    <a:cubicBezTo>
                      <a:pt x="32" y="78"/>
                      <a:pt x="27" y="74"/>
                      <a:pt x="28" y="71"/>
                    </a:cubicBezTo>
                    <a:cubicBezTo>
                      <a:pt x="28" y="71"/>
                      <a:pt x="30" y="70"/>
                      <a:pt x="30" y="69"/>
                    </a:cubicBezTo>
                    <a:cubicBezTo>
                      <a:pt x="29" y="67"/>
                      <a:pt x="30" y="67"/>
                      <a:pt x="30" y="65"/>
                    </a:cubicBezTo>
                    <a:cubicBezTo>
                      <a:pt x="31" y="62"/>
                      <a:pt x="27" y="60"/>
                      <a:pt x="26" y="58"/>
                    </a:cubicBezTo>
                    <a:cubicBezTo>
                      <a:pt x="23" y="56"/>
                      <a:pt x="25" y="52"/>
                      <a:pt x="26" y="49"/>
                    </a:cubicBezTo>
                    <a:cubicBezTo>
                      <a:pt x="26" y="47"/>
                      <a:pt x="27" y="47"/>
                      <a:pt x="29" y="47"/>
                    </a:cubicBezTo>
                    <a:cubicBezTo>
                      <a:pt x="31" y="47"/>
                      <a:pt x="33" y="45"/>
                      <a:pt x="34" y="44"/>
                    </a:cubicBezTo>
                    <a:cubicBezTo>
                      <a:pt x="36" y="43"/>
                      <a:pt x="37" y="44"/>
                      <a:pt x="39" y="42"/>
                    </a:cubicBezTo>
                    <a:cubicBezTo>
                      <a:pt x="40" y="40"/>
                      <a:pt x="41" y="39"/>
                      <a:pt x="41" y="38"/>
                    </a:cubicBezTo>
                    <a:cubicBezTo>
                      <a:pt x="41" y="38"/>
                      <a:pt x="40" y="38"/>
                      <a:pt x="39" y="3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4" name="Freeform 703"/>
              <p:cNvSpPr>
                <a:spLocks/>
              </p:cNvSpPr>
              <p:nvPr/>
            </p:nvSpPr>
            <p:spPr bwMode="auto">
              <a:xfrm>
                <a:off x="15747967" y="7781150"/>
                <a:ext cx="213379" cy="261215"/>
              </a:xfrm>
              <a:custGeom>
                <a:avLst/>
                <a:gdLst>
                  <a:gd name="T0" fmla="*/ 21 w 23"/>
                  <a:gd name="T1" fmla="*/ 26 h 28"/>
                  <a:gd name="T2" fmla="*/ 20 w 23"/>
                  <a:gd name="T3" fmla="*/ 17 h 28"/>
                  <a:gd name="T4" fmla="*/ 18 w 23"/>
                  <a:gd name="T5" fmla="*/ 16 h 28"/>
                  <a:gd name="T6" fmla="*/ 16 w 23"/>
                  <a:gd name="T7" fmla="*/ 18 h 28"/>
                  <a:gd name="T8" fmla="*/ 17 w 23"/>
                  <a:gd name="T9" fmla="*/ 13 h 28"/>
                  <a:gd name="T10" fmla="*/ 18 w 23"/>
                  <a:gd name="T11" fmla="*/ 7 h 28"/>
                  <a:gd name="T12" fmla="*/ 14 w 23"/>
                  <a:gd name="T13" fmla="*/ 7 h 28"/>
                  <a:gd name="T14" fmla="*/ 10 w 23"/>
                  <a:gd name="T15" fmla="*/ 7 h 28"/>
                  <a:gd name="T16" fmla="*/ 8 w 23"/>
                  <a:gd name="T17" fmla="*/ 4 h 28"/>
                  <a:gd name="T18" fmla="*/ 6 w 23"/>
                  <a:gd name="T19" fmla="*/ 2 h 28"/>
                  <a:gd name="T20" fmla="*/ 2 w 23"/>
                  <a:gd name="T21" fmla="*/ 1 h 28"/>
                  <a:gd name="T22" fmla="*/ 4 w 23"/>
                  <a:gd name="T23" fmla="*/ 5 h 28"/>
                  <a:gd name="T24" fmla="*/ 1 w 23"/>
                  <a:gd name="T25" fmla="*/ 9 h 28"/>
                  <a:gd name="T26" fmla="*/ 3 w 23"/>
                  <a:gd name="T27" fmla="*/ 16 h 28"/>
                  <a:gd name="T28" fmla="*/ 5 w 23"/>
                  <a:gd name="T29" fmla="*/ 25 h 28"/>
                  <a:gd name="T30" fmla="*/ 6 w 23"/>
                  <a:gd name="T31" fmla="*/ 22 h 28"/>
                  <a:gd name="T32" fmla="*/ 7 w 23"/>
                  <a:gd name="T33" fmla="*/ 24 h 28"/>
                  <a:gd name="T34" fmla="*/ 7 w 23"/>
                  <a:gd name="T35" fmla="*/ 23 h 28"/>
                  <a:gd name="T36" fmla="*/ 8 w 23"/>
                  <a:gd name="T37" fmla="*/ 21 h 28"/>
                  <a:gd name="T38" fmla="*/ 13 w 23"/>
                  <a:gd name="T39" fmla="*/ 22 h 28"/>
                  <a:gd name="T40" fmla="*/ 11 w 23"/>
                  <a:gd name="T41" fmla="*/ 16 h 28"/>
                  <a:gd name="T42" fmla="*/ 13 w 23"/>
                  <a:gd name="T43" fmla="*/ 19 h 28"/>
                  <a:gd name="T44" fmla="*/ 17 w 23"/>
                  <a:gd name="T45" fmla="*/ 20 h 28"/>
                  <a:gd name="T46" fmla="*/ 18 w 23"/>
                  <a:gd name="T47" fmla="*/ 22 h 28"/>
                  <a:gd name="T48" fmla="*/ 19 w 23"/>
                  <a:gd name="T49" fmla="*/ 28 h 28"/>
                  <a:gd name="T50" fmla="*/ 21 w 23"/>
                  <a:gd name="T51" fmla="*/ 26 h 28"/>
                  <a:gd name="T52" fmla="*/ 21 w 23"/>
                  <a:gd name="T53" fmla="*/ 2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3" h="28">
                    <a:moveTo>
                      <a:pt x="21" y="26"/>
                    </a:moveTo>
                    <a:cubicBezTo>
                      <a:pt x="22" y="24"/>
                      <a:pt x="20" y="19"/>
                      <a:pt x="20" y="17"/>
                    </a:cubicBezTo>
                    <a:cubicBezTo>
                      <a:pt x="20" y="17"/>
                      <a:pt x="19" y="13"/>
                      <a:pt x="18" y="16"/>
                    </a:cubicBezTo>
                    <a:cubicBezTo>
                      <a:pt x="18" y="16"/>
                      <a:pt x="17" y="17"/>
                      <a:pt x="16" y="18"/>
                    </a:cubicBezTo>
                    <a:cubicBezTo>
                      <a:pt x="16" y="17"/>
                      <a:pt x="14" y="13"/>
                      <a:pt x="17" y="13"/>
                    </a:cubicBezTo>
                    <a:cubicBezTo>
                      <a:pt x="19" y="12"/>
                      <a:pt x="23" y="6"/>
                      <a:pt x="18" y="7"/>
                    </a:cubicBezTo>
                    <a:cubicBezTo>
                      <a:pt x="17" y="8"/>
                      <a:pt x="15" y="7"/>
                      <a:pt x="14" y="7"/>
                    </a:cubicBezTo>
                    <a:cubicBezTo>
                      <a:pt x="13" y="7"/>
                      <a:pt x="11" y="7"/>
                      <a:pt x="10" y="7"/>
                    </a:cubicBezTo>
                    <a:cubicBezTo>
                      <a:pt x="8" y="6"/>
                      <a:pt x="8" y="5"/>
                      <a:pt x="8" y="4"/>
                    </a:cubicBezTo>
                    <a:cubicBezTo>
                      <a:pt x="8" y="2"/>
                      <a:pt x="7" y="3"/>
                      <a:pt x="6" y="2"/>
                    </a:cubicBezTo>
                    <a:cubicBezTo>
                      <a:pt x="4" y="1"/>
                      <a:pt x="3" y="0"/>
                      <a:pt x="2" y="1"/>
                    </a:cubicBezTo>
                    <a:cubicBezTo>
                      <a:pt x="1" y="3"/>
                      <a:pt x="3" y="4"/>
                      <a:pt x="4" y="5"/>
                    </a:cubicBezTo>
                    <a:cubicBezTo>
                      <a:pt x="7" y="8"/>
                      <a:pt x="2" y="6"/>
                      <a:pt x="1" y="9"/>
                    </a:cubicBezTo>
                    <a:cubicBezTo>
                      <a:pt x="0" y="12"/>
                      <a:pt x="2" y="14"/>
                      <a:pt x="3" y="16"/>
                    </a:cubicBezTo>
                    <a:cubicBezTo>
                      <a:pt x="5" y="19"/>
                      <a:pt x="6" y="22"/>
                      <a:pt x="5" y="25"/>
                    </a:cubicBezTo>
                    <a:cubicBezTo>
                      <a:pt x="6" y="26"/>
                      <a:pt x="6" y="23"/>
                      <a:pt x="6" y="22"/>
                    </a:cubicBezTo>
                    <a:cubicBezTo>
                      <a:pt x="6" y="23"/>
                      <a:pt x="6" y="24"/>
                      <a:pt x="7" y="24"/>
                    </a:cubicBezTo>
                    <a:cubicBezTo>
                      <a:pt x="7" y="24"/>
                      <a:pt x="7" y="23"/>
                      <a:pt x="7" y="23"/>
                    </a:cubicBezTo>
                    <a:cubicBezTo>
                      <a:pt x="8" y="26"/>
                      <a:pt x="8" y="23"/>
                      <a:pt x="8" y="21"/>
                    </a:cubicBezTo>
                    <a:cubicBezTo>
                      <a:pt x="8" y="22"/>
                      <a:pt x="12" y="25"/>
                      <a:pt x="13" y="22"/>
                    </a:cubicBezTo>
                    <a:cubicBezTo>
                      <a:pt x="13" y="21"/>
                      <a:pt x="12" y="16"/>
                      <a:pt x="11" y="16"/>
                    </a:cubicBezTo>
                    <a:cubicBezTo>
                      <a:pt x="12" y="16"/>
                      <a:pt x="13" y="18"/>
                      <a:pt x="13" y="19"/>
                    </a:cubicBezTo>
                    <a:cubicBezTo>
                      <a:pt x="14" y="20"/>
                      <a:pt x="17" y="18"/>
                      <a:pt x="17" y="20"/>
                    </a:cubicBezTo>
                    <a:cubicBezTo>
                      <a:pt x="17" y="21"/>
                      <a:pt x="18" y="20"/>
                      <a:pt x="18" y="22"/>
                    </a:cubicBezTo>
                    <a:cubicBezTo>
                      <a:pt x="18" y="24"/>
                      <a:pt x="18" y="26"/>
                      <a:pt x="19" y="28"/>
                    </a:cubicBezTo>
                    <a:cubicBezTo>
                      <a:pt x="20" y="27"/>
                      <a:pt x="20" y="27"/>
                      <a:pt x="21" y="26"/>
                    </a:cubicBezTo>
                    <a:cubicBezTo>
                      <a:pt x="22" y="25"/>
                      <a:pt x="20" y="27"/>
                      <a:pt x="21" y="2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5" name="Freeform 704"/>
              <p:cNvSpPr>
                <a:spLocks/>
              </p:cNvSpPr>
              <p:nvPr/>
            </p:nvSpPr>
            <p:spPr bwMode="auto">
              <a:xfrm>
                <a:off x="16149241" y="8071036"/>
                <a:ext cx="391721" cy="719934"/>
              </a:xfrm>
              <a:custGeom>
                <a:avLst/>
                <a:gdLst>
                  <a:gd name="T0" fmla="*/ 40 w 42"/>
                  <a:gd name="T1" fmla="*/ 30 h 77"/>
                  <a:gd name="T2" fmla="*/ 41 w 42"/>
                  <a:gd name="T3" fmla="*/ 27 h 77"/>
                  <a:gd name="T4" fmla="*/ 39 w 42"/>
                  <a:gd name="T5" fmla="*/ 24 h 77"/>
                  <a:gd name="T6" fmla="*/ 36 w 42"/>
                  <a:gd name="T7" fmla="*/ 20 h 77"/>
                  <a:gd name="T8" fmla="*/ 35 w 42"/>
                  <a:gd name="T9" fmla="*/ 15 h 77"/>
                  <a:gd name="T10" fmla="*/ 30 w 42"/>
                  <a:gd name="T11" fmla="*/ 12 h 77"/>
                  <a:gd name="T12" fmla="*/ 25 w 42"/>
                  <a:gd name="T13" fmla="*/ 14 h 77"/>
                  <a:gd name="T14" fmla="*/ 21 w 42"/>
                  <a:gd name="T15" fmla="*/ 14 h 77"/>
                  <a:gd name="T16" fmla="*/ 17 w 42"/>
                  <a:gd name="T17" fmla="*/ 16 h 77"/>
                  <a:gd name="T18" fmla="*/ 19 w 42"/>
                  <a:gd name="T19" fmla="*/ 12 h 77"/>
                  <a:gd name="T20" fmla="*/ 19 w 42"/>
                  <a:gd name="T21" fmla="*/ 9 h 77"/>
                  <a:gd name="T22" fmla="*/ 18 w 42"/>
                  <a:gd name="T23" fmla="*/ 5 h 77"/>
                  <a:gd name="T24" fmla="*/ 15 w 42"/>
                  <a:gd name="T25" fmla="*/ 4 h 77"/>
                  <a:gd name="T26" fmla="*/ 9 w 42"/>
                  <a:gd name="T27" fmla="*/ 1 h 77"/>
                  <a:gd name="T28" fmla="*/ 4 w 42"/>
                  <a:gd name="T29" fmla="*/ 4 h 77"/>
                  <a:gd name="T30" fmla="*/ 1 w 42"/>
                  <a:gd name="T31" fmla="*/ 8 h 77"/>
                  <a:gd name="T32" fmla="*/ 0 w 42"/>
                  <a:gd name="T33" fmla="*/ 13 h 77"/>
                  <a:gd name="T34" fmla="*/ 3 w 42"/>
                  <a:gd name="T35" fmla="*/ 16 h 77"/>
                  <a:gd name="T36" fmla="*/ 6 w 42"/>
                  <a:gd name="T37" fmla="*/ 20 h 77"/>
                  <a:gd name="T38" fmla="*/ 5 w 42"/>
                  <a:gd name="T39" fmla="*/ 24 h 77"/>
                  <a:gd name="T40" fmla="*/ 5 w 42"/>
                  <a:gd name="T41" fmla="*/ 27 h 77"/>
                  <a:gd name="T42" fmla="*/ 4 w 42"/>
                  <a:gd name="T43" fmla="*/ 28 h 77"/>
                  <a:gd name="T44" fmla="*/ 6 w 42"/>
                  <a:gd name="T45" fmla="*/ 33 h 77"/>
                  <a:gd name="T46" fmla="*/ 9 w 42"/>
                  <a:gd name="T47" fmla="*/ 37 h 77"/>
                  <a:gd name="T48" fmla="*/ 10 w 42"/>
                  <a:gd name="T49" fmla="*/ 42 h 77"/>
                  <a:gd name="T50" fmla="*/ 6 w 42"/>
                  <a:gd name="T51" fmla="*/ 52 h 77"/>
                  <a:gd name="T52" fmla="*/ 5 w 42"/>
                  <a:gd name="T53" fmla="*/ 55 h 77"/>
                  <a:gd name="T54" fmla="*/ 4 w 42"/>
                  <a:gd name="T55" fmla="*/ 58 h 77"/>
                  <a:gd name="T56" fmla="*/ 5 w 42"/>
                  <a:gd name="T57" fmla="*/ 62 h 77"/>
                  <a:gd name="T58" fmla="*/ 11 w 42"/>
                  <a:gd name="T59" fmla="*/ 69 h 77"/>
                  <a:gd name="T60" fmla="*/ 13 w 42"/>
                  <a:gd name="T61" fmla="*/ 72 h 77"/>
                  <a:gd name="T62" fmla="*/ 16 w 42"/>
                  <a:gd name="T63" fmla="*/ 72 h 77"/>
                  <a:gd name="T64" fmla="*/ 18 w 42"/>
                  <a:gd name="T65" fmla="*/ 74 h 77"/>
                  <a:gd name="T66" fmla="*/ 19 w 42"/>
                  <a:gd name="T67" fmla="*/ 76 h 77"/>
                  <a:gd name="T68" fmla="*/ 21 w 42"/>
                  <a:gd name="T69" fmla="*/ 76 h 77"/>
                  <a:gd name="T70" fmla="*/ 23 w 42"/>
                  <a:gd name="T71" fmla="*/ 74 h 77"/>
                  <a:gd name="T72" fmla="*/ 16 w 42"/>
                  <a:gd name="T73" fmla="*/ 69 h 77"/>
                  <a:gd name="T74" fmla="*/ 13 w 42"/>
                  <a:gd name="T75" fmla="*/ 67 h 77"/>
                  <a:gd name="T76" fmla="*/ 15 w 42"/>
                  <a:gd name="T77" fmla="*/ 67 h 77"/>
                  <a:gd name="T78" fmla="*/ 12 w 42"/>
                  <a:gd name="T79" fmla="*/ 60 h 77"/>
                  <a:gd name="T80" fmla="*/ 11 w 42"/>
                  <a:gd name="T81" fmla="*/ 58 h 77"/>
                  <a:gd name="T82" fmla="*/ 9 w 42"/>
                  <a:gd name="T83" fmla="*/ 56 h 77"/>
                  <a:gd name="T84" fmla="*/ 11 w 42"/>
                  <a:gd name="T85" fmla="*/ 48 h 77"/>
                  <a:gd name="T86" fmla="*/ 13 w 42"/>
                  <a:gd name="T87" fmla="*/ 43 h 77"/>
                  <a:gd name="T88" fmla="*/ 14 w 42"/>
                  <a:gd name="T89" fmla="*/ 36 h 77"/>
                  <a:gd name="T90" fmla="*/ 17 w 42"/>
                  <a:gd name="T91" fmla="*/ 40 h 77"/>
                  <a:gd name="T92" fmla="*/ 22 w 42"/>
                  <a:gd name="T93" fmla="*/ 41 h 77"/>
                  <a:gd name="T94" fmla="*/ 27 w 42"/>
                  <a:gd name="T95" fmla="*/ 44 h 77"/>
                  <a:gd name="T96" fmla="*/ 24 w 42"/>
                  <a:gd name="T97" fmla="*/ 38 h 77"/>
                  <a:gd name="T98" fmla="*/ 28 w 42"/>
                  <a:gd name="T99" fmla="*/ 33 h 77"/>
                  <a:gd name="T100" fmla="*/ 34 w 42"/>
                  <a:gd name="T101" fmla="*/ 32 h 77"/>
                  <a:gd name="T102" fmla="*/ 38 w 42"/>
                  <a:gd name="T103" fmla="*/ 33 h 77"/>
                  <a:gd name="T104" fmla="*/ 40 w 42"/>
                  <a:gd name="T105" fmla="*/ 30 h 77"/>
                  <a:gd name="T106" fmla="*/ 40 w 42"/>
                  <a:gd name="T107" fmla="*/ 3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" h="77">
                    <a:moveTo>
                      <a:pt x="40" y="30"/>
                    </a:moveTo>
                    <a:cubicBezTo>
                      <a:pt x="41" y="30"/>
                      <a:pt x="40" y="28"/>
                      <a:pt x="41" y="27"/>
                    </a:cubicBezTo>
                    <a:cubicBezTo>
                      <a:pt x="42" y="26"/>
                      <a:pt x="40" y="24"/>
                      <a:pt x="39" y="24"/>
                    </a:cubicBezTo>
                    <a:cubicBezTo>
                      <a:pt x="38" y="23"/>
                      <a:pt x="36" y="22"/>
                      <a:pt x="36" y="20"/>
                    </a:cubicBezTo>
                    <a:cubicBezTo>
                      <a:pt x="36" y="18"/>
                      <a:pt x="37" y="17"/>
                      <a:pt x="35" y="15"/>
                    </a:cubicBezTo>
                    <a:cubicBezTo>
                      <a:pt x="34" y="14"/>
                      <a:pt x="32" y="12"/>
                      <a:pt x="30" y="12"/>
                    </a:cubicBezTo>
                    <a:cubicBezTo>
                      <a:pt x="28" y="12"/>
                      <a:pt x="27" y="14"/>
                      <a:pt x="25" y="14"/>
                    </a:cubicBezTo>
                    <a:cubicBezTo>
                      <a:pt x="23" y="13"/>
                      <a:pt x="23" y="13"/>
                      <a:pt x="21" y="14"/>
                    </a:cubicBezTo>
                    <a:cubicBezTo>
                      <a:pt x="21" y="14"/>
                      <a:pt x="18" y="17"/>
                      <a:pt x="17" y="16"/>
                    </a:cubicBezTo>
                    <a:cubicBezTo>
                      <a:pt x="17" y="15"/>
                      <a:pt x="20" y="13"/>
                      <a:pt x="19" y="12"/>
                    </a:cubicBezTo>
                    <a:cubicBezTo>
                      <a:pt x="17" y="11"/>
                      <a:pt x="19" y="10"/>
                      <a:pt x="19" y="9"/>
                    </a:cubicBezTo>
                    <a:cubicBezTo>
                      <a:pt x="19" y="8"/>
                      <a:pt x="19" y="5"/>
                      <a:pt x="18" y="5"/>
                    </a:cubicBezTo>
                    <a:cubicBezTo>
                      <a:pt x="16" y="6"/>
                      <a:pt x="14" y="6"/>
                      <a:pt x="15" y="4"/>
                    </a:cubicBezTo>
                    <a:cubicBezTo>
                      <a:pt x="16" y="0"/>
                      <a:pt x="11" y="0"/>
                      <a:pt x="9" y="1"/>
                    </a:cubicBezTo>
                    <a:cubicBezTo>
                      <a:pt x="8" y="3"/>
                      <a:pt x="6" y="4"/>
                      <a:pt x="4" y="4"/>
                    </a:cubicBezTo>
                    <a:cubicBezTo>
                      <a:pt x="2" y="4"/>
                      <a:pt x="1" y="7"/>
                      <a:pt x="1" y="8"/>
                    </a:cubicBezTo>
                    <a:cubicBezTo>
                      <a:pt x="1" y="10"/>
                      <a:pt x="0" y="11"/>
                      <a:pt x="0" y="13"/>
                    </a:cubicBezTo>
                    <a:cubicBezTo>
                      <a:pt x="0" y="15"/>
                      <a:pt x="1" y="15"/>
                      <a:pt x="3" y="16"/>
                    </a:cubicBezTo>
                    <a:cubicBezTo>
                      <a:pt x="4" y="18"/>
                      <a:pt x="5" y="19"/>
                      <a:pt x="6" y="20"/>
                    </a:cubicBezTo>
                    <a:cubicBezTo>
                      <a:pt x="7" y="22"/>
                      <a:pt x="5" y="23"/>
                      <a:pt x="5" y="24"/>
                    </a:cubicBezTo>
                    <a:cubicBezTo>
                      <a:pt x="5" y="25"/>
                      <a:pt x="6" y="26"/>
                      <a:pt x="5" y="27"/>
                    </a:cubicBezTo>
                    <a:cubicBezTo>
                      <a:pt x="5" y="27"/>
                      <a:pt x="4" y="27"/>
                      <a:pt x="4" y="28"/>
                    </a:cubicBezTo>
                    <a:cubicBezTo>
                      <a:pt x="3" y="29"/>
                      <a:pt x="5" y="32"/>
                      <a:pt x="6" y="33"/>
                    </a:cubicBezTo>
                    <a:cubicBezTo>
                      <a:pt x="7" y="34"/>
                      <a:pt x="8" y="35"/>
                      <a:pt x="9" y="37"/>
                    </a:cubicBezTo>
                    <a:cubicBezTo>
                      <a:pt x="9" y="39"/>
                      <a:pt x="9" y="40"/>
                      <a:pt x="10" y="42"/>
                    </a:cubicBezTo>
                    <a:cubicBezTo>
                      <a:pt x="11" y="46"/>
                      <a:pt x="8" y="49"/>
                      <a:pt x="6" y="52"/>
                    </a:cubicBezTo>
                    <a:cubicBezTo>
                      <a:pt x="6" y="53"/>
                      <a:pt x="5" y="54"/>
                      <a:pt x="5" y="55"/>
                    </a:cubicBezTo>
                    <a:cubicBezTo>
                      <a:pt x="4" y="56"/>
                      <a:pt x="4" y="57"/>
                      <a:pt x="4" y="58"/>
                    </a:cubicBezTo>
                    <a:cubicBezTo>
                      <a:pt x="4" y="59"/>
                      <a:pt x="3" y="62"/>
                      <a:pt x="5" y="62"/>
                    </a:cubicBezTo>
                    <a:cubicBezTo>
                      <a:pt x="8" y="64"/>
                      <a:pt x="9" y="67"/>
                      <a:pt x="11" y="69"/>
                    </a:cubicBezTo>
                    <a:cubicBezTo>
                      <a:pt x="12" y="70"/>
                      <a:pt x="12" y="71"/>
                      <a:pt x="13" y="72"/>
                    </a:cubicBezTo>
                    <a:cubicBezTo>
                      <a:pt x="14" y="72"/>
                      <a:pt x="15" y="72"/>
                      <a:pt x="16" y="72"/>
                    </a:cubicBezTo>
                    <a:cubicBezTo>
                      <a:pt x="17" y="73"/>
                      <a:pt x="18" y="73"/>
                      <a:pt x="18" y="74"/>
                    </a:cubicBezTo>
                    <a:cubicBezTo>
                      <a:pt x="18" y="75"/>
                      <a:pt x="18" y="76"/>
                      <a:pt x="19" y="76"/>
                    </a:cubicBezTo>
                    <a:cubicBezTo>
                      <a:pt x="19" y="77"/>
                      <a:pt x="20" y="76"/>
                      <a:pt x="21" y="76"/>
                    </a:cubicBezTo>
                    <a:cubicBezTo>
                      <a:pt x="22" y="76"/>
                      <a:pt x="23" y="74"/>
                      <a:pt x="23" y="74"/>
                    </a:cubicBezTo>
                    <a:cubicBezTo>
                      <a:pt x="21" y="71"/>
                      <a:pt x="20" y="70"/>
                      <a:pt x="16" y="69"/>
                    </a:cubicBezTo>
                    <a:cubicBezTo>
                      <a:pt x="15" y="69"/>
                      <a:pt x="14" y="68"/>
                      <a:pt x="13" y="67"/>
                    </a:cubicBezTo>
                    <a:cubicBezTo>
                      <a:pt x="13" y="65"/>
                      <a:pt x="14" y="67"/>
                      <a:pt x="15" y="67"/>
                    </a:cubicBezTo>
                    <a:cubicBezTo>
                      <a:pt x="14" y="67"/>
                      <a:pt x="12" y="61"/>
                      <a:pt x="12" y="60"/>
                    </a:cubicBezTo>
                    <a:cubicBezTo>
                      <a:pt x="12" y="59"/>
                      <a:pt x="12" y="59"/>
                      <a:pt x="11" y="58"/>
                    </a:cubicBezTo>
                    <a:cubicBezTo>
                      <a:pt x="10" y="58"/>
                      <a:pt x="9" y="57"/>
                      <a:pt x="9" y="56"/>
                    </a:cubicBezTo>
                    <a:cubicBezTo>
                      <a:pt x="8" y="53"/>
                      <a:pt x="10" y="50"/>
                      <a:pt x="11" y="48"/>
                    </a:cubicBezTo>
                    <a:cubicBezTo>
                      <a:pt x="11" y="46"/>
                      <a:pt x="13" y="44"/>
                      <a:pt x="13" y="43"/>
                    </a:cubicBezTo>
                    <a:cubicBezTo>
                      <a:pt x="13" y="41"/>
                      <a:pt x="12" y="37"/>
                      <a:pt x="14" y="36"/>
                    </a:cubicBezTo>
                    <a:cubicBezTo>
                      <a:pt x="17" y="36"/>
                      <a:pt x="17" y="37"/>
                      <a:pt x="17" y="40"/>
                    </a:cubicBezTo>
                    <a:cubicBezTo>
                      <a:pt x="16" y="42"/>
                      <a:pt x="20" y="41"/>
                      <a:pt x="22" y="41"/>
                    </a:cubicBezTo>
                    <a:cubicBezTo>
                      <a:pt x="23" y="41"/>
                      <a:pt x="26" y="43"/>
                      <a:pt x="27" y="44"/>
                    </a:cubicBezTo>
                    <a:cubicBezTo>
                      <a:pt x="27" y="42"/>
                      <a:pt x="25" y="41"/>
                      <a:pt x="24" y="38"/>
                    </a:cubicBezTo>
                    <a:cubicBezTo>
                      <a:pt x="24" y="36"/>
                      <a:pt x="26" y="35"/>
                      <a:pt x="28" y="33"/>
                    </a:cubicBezTo>
                    <a:cubicBezTo>
                      <a:pt x="29" y="32"/>
                      <a:pt x="32" y="32"/>
                      <a:pt x="34" y="32"/>
                    </a:cubicBezTo>
                    <a:cubicBezTo>
                      <a:pt x="36" y="32"/>
                      <a:pt x="37" y="32"/>
                      <a:pt x="38" y="33"/>
                    </a:cubicBezTo>
                    <a:cubicBezTo>
                      <a:pt x="40" y="33"/>
                      <a:pt x="39" y="32"/>
                      <a:pt x="40" y="30"/>
                    </a:cubicBezTo>
                    <a:cubicBezTo>
                      <a:pt x="41" y="30"/>
                      <a:pt x="40" y="31"/>
                      <a:pt x="40" y="3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6" name="Freeform 705"/>
              <p:cNvSpPr>
                <a:spLocks/>
              </p:cNvSpPr>
              <p:nvPr/>
            </p:nvSpPr>
            <p:spPr bwMode="auto">
              <a:xfrm>
                <a:off x="16362618" y="7921315"/>
                <a:ext cx="356688" cy="729492"/>
              </a:xfrm>
              <a:custGeom>
                <a:avLst/>
                <a:gdLst>
                  <a:gd name="T0" fmla="*/ 37 w 38"/>
                  <a:gd name="T1" fmla="*/ 55 h 78"/>
                  <a:gd name="T2" fmla="*/ 36 w 38"/>
                  <a:gd name="T3" fmla="*/ 49 h 78"/>
                  <a:gd name="T4" fmla="*/ 32 w 38"/>
                  <a:gd name="T5" fmla="*/ 41 h 78"/>
                  <a:gd name="T6" fmla="*/ 28 w 38"/>
                  <a:gd name="T7" fmla="*/ 37 h 78"/>
                  <a:gd name="T8" fmla="*/ 22 w 38"/>
                  <a:gd name="T9" fmla="*/ 31 h 78"/>
                  <a:gd name="T10" fmla="*/ 18 w 38"/>
                  <a:gd name="T11" fmla="*/ 26 h 78"/>
                  <a:gd name="T12" fmla="*/ 19 w 38"/>
                  <a:gd name="T13" fmla="*/ 20 h 78"/>
                  <a:gd name="T14" fmla="*/ 23 w 38"/>
                  <a:gd name="T15" fmla="*/ 15 h 78"/>
                  <a:gd name="T16" fmla="*/ 29 w 38"/>
                  <a:gd name="T17" fmla="*/ 11 h 78"/>
                  <a:gd name="T18" fmla="*/ 23 w 38"/>
                  <a:gd name="T19" fmla="*/ 7 h 78"/>
                  <a:gd name="T20" fmla="*/ 24 w 38"/>
                  <a:gd name="T21" fmla="*/ 4 h 78"/>
                  <a:gd name="T22" fmla="*/ 19 w 38"/>
                  <a:gd name="T23" fmla="*/ 3 h 78"/>
                  <a:gd name="T24" fmla="*/ 14 w 38"/>
                  <a:gd name="T25" fmla="*/ 3 h 78"/>
                  <a:gd name="T26" fmla="*/ 11 w 38"/>
                  <a:gd name="T27" fmla="*/ 5 h 78"/>
                  <a:gd name="T28" fmla="*/ 8 w 38"/>
                  <a:gd name="T29" fmla="*/ 5 h 78"/>
                  <a:gd name="T30" fmla="*/ 5 w 38"/>
                  <a:gd name="T31" fmla="*/ 5 h 78"/>
                  <a:gd name="T32" fmla="*/ 3 w 38"/>
                  <a:gd name="T33" fmla="*/ 5 h 78"/>
                  <a:gd name="T34" fmla="*/ 0 w 38"/>
                  <a:gd name="T35" fmla="*/ 6 h 78"/>
                  <a:gd name="T36" fmla="*/ 4 w 38"/>
                  <a:gd name="T37" fmla="*/ 9 h 78"/>
                  <a:gd name="T38" fmla="*/ 5 w 38"/>
                  <a:gd name="T39" fmla="*/ 13 h 78"/>
                  <a:gd name="T40" fmla="*/ 9 w 38"/>
                  <a:gd name="T41" fmla="*/ 14 h 78"/>
                  <a:gd name="T42" fmla="*/ 12 w 38"/>
                  <a:gd name="T43" fmla="*/ 17 h 78"/>
                  <a:gd name="T44" fmla="*/ 13 w 38"/>
                  <a:gd name="T45" fmla="*/ 21 h 78"/>
                  <a:gd name="T46" fmla="*/ 10 w 38"/>
                  <a:gd name="T47" fmla="*/ 22 h 78"/>
                  <a:gd name="T48" fmla="*/ 14 w 38"/>
                  <a:gd name="T49" fmla="*/ 25 h 78"/>
                  <a:gd name="T50" fmla="*/ 19 w 38"/>
                  <a:gd name="T51" fmla="*/ 31 h 78"/>
                  <a:gd name="T52" fmla="*/ 23 w 38"/>
                  <a:gd name="T53" fmla="*/ 35 h 78"/>
                  <a:gd name="T54" fmla="*/ 26 w 38"/>
                  <a:gd name="T55" fmla="*/ 39 h 78"/>
                  <a:gd name="T56" fmla="*/ 28 w 38"/>
                  <a:gd name="T57" fmla="*/ 43 h 78"/>
                  <a:gd name="T58" fmla="*/ 27 w 38"/>
                  <a:gd name="T59" fmla="*/ 48 h 78"/>
                  <a:gd name="T60" fmla="*/ 28 w 38"/>
                  <a:gd name="T61" fmla="*/ 52 h 78"/>
                  <a:gd name="T62" fmla="*/ 28 w 38"/>
                  <a:gd name="T63" fmla="*/ 57 h 78"/>
                  <a:gd name="T64" fmla="*/ 23 w 38"/>
                  <a:gd name="T65" fmla="*/ 60 h 78"/>
                  <a:gd name="T66" fmla="*/ 20 w 38"/>
                  <a:gd name="T67" fmla="*/ 62 h 78"/>
                  <a:gd name="T68" fmla="*/ 20 w 38"/>
                  <a:gd name="T69" fmla="*/ 65 h 78"/>
                  <a:gd name="T70" fmla="*/ 18 w 38"/>
                  <a:gd name="T71" fmla="*/ 66 h 78"/>
                  <a:gd name="T72" fmla="*/ 14 w 38"/>
                  <a:gd name="T73" fmla="*/ 67 h 78"/>
                  <a:gd name="T74" fmla="*/ 15 w 38"/>
                  <a:gd name="T75" fmla="*/ 70 h 78"/>
                  <a:gd name="T76" fmla="*/ 14 w 38"/>
                  <a:gd name="T77" fmla="*/ 74 h 78"/>
                  <a:gd name="T78" fmla="*/ 14 w 38"/>
                  <a:gd name="T79" fmla="*/ 77 h 78"/>
                  <a:gd name="T80" fmla="*/ 18 w 38"/>
                  <a:gd name="T81" fmla="*/ 75 h 78"/>
                  <a:gd name="T82" fmla="*/ 19 w 38"/>
                  <a:gd name="T83" fmla="*/ 71 h 78"/>
                  <a:gd name="T84" fmla="*/ 22 w 38"/>
                  <a:gd name="T85" fmla="*/ 72 h 78"/>
                  <a:gd name="T86" fmla="*/ 21 w 38"/>
                  <a:gd name="T87" fmla="*/ 70 h 78"/>
                  <a:gd name="T88" fmla="*/ 23 w 38"/>
                  <a:gd name="T89" fmla="*/ 71 h 78"/>
                  <a:gd name="T90" fmla="*/ 24 w 38"/>
                  <a:gd name="T91" fmla="*/ 67 h 78"/>
                  <a:gd name="T92" fmla="*/ 26 w 38"/>
                  <a:gd name="T93" fmla="*/ 68 h 78"/>
                  <a:gd name="T94" fmla="*/ 30 w 38"/>
                  <a:gd name="T95" fmla="*/ 66 h 78"/>
                  <a:gd name="T96" fmla="*/ 36 w 38"/>
                  <a:gd name="T97" fmla="*/ 61 h 78"/>
                  <a:gd name="T98" fmla="*/ 36 w 38"/>
                  <a:gd name="T99" fmla="*/ 57 h 78"/>
                  <a:gd name="T100" fmla="*/ 37 w 38"/>
                  <a:gd name="T101" fmla="*/ 55 h 78"/>
                  <a:gd name="T102" fmla="*/ 37 w 38"/>
                  <a:gd name="T103" fmla="*/ 55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8" h="78">
                    <a:moveTo>
                      <a:pt x="37" y="55"/>
                    </a:moveTo>
                    <a:cubicBezTo>
                      <a:pt x="36" y="54"/>
                      <a:pt x="36" y="52"/>
                      <a:pt x="36" y="49"/>
                    </a:cubicBezTo>
                    <a:cubicBezTo>
                      <a:pt x="35" y="46"/>
                      <a:pt x="34" y="44"/>
                      <a:pt x="32" y="41"/>
                    </a:cubicBezTo>
                    <a:cubicBezTo>
                      <a:pt x="31" y="39"/>
                      <a:pt x="30" y="38"/>
                      <a:pt x="28" y="37"/>
                    </a:cubicBezTo>
                    <a:cubicBezTo>
                      <a:pt x="26" y="35"/>
                      <a:pt x="23" y="34"/>
                      <a:pt x="22" y="31"/>
                    </a:cubicBezTo>
                    <a:cubicBezTo>
                      <a:pt x="22" y="29"/>
                      <a:pt x="20" y="28"/>
                      <a:pt x="18" y="26"/>
                    </a:cubicBezTo>
                    <a:cubicBezTo>
                      <a:pt x="17" y="25"/>
                      <a:pt x="18" y="21"/>
                      <a:pt x="19" y="20"/>
                    </a:cubicBezTo>
                    <a:cubicBezTo>
                      <a:pt x="21" y="19"/>
                      <a:pt x="23" y="17"/>
                      <a:pt x="23" y="15"/>
                    </a:cubicBezTo>
                    <a:cubicBezTo>
                      <a:pt x="24" y="14"/>
                      <a:pt x="28" y="12"/>
                      <a:pt x="29" y="11"/>
                    </a:cubicBezTo>
                    <a:cubicBezTo>
                      <a:pt x="27" y="10"/>
                      <a:pt x="25" y="9"/>
                      <a:pt x="23" y="7"/>
                    </a:cubicBezTo>
                    <a:cubicBezTo>
                      <a:pt x="21" y="6"/>
                      <a:pt x="24" y="6"/>
                      <a:pt x="24" y="4"/>
                    </a:cubicBezTo>
                    <a:cubicBezTo>
                      <a:pt x="24" y="4"/>
                      <a:pt x="19" y="3"/>
                      <a:pt x="19" y="3"/>
                    </a:cubicBezTo>
                    <a:cubicBezTo>
                      <a:pt x="17" y="2"/>
                      <a:pt x="15" y="0"/>
                      <a:pt x="14" y="3"/>
                    </a:cubicBezTo>
                    <a:cubicBezTo>
                      <a:pt x="13" y="4"/>
                      <a:pt x="12" y="4"/>
                      <a:pt x="11" y="5"/>
                    </a:cubicBezTo>
                    <a:cubicBezTo>
                      <a:pt x="9" y="8"/>
                      <a:pt x="9" y="4"/>
                      <a:pt x="8" y="5"/>
                    </a:cubicBezTo>
                    <a:cubicBezTo>
                      <a:pt x="6" y="6"/>
                      <a:pt x="6" y="5"/>
                      <a:pt x="5" y="5"/>
                    </a:cubicBezTo>
                    <a:cubicBezTo>
                      <a:pt x="4" y="6"/>
                      <a:pt x="3" y="6"/>
                      <a:pt x="3" y="5"/>
                    </a:cubicBezTo>
                    <a:cubicBezTo>
                      <a:pt x="3" y="4"/>
                      <a:pt x="1" y="6"/>
                      <a:pt x="0" y="6"/>
                    </a:cubicBezTo>
                    <a:cubicBezTo>
                      <a:pt x="0" y="7"/>
                      <a:pt x="3" y="9"/>
                      <a:pt x="4" y="9"/>
                    </a:cubicBezTo>
                    <a:cubicBezTo>
                      <a:pt x="5" y="11"/>
                      <a:pt x="4" y="12"/>
                      <a:pt x="5" y="13"/>
                    </a:cubicBezTo>
                    <a:cubicBezTo>
                      <a:pt x="5" y="15"/>
                      <a:pt x="8" y="15"/>
                      <a:pt x="9" y="14"/>
                    </a:cubicBezTo>
                    <a:cubicBezTo>
                      <a:pt x="11" y="13"/>
                      <a:pt x="12" y="16"/>
                      <a:pt x="12" y="17"/>
                    </a:cubicBezTo>
                    <a:cubicBezTo>
                      <a:pt x="13" y="19"/>
                      <a:pt x="15" y="19"/>
                      <a:pt x="13" y="21"/>
                    </a:cubicBezTo>
                    <a:cubicBezTo>
                      <a:pt x="11" y="22"/>
                      <a:pt x="10" y="19"/>
                      <a:pt x="10" y="22"/>
                    </a:cubicBezTo>
                    <a:cubicBezTo>
                      <a:pt x="10" y="24"/>
                      <a:pt x="13" y="24"/>
                      <a:pt x="14" y="25"/>
                    </a:cubicBezTo>
                    <a:cubicBezTo>
                      <a:pt x="16" y="27"/>
                      <a:pt x="17" y="29"/>
                      <a:pt x="19" y="31"/>
                    </a:cubicBezTo>
                    <a:cubicBezTo>
                      <a:pt x="20" y="33"/>
                      <a:pt x="22" y="33"/>
                      <a:pt x="23" y="35"/>
                    </a:cubicBezTo>
                    <a:cubicBezTo>
                      <a:pt x="24" y="37"/>
                      <a:pt x="24" y="38"/>
                      <a:pt x="26" y="39"/>
                    </a:cubicBezTo>
                    <a:cubicBezTo>
                      <a:pt x="27" y="40"/>
                      <a:pt x="26" y="42"/>
                      <a:pt x="28" y="43"/>
                    </a:cubicBezTo>
                    <a:cubicBezTo>
                      <a:pt x="29" y="44"/>
                      <a:pt x="28" y="47"/>
                      <a:pt x="27" y="48"/>
                    </a:cubicBezTo>
                    <a:cubicBezTo>
                      <a:pt x="26" y="49"/>
                      <a:pt x="27" y="51"/>
                      <a:pt x="28" y="52"/>
                    </a:cubicBezTo>
                    <a:cubicBezTo>
                      <a:pt x="28" y="54"/>
                      <a:pt x="28" y="55"/>
                      <a:pt x="28" y="57"/>
                    </a:cubicBezTo>
                    <a:cubicBezTo>
                      <a:pt x="26" y="59"/>
                      <a:pt x="26" y="59"/>
                      <a:pt x="23" y="60"/>
                    </a:cubicBezTo>
                    <a:cubicBezTo>
                      <a:pt x="21" y="60"/>
                      <a:pt x="24" y="63"/>
                      <a:pt x="20" y="62"/>
                    </a:cubicBezTo>
                    <a:cubicBezTo>
                      <a:pt x="18" y="62"/>
                      <a:pt x="20" y="64"/>
                      <a:pt x="20" y="65"/>
                    </a:cubicBezTo>
                    <a:cubicBezTo>
                      <a:pt x="21" y="67"/>
                      <a:pt x="19" y="66"/>
                      <a:pt x="18" y="66"/>
                    </a:cubicBezTo>
                    <a:cubicBezTo>
                      <a:pt x="16" y="66"/>
                      <a:pt x="15" y="66"/>
                      <a:pt x="14" y="67"/>
                    </a:cubicBezTo>
                    <a:cubicBezTo>
                      <a:pt x="11" y="69"/>
                      <a:pt x="13" y="69"/>
                      <a:pt x="15" y="70"/>
                    </a:cubicBezTo>
                    <a:cubicBezTo>
                      <a:pt x="16" y="70"/>
                      <a:pt x="14" y="73"/>
                      <a:pt x="14" y="74"/>
                    </a:cubicBezTo>
                    <a:cubicBezTo>
                      <a:pt x="13" y="74"/>
                      <a:pt x="13" y="78"/>
                      <a:pt x="14" y="77"/>
                    </a:cubicBezTo>
                    <a:cubicBezTo>
                      <a:pt x="16" y="76"/>
                      <a:pt x="17" y="75"/>
                      <a:pt x="18" y="75"/>
                    </a:cubicBezTo>
                    <a:cubicBezTo>
                      <a:pt x="22" y="74"/>
                      <a:pt x="20" y="73"/>
                      <a:pt x="19" y="71"/>
                    </a:cubicBezTo>
                    <a:cubicBezTo>
                      <a:pt x="20" y="71"/>
                      <a:pt x="21" y="73"/>
                      <a:pt x="22" y="72"/>
                    </a:cubicBezTo>
                    <a:cubicBezTo>
                      <a:pt x="23" y="71"/>
                      <a:pt x="21" y="70"/>
                      <a:pt x="21" y="70"/>
                    </a:cubicBezTo>
                    <a:cubicBezTo>
                      <a:pt x="21" y="69"/>
                      <a:pt x="23" y="71"/>
                      <a:pt x="23" y="71"/>
                    </a:cubicBezTo>
                    <a:cubicBezTo>
                      <a:pt x="22" y="71"/>
                      <a:pt x="23" y="67"/>
                      <a:pt x="24" y="67"/>
                    </a:cubicBezTo>
                    <a:cubicBezTo>
                      <a:pt x="24" y="66"/>
                      <a:pt x="26" y="68"/>
                      <a:pt x="26" y="68"/>
                    </a:cubicBezTo>
                    <a:cubicBezTo>
                      <a:pt x="28" y="68"/>
                      <a:pt x="29" y="67"/>
                      <a:pt x="30" y="66"/>
                    </a:cubicBezTo>
                    <a:cubicBezTo>
                      <a:pt x="31" y="65"/>
                      <a:pt x="36" y="63"/>
                      <a:pt x="36" y="61"/>
                    </a:cubicBezTo>
                    <a:cubicBezTo>
                      <a:pt x="36" y="60"/>
                      <a:pt x="35" y="59"/>
                      <a:pt x="36" y="57"/>
                    </a:cubicBezTo>
                    <a:cubicBezTo>
                      <a:pt x="36" y="56"/>
                      <a:pt x="38" y="57"/>
                      <a:pt x="37" y="55"/>
                    </a:cubicBezTo>
                    <a:cubicBezTo>
                      <a:pt x="36" y="54"/>
                      <a:pt x="38" y="56"/>
                      <a:pt x="37" y="5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7" name="Freeform 706"/>
              <p:cNvSpPr>
                <a:spLocks/>
              </p:cNvSpPr>
              <p:nvPr/>
            </p:nvSpPr>
            <p:spPr bwMode="auto">
              <a:xfrm>
                <a:off x="16279815" y="7978656"/>
                <a:ext cx="343950" cy="420492"/>
              </a:xfrm>
              <a:custGeom>
                <a:avLst/>
                <a:gdLst>
                  <a:gd name="T0" fmla="*/ 37 w 37"/>
                  <a:gd name="T1" fmla="*/ 38 h 45"/>
                  <a:gd name="T2" fmla="*/ 35 w 37"/>
                  <a:gd name="T3" fmla="*/ 35 h 45"/>
                  <a:gd name="T4" fmla="*/ 33 w 37"/>
                  <a:gd name="T5" fmla="*/ 32 h 45"/>
                  <a:gd name="T6" fmla="*/ 30 w 37"/>
                  <a:gd name="T7" fmla="*/ 28 h 45"/>
                  <a:gd name="T8" fmla="*/ 26 w 37"/>
                  <a:gd name="T9" fmla="*/ 22 h 45"/>
                  <a:gd name="T10" fmla="*/ 22 w 37"/>
                  <a:gd name="T11" fmla="*/ 18 h 45"/>
                  <a:gd name="T12" fmla="*/ 19 w 37"/>
                  <a:gd name="T13" fmla="*/ 15 h 45"/>
                  <a:gd name="T14" fmla="*/ 22 w 37"/>
                  <a:gd name="T15" fmla="*/ 14 h 45"/>
                  <a:gd name="T16" fmla="*/ 21 w 37"/>
                  <a:gd name="T17" fmla="*/ 10 h 45"/>
                  <a:gd name="T18" fmla="*/ 14 w 37"/>
                  <a:gd name="T19" fmla="*/ 8 h 45"/>
                  <a:gd name="T20" fmla="*/ 13 w 37"/>
                  <a:gd name="T21" fmla="*/ 4 h 45"/>
                  <a:gd name="T22" fmla="*/ 9 w 37"/>
                  <a:gd name="T23" fmla="*/ 0 h 45"/>
                  <a:gd name="T24" fmla="*/ 7 w 37"/>
                  <a:gd name="T25" fmla="*/ 0 h 45"/>
                  <a:gd name="T26" fmla="*/ 8 w 37"/>
                  <a:gd name="T27" fmla="*/ 4 h 45"/>
                  <a:gd name="T28" fmla="*/ 8 w 37"/>
                  <a:gd name="T29" fmla="*/ 7 h 45"/>
                  <a:gd name="T30" fmla="*/ 4 w 37"/>
                  <a:gd name="T31" fmla="*/ 5 h 45"/>
                  <a:gd name="T32" fmla="*/ 0 w 37"/>
                  <a:gd name="T33" fmla="*/ 10 h 45"/>
                  <a:gd name="T34" fmla="*/ 4 w 37"/>
                  <a:gd name="T35" fmla="*/ 15 h 45"/>
                  <a:gd name="T36" fmla="*/ 4 w 37"/>
                  <a:gd name="T37" fmla="*/ 22 h 45"/>
                  <a:gd name="T38" fmla="*/ 3 w 37"/>
                  <a:gd name="T39" fmla="*/ 26 h 45"/>
                  <a:gd name="T40" fmla="*/ 7 w 37"/>
                  <a:gd name="T41" fmla="*/ 25 h 45"/>
                  <a:gd name="T42" fmla="*/ 10 w 37"/>
                  <a:gd name="T43" fmla="*/ 23 h 45"/>
                  <a:gd name="T44" fmla="*/ 15 w 37"/>
                  <a:gd name="T45" fmla="*/ 22 h 45"/>
                  <a:gd name="T46" fmla="*/ 23 w 37"/>
                  <a:gd name="T47" fmla="*/ 28 h 45"/>
                  <a:gd name="T48" fmla="*/ 27 w 37"/>
                  <a:gd name="T49" fmla="*/ 36 h 45"/>
                  <a:gd name="T50" fmla="*/ 27 w 37"/>
                  <a:gd name="T51" fmla="*/ 39 h 45"/>
                  <a:gd name="T52" fmla="*/ 25 w 37"/>
                  <a:gd name="T53" fmla="*/ 43 h 45"/>
                  <a:gd name="T54" fmla="*/ 29 w 37"/>
                  <a:gd name="T55" fmla="*/ 43 h 45"/>
                  <a:gd name="T56" fmla="*/ 32 w 37"/>
                  <a:gd name="T57" fmla="*/ 42 h 45"/>
                  <a:gd name="T58" fmla="*/ 35 w 37"/>
                  <a:gd name="T59" fmla="*/ 42 h 45"/>
                  <a:gd name="T60" fmla="*/ 37 w 37"/>
                  <a:gd name="T61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7" h="45">
                    <a:moveTo>
                      <a:pt x="37" y="38"/>
                    </a:moveTo>
                    <a:cubicBezTo>
                      <a:pt x="37" y="37"/>
                      <a:pt x="36" y="37"/>
                      <a:pt x="35" y="35"/>
                    </a:cubicBezTo>
                    <a:cubicBezTo>
                      <a:pt x="35" y="33"/>
                      <a:pt x="34" y="34"/>
                      <a:pt x="33" y="32"/>
                    </a:cubicBezTo>
                    <a:cubicBezTo>
                      <a:pt x="32" y="30"/>
                      <a:pt x="32" y="29"/>
                      <a:pt x="30" y="28"/>
                    </a:cubicBezTo>
                    <a:cubicBezTo>
                      <a:pt x="28" y="26"/>
                      <a:pt x="27" y="24"/>
                      <a:pt x="26" y="22"/>
                    </a:cubicBezTo>
                    <a:cubicBezTo>
                      <a:pt x="25" y="21"/>
                      <a:pt x="23" y="19"/>
                      <a:pt x="22" y="18"/>
                    </a:cubicBezTo>
                    <a:cubicBezTo>
                      <a:pt x="20" y="17"/>
                      <a:pt x="19" y="18"/>
                      <a:pt x="19" y="15"/>
                    </a:cubicBezTo>
                    <a:cubicBezTo>
                      <a:pt x="19" y="14"/>
                      <a:pt x="21" y="16"/>
                      <a:pt x="22" y="14"/>
                    </a:cubicBezTo>
                    <a:cubicBezTo>
                      <a:pt x="24" y="13"/>
                      <a:pt x="22" y="12"/>
                      <a:pt x="21" y="10"/>
                    </a:cubicBezTo>
                    <a:cubicBezTo>
                      <a:pt x="19" y="5"/>
                      <a:pt x="16" y="11"/>
                      <a:pt x="14" y="8"/>
                    </a:cubicBezTo>
                    <a:cubicBezTo>
                      <a:pt x="13" y="7"/>
                      <a:pt x="14" y="5"/>
                      <a:pt x="13" y="4"/>
                    </a:cubicBezTo>
                    <a:cubicBezTo>
                      <a:pt x="12" y="3"/>
                      <a:pt x="10" y="2"/>
                      <a:pt x="9" y="0"/>
                    </a:cubicBezTo>
                    <a:cubicBezTo>
                      <a:pt x="9" y="0"/>
                      <a:pt x="7" y="0"/>
                      <a:pt x="7" y="0"/>
                    </a:cubicBezTo>
                    <a:cubicBezTo>
                      <a:pt x="6" y="1"/>
                      <a:pt x="8" y="3"/>
                      <a:pt x="8" y="4"/>
                    </a:cubicBezTo>
                    <a:cubicBezTo>
                      <a:pt x="8" y="5"/>
                      <a:pt x="9" y="7"/>
                      <a:pt x="8" y="7"/>
                    </a:cubicBezTo>
                    <a:cubicBezTo>
                      <a:pt x="6" y="7"/>
                      <a:pt x="6" y="5"/>
                      <a:pt x="4" y="5"/>
                    </a:cubicBezTo>
                    <a:cubicBezTo>
                      <a:pt x="3" y="4"/>
                      <a:pt x="0" y="10"/>
                      <a:pt x="0" y="10"/>
                    </a:cubicBezTo>
                    <a:cubicBezTo>
                      <a:pt x="1" y="13"/>
                      <a:pt x="0" y="17"/>
                      <a:pt x="4" y="15"/>
                    </a:cubicBezTo>
                    <a:cubicBezTo>
                      <a:pt x="6" y="14"/>
                      <a:pt x="4" y="22"/>
                      <a:pt x="4" y="22"/>
                    </a:cubicBezTo>
                    <a:cubicBezTo>
                      <a:pt x="6" y="23"/>
                      <a:pt x="4" y="24"/>
                      <a:pt x="3" y="26"/>
                    </a:cubicBezTo>
                    <a:cubicBezTo>
                      <a:pt x="3" y="27"/>
                      <a:pt x="6" y="25"/>
                      <a:pt x="7" y="25"/>
                    </a:cubicBezTo>
                    <a:cubicBezTo>
                      <a:pt x="7" y="24"/>
                      <a:pt x="9" y="23"/>
                      <a:pt x="10" y="23"/>
                    </a:cubicBezTo>
                    <a:cubicBezTo>
                      <a:pt x="12" y="24"/>
                      <a:pt x="13" y="24"/>
                      <a:pt x="15" y="22"/>
                    </a:cubicBezTo>
                    <a:cubicBezTo>
                      <a:pt x="17" y="21"/>
                      <a:pt x="24" y="25"/>
                      <a:pt x="23" y="28"/>
                    </a:cubicBezTo>
                    <a:cubicBezTo>
                      <a:pt x="21" y="32"/>
                      <a:pt x="25" y="33"/>
                      <a:pt x="27" y="36"/>
                    </a:cubicBezTo>
                    <a:cubicBezTo>
                      <a:pt x="27" y="37"/>
                      <a:pt x="27" y="38"/>
                      <a:pt x="27" y="39"/>
                    </a:cubicBezTo>
                    <a:cubicBezTo>
                      <a:pt x="27" y="40"/>
                      <a:pt x="26" y="42"/>
                      <a:pt x="25" y="43"/>
                    </a:cubicBezTo>
                    <a:cubicBezTo>
                      <a:pt x="26" y="43"/>
                      <a:pt x="29" y="45"/>
                      <a:pt x="29" y="43"/>
                    </a:cubicBezTo>
                    <a:cubicBezTo>
                      <a:pt x="29" y="42"/>
                      <a:pt x="31" y="41"/>
                      <a:pt x="32" y="42"/>
                    </a:cubicBezTo>
                    <a:cubicBezTo>
                      <a:pt x="33" y="43"/>
                      <a:pt x="34" y="43"/>
                      <a:pt x="35" y="42"/>
                    </a:cubicBezTo>
                    <a:cubicBezTo>
                      <a:pt x="37" y="42"/>
                      <a:pt x="37" y="40"/>
                      <a:pt x="37" y="3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8" name="Freeform 707"/>
              <p:cNvSpPr>
                <a:spLocks/>
              </p:cNvSpPr>
              <p:nvPr/>
            </p:nvSpPr>
            <p:spPr bwMode="auto">
              <a:xfrm>
                <a:off x="17754337" y="9119079"/>
                <a:ext cx="420383" cy="356781"/>
              </a:xfrm>
              <a:custGeom>
                <a:avLst/>
                <a:gdLst>
                  <a:gd name="T0" fmla="*/ 45 w 45"/>
                  <a:gd name="T1" fmla="*/ 29 h 38"/>
                  <a:gd name="T2" fmla="*/ 45 w 45"/>
                  <a:gd name="T3" fmla="*/ 26 h 38"/>
                  <a:gd name="T4" fmla="*/ 45 w 45"/>
                  <a:gd name="T5" fmla="*/ 24 h 38"/>
                  <a:gd name="T6" fmla="*/ 45 w 45"/>
                  <a:gd name="T7" fmla="*/ 15 h 38"/>
                  <a:gd name="T8" fmla="*/ 45 w 45"/>
                  <a:gd name="T9" fmla="*/ 6 h 38"/>
                  <a:gd name="T10" fmla="*/ 35 w 45"/>
                  <a:gd name="T11" fmla="*/ 3 h 38"/>
                  <a:gd name="T12" fmla="*/ 30 w 45"/>
                  <a:gd name="T13" fmla="*/ 0 h 38"/>
                  <a:gd name="T14" fmla="*/ 26 w 45"/>
                  <a:gd name="T15" fmla="*/ 3 h 38"/>
                  <a:gd name="T16" fmla="*/ 22 w 45"/>
                  <a:gd name="T17" fmla="*/ 5 h 38"/>
                  <a:gd name="T18" fmla="*/ 18 w 45"/>
                  <a:gd name="T19" fmla="*/ 10 h 38"/>
                  <a:gd name="T20" fmla="*/ 14 w 45"/>
                  <a:gd name="T21" fmla="*/ 8 h 38"/>
                  <a:gd name="T22" fmla="*/ 11 w 45"/>
                  <a:gd name="T23" fmla="*/ 5 h 38"/>
                  <a:gd name="T24" fmla="*/ 9 w 45"/>
                  <a:gd name="T25" fmla="*/ 6 h 38"/>
                  <a:gd name="T26" fmla="*/ 7 w 45"/>
                  <a:gd name="T27" fmla="*/ 5 h 38"/>
                  <a:gd name="T28" fmla="*/ 4 w 45"/>
                  <a:gd name="T29" fmla="*/ 6 h 38"/>
                  <a:gd name="T30" fmla="*/ 0 w 45"/>
                  <a:gd name="T31" fmla="*/ 7 h 38"/>
                  <a:gd name="T32" fmla="*/ 3 w 45"/>
                  <a:gd name="T33" fmla="*/ 8 h 38"/>
                  <a:gd name="T34" fmla="*/ 4 w 45"/>
                  <a:gd name="T35" fmla="*/ 11 h 38"/>
                  <a:gd name="T36" fmla="*/ 7 w 45"/>
                  <a:gd name="T37" fmla="*/ 14 h 38"/>
                  <a:gd name="T38" fmla="*/ 9 w 45"/>
                  <a:gd name="T39" fmla="*/ 8 h 38"/>
                  <a:gd name="T40" fmla="*/ 10 w 45"/>
                  <a:gd name="T41" fmla="*/ 12 h 38"/>
                  <a:gd name="T42" fmla="*/ 15 w 45"/>
                  <a:gd name="T43" fmla="*/ 12 h 38"/>
                  <a:gd name="T44" fmla="*/ 18 w 45"/>
                  <a:gd name="T45" fmla="*/ 15 h 38"/>
                  <a:gd name="T46" fmla="*/ 27 w 45"/>
                  <a:gd name="T47" fmla="*/ 19 h 38"/>
                  <a:gd name="T48" fmla="*/ 32 w 45"/>
                  <a:gd name="T49" fmla="*/ 22 h 38"/>
                  <a:gd name="T50" fmla="*/ 34 w 45"/>
                  <a:gd name="T51" fmla="*/ 26 h 38"/>
                  <a:gd name="T52" fmla="*/ 36 w 45"/>
                  <a:gd name="T53" fmla="*/ 27 h 38"/>
                  <a:gd name="T54" fmla="*/ 34 w 45"/>
                  <a:gd name="T55" fmla="*/ 28 h 38"/>
                  <a:gd name="T56" fmla="*/ 36 w 45"/>
                  <a:gd name="T57" fmla="*/ 29 h 38"/>
                  <a:gd name="T58" fmla="*/ 35 w 45"/>
                  <a:gd name="T59" fmla="*/ 30 h 38"/>
                  <a:gd name="T60" fmla="*/ 32 w 45"/>
                  <a:gd name="T61" fmla="*/ 31 h 38"/>
                  <a:gd name="T62" fmla="*/ 29 w 45"/>
                  <a:gd name="T63" fmla="*/ 34 h 38"/>
                  <a:gd name="T64" fmla="*/ 34 w 45"/>
                  <a:gd name="T65" fmla="*/ 35 h 38"/>
                  <a:gd name="T66" fmla="*/ 36 w 45"/>
                  <a:gd name="T67" fmla="*/ 31 h 38"/>
                  <a:gd name="T68" fmla="*/ 36 w 45"/>
                  <a:gd name="T69" fmla="*/ 33 h 38"/>
                  <a:gd name="T70" fmla="*/ 40 w 45"/>
                  <a:gd name="T71" fmla="*/ 32 h 38"/>
                  <a:gd name="T72" fmla="*/ 45 w 45"/>
                  <a:gd name="T73" fmla="*/ 38 h 38"/>
                  <a:gd name="T74" fmla="*/ 45 w 45"/>
                  <a:gd name="T75" fmla="*/ 2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" h="38">
                    <a:moveTo>
                      <a:pt x="45" y="29"/>
                    </a:moveTo>
                    <a:cubicBezTo>
                      <a:pt x="45" y="28"/>
                      <a:pt x="44" y="27"/>
                      <a:pt x="45" y="26"/>
                    </a:cubicBezTo>
                    <a:cubicBezTo>
                      <a:pt x="45" y="25"/>
                      <a:pt x="45" y="25"/>
                      <a:pt x="45" y="24"/>
                    </a:cubicBezTo>
                    <a:cubicBezTo>
                      <a:pt x="45" y="21"/>
                      <a:pt x="45" y="18"/>
                      <a:pt x="45" y="15"/>
                    </a:cubicBezTo>
                    <a:cubicBezTo>
                      <a:pt x="45" y="12"/>
                      <a:pt x="45" y="9"/>
                      <a:pt x="45" y="6"/>
                    </a:cubicBezTo>
                    <a:cubicBezTo>
                      <a:pt x="45" y="6"/>
                      <a:pt x="36" y="3"/>
                      <a:pt x="35" y="3"/>
                    </a:cubicBezTo>
                    <a:cubicBezTo>
                      <a:pt x="33" y="2"/>
                      <a:pt x="32" y="1"/>
                      <a:pt x="30" y="0"/>
                    </a:cubicBezTo>
                    <a:cubicBezTo>
                      <a:pt x="27" y="0"/>
                      <a:pt x="27" y="2"/>
                      <a:pt x="26" y="3"/>
                    </a:cubicBezTo>
                    <a:cubicBezTo>
                      <a:pt x="26" y="4"/>
                      <a:pt x="23" y="4"/>
                      <a:pt x="22" y="5"/>
                    </a:cubicBezTo>
                    <a:cubicBezTo>
                      <a:pt x="21" y="7"/>
                      <a:pt x="20" y="9"/>
                      <a:pt x="18" y="10"/>
                    </a:cubicBezTo>
                    <a:cubicBezTo>
                      <a:pt x="16" y="11"/>
                      <a:pt x="14" y="10"/>
                      <a:pt x="14" y="8"/>
                    </a:cubicBezTo>
                    <a:cubicBezTo>
                      <a:pt x="13" y="6"/>
                      <a:pt x="12" y="6"/>
                      <a:pt x="11" y="5"/>
                    </a:cubicBezTo>
                    <a:cubicBezTo>
                      <a:pt x="11" y="3"/>
                      <a:pt x="10" y="5"/>
                      <a:pt x="9" y="6"/>
                    </a:cubicBezTo>
                    <a:cubicBezTo>
                      <a:pt x="8" y="6"/>
                      <a:pt x="7" y="5"/>
                      <a:pt x="7" y="5"/>
                    </a:cubicBezTo>
                    <a:cubicBezTo>
                      <a:pt x="6" y="5"/>
                      <a:pt x="5" y="6"/>
                      <a:pt x="4" y="6"/>
                    </a:cubicBezTo>
                    <a:cubicBezTo>
                      <a:pt x="4" y="7"/>
                      <a:pt x="0" y="6"/>
                      <a:pt x="0" y="7"/>
                    </a:cubicBezTo>
                    <a:cubicBezTo>
                      <a:pt x="0" y="8"/>
                      <a:pt x="2" y="8"/>
                      <a:pt x="3" y="8"/>
                    </a:cubicBezTo>
                    <a:cubicBezTo>
                      <a:pt x="4" y="9"/>
                      <a:pt x="4" y="10"/>
                      <a:pt x="4" y="11"/>
                    </a:cubicBezTo>
                    <a:cubicBezTo>
                      <a:pt x="4" y="13"/>
                      <a:pt x="7" y="13"/>
                      <a:pt x="7" y="14"/>
                    </a:cubicBezTo>
                    <a:cubicBezTo>
                      <a:pt x="7" y="12"/>
                      <a:pt x="7" y="9"/>
                      <a:pt x="9" y="8"/>
                    </a:cubicBezTo>
                    <a:cubicBezTo>
                      <a:pt x="7" y="9"/>
                      <a:pt x="8" y="11"/>
                      <a:pt x="10" y="12"/>
                    </a:cubicBezTo>
                    <a:cubicBezTo>
                      <a:pt x="12" y="13"/>
                      <a:pt x="13" y="13"/>
                      <a:pt x="15" y="12"/>
                    </a:cubicBezTo>
                    <a:cubicBezTo>
                      <a:pt x="12" y="13"/>
                      <a:pt x="17" y="15"/>
                      <a:pt x="18" y="15"/>
                    </a:cubicBezTo>
                    <a:cubicBezTo>
                      <a:pt x="21" y="16"/>
                      <a:pt x="24" y="18"/>
                      <a:pt x="27" y="19"/>
                    </a:cubicBezTo>
                    <a:cubicBezTo>
                      <a:pt x="29" y="20"/>
                      <a:pt x="31" y="21"/>
                      <a:pt x="32" y="22"/>
                    </a:cubicBezTo>
                    <a:cubicBezTo>
                      <a:pt x="32" y="24"/>
                      <a:pt x="33" y="25"/>
                      <a:pt x="34" y="26"/>
                    </a:cubicBezTo>
                    <a:cubicBezTo>
                      <a:pt x="34" y="26"/>
                      <a:pt x="36" y="27"/>
                      <a:pt x="36" y="27"/>
                    </a:cubicBezTo>
                    <a:cubicBezTo>
                      <a:pt x="36" y="27"/>
                      <a:pt x="34" y="28"/>
                      <a:pt x="34" y="28"/>
                    </a:cubicBezTo>
                    <a:cubicBezTo>
                      <a:pt x="34" y="28"/>
                      <a:pt x="36" y="28"/>
                      <a:pt x="36" y="29"/>
                    </a:cubicBezTo>
                    <a:cubicBezTo>
                      <a:pt x="36" y="28"/>
                      <a:pt x="35" y="29"/>
                      <a:pt x="35" y="30"/>
                    </a:cubicBezTo>
                    <a:cubicBezTo>
                      <a:pt x="34" y="31"/>
                      <a:pt x="33" y="30"/>
                      <a:pt x="32" y="31"/>
                    </a:cubicBezTo>
                    <a:cubicBezTo>
                      <a:pt x="31" y="31"/>
                      <a:pt x="28" y="34"/>
                      <a:pt x="29" y="34"/>
                    </a:cubicBezTo>
                    <a:cubicBezTo>
                      <a:pt x="30" y="35"/>
                      <a:pt x="32" y="35"/>
                      <a:pt x="34" y="35"/>
                    </a:cubicBezTo>
                    <a:cubicBezTo>
                      <a:pt x="34" y="34"/>
                      <a:pt x="35" y="30"/>
                      <a:pt x="36" y="31"/>
                    </a:cubicBezTo>
                    <a:cubicBezTo>
                      <a:pt x="36" y="32"/>
                      <a:pt x="33" y="33"/>
                      <a:pt x="36" y="33"/>
                    </a:cubicBezTo>
                    <a:cubicBezTo>
                      <a:pt x="38" y="34"/>
                      <a:pt x="39" y="34"/>
                      <a:pt x="40" y="32"/>
                    </a:cubicBezTo>
                    <a:cubicBezTo>
                      <a:pt x="39" y="34"/>
                      <a:pt x="44" y="37"/>
                      <a:pt x="45" y="38"/>
                    </a:cubicBezTo>
                    <a:cubicBezTo>
                      <a:pt x="45" y="35"/>
                      <a:pt x="45" y="32"/>
                      <a:pt x="45" y="2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09" name="Freeform 708"/>
              <p:cNvSpPr>
                <a:spLocks/>
              </p:cNvSpPr>
              <p:nvPr/>
            </p:nvSpPr>
            <p:spPr bwMode="auto">
              <a:xfrm>
                <a:off x="18165166" y="9176423"/>
                <a:ext cx="477708" cy="382265"/>
              </a:xfrm>
              <a:custGeom>
                <a:avLst/>
                <a:gdLst>
                  <a:gd name="T0" fmla="*/ 50 w 51"/>
                  <a:gd name="T1" fmla="*/ 39 h 41"/>
                  <a:gd name="T2" fmla="*/ 45 w 51"/>
                  <a:gd name="T3" fmla="*/ 37 h 41"/>
                  <a:gd name="T4" fmla="*/ 47 w 51"/>
                  <a:gd name="T5" fmla="*/ 36 h 41"/>
                  <a:gd name="T6" fmla="*/ 42 w 51"/>
                  <a:gd name="T7" fmla="*/ 34 h 41"/>
                  <a:gd name="T8" fmla="*/ 38 w 51"/>
                  <a:gd name="T9" fmla="*/ 30 h 41"/>
                  <a:gd name="T10" fmla="*/ 37 w 51"/>
                  <a:gd name="T11" fmla="*/ 28 h 41"/>
                  <a:gd name="T12" fmla="*/ 34 w 51"/>
                  <a:gd name="T13" fmla="*/ 26 h 41"/>
                  <a:gd name="T14" fmla="*/ 29 w 51"/>
                  <a:gd name="T15" fmla="*/ 21 h 41"/>
                  <a:gd name="T16" fmla="*/ 34 w 51"/>
                  <a:gd name="T17" fmla="*/ 21 h 41"/>
                  <a:gd name="T18" fmla="*/ 34 w 51"/>
                  <a:gd name="T19" fmla="*/ 18 h 41"/>
                  <a:gd name="T20" fmla="*/ 31 w 51"/>
                  <a:gd name="T21" fmla="*/ 17 h 41"/>
                  <a:gd name="T22" fmla="*/ 25 w 51"/>
                  <a:gd name="T23" fmla="*/ 12 h 41"/>
                  <a:gd name="T24" fmla="*/ 19 w 51"/>
                  <a:gd name="T25" fmla="*/ 7 h 41"/>
                  <a:gd name="T26" fmla="*/ 16 w 51"/>
                  <a:gd name="T27" fmla="*/ 6 h 41"/>
                  <a:gd name="T28" fmla="*/ 13 w 51"/>
                  <a:gd name="T29" fmla="*/ 4 h 41"/>
                  <a:gd name="T30" fmla="*/ 8 w 51"/>
                  <a:gd name="T31" fmla="*/ 2 h 41"/>
                  <a:gd name="T32" fmla="*/ 1 w 51"/>
                  <a:gd name="T33" fmla="*/ 0 h 41"/>
                  <a:gd name="T34" fmla="*/ 1 w 51"/>
                  <a:gd name="T35" fmla="*/ 10 h 41"/>
                  <a:gd name="T36" fmla="*/ 1 w 51"/>
                  <a:gd name="T37" fmla="*/ 20 h 41"/>
                  <a:gd name="T38" fmla="*/ 1 w 51"/>
                  <a:gd name="T39" fmla="*/ 25 h 41"/>
                  <a:gd name="T40" fmla="*/ 1 w 51"/>
                  <a:gd name="T41" fmla="*/ 30 h 41"/>
                  <a:gd name="T42" fmla="*/ 4 w 51"/>
                  <a:gd name="T43" fmla="*/ 33 h 41"/>
                  <a:gd name="T44" fmla="*/ 13 w 51"/>
                  <a:gd name="T45" fmla="*/ 31 h 41"/>
                  <a:gd name="T46" fmla="*/ 9 w 51"/>
                  <a:gd name="T47" fmla="*/ 28 h 41"/>
                  <a:gd name="T48" fmla="*/ 14 w 51"/>
                  <a:gd name="T49" fmla="*/ 30 h 41"/>
                  <a:gd name="T50" fmla="*/ 13 w 51"/>
                  <a:gd name="T51" fmla="*/ 26 h 41"/>
                  <a:gd name="T52" fmla="*/ 15 w 51"/>
                  <a:gd name="T53" fmla="*/ 27 h 41"/>
                  <a:gd name="T54" fmla="*/ 18 w 51"/>
                  <a:gd name="T55" fmla="*/ 25 h 41"/>
                  <a:gd name="T56" fmla="*/ 26 w 51"/>
                  <a:gd name="T57" fmla="*/ 27 h 41"/>
                  <a:gd name="T58" fmla="*/ 31 w 51"/>
                  <a:gd name="T59" fmla="*/ 33 h 41"/>
                  <a:gd name="T60" fmla="*/ 36 w 51"/>
                  <a:gd name="T61" fmla="*/ 38 h 41"/>
                  <a:gd name="T62" fmla="*/ 45 w 51"/>
                  <a:gd name="T63" fmla="*/ 40 h 41"/>
                  <a:gd name="T64" fmla="*/ 48 w 51"/>
                  <a:gd name="T65" fmla="*/ 40 h 41"/>
                  <a:gd name="T66" fmla="*/ 50 w 51"/>
                  <a:gd name="T67" fmla="*/ 39 h 41"/>
                  <a:gd name="T68" fmla="*/ 50 w 51"/>
                  <a:gd name="T69" fmla="*/ 3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" h="41">
                    <a:moveTo>
                      <a:pt x="50" y="39"/>
                    </a:moveTo>
                    <a:cubicBezTo>
                      <a:pt x="48" y="38"/>
                      <a:pt x="46" y="38"/>
                      <a:pt x="45" y="37"/>
                    </a:cubicBezTo>
                    <a:cubicBezTo>
                      <a:pt x="44" y="36"/>
                      <a:pt x="46" y="35"/>
                      <a:pt x="47" y="36"/>
                    </a:cubicBezTo>
                    <a:cubicBezTo>
                      <a:pt x="45" y="35"/>
                      <a:pt x="42" y="36"/>
                      <a:pt x="42" y="34"/>
                    </a:cubicBezTo>
                    <a:cubicBezTo>
                      <a:pt x="42" y="32"/>
                      <a:pt x="39" y="32"/>
                      <a:pt x="38" y="30"/>
                    </a:cubicBezTo>
                    <a:cubicBezTo>
                      <a:pt x="37" y="29"/>
                      <a:pt x="38" y="29"/>
                      <a:pt x="37" y="28"/>
                    </a:cubicBezTo>
                    <a:cubicBezTo>
                      <a:pt x="36" y="27"/>
                      <a:pt x="35" y="27"/>
                      <a:pt x="34" y="26"/>
                    </a:cubicBezTo>
                    <a:cubicBezTo>
                      <a:pt x="34" y="26"/>
                      <a:pt x="30" y="21"/>
                      <a:pt x="29" y="21"/>
                    </a:cubicBezTo>
                    <a:cubicBezTo>
                      <a:pt x="30" y="20"/>
                      <a:pt x="33" y="21"/>
                      <a:pt x="34" y="21"/>
                    </a:cubicBezTo>
                    <a:cubicBezTo>
                      <a:pt x="36" y="21"/>
                      <a:pt x="35" y="20"/>
                      <a:pt x="34" y="18"/>
                    </a:cubicBezTo>
                    <a:cubicBezTo>
                      <a:pt x="34" y="17"/>
                      <a:pt x="32" y="17"/>
                      <a:pt x="31" y="17"/>
                    </a:cubicBezTo>
                    <a:cubicBezTo>
                      <a:pt x="28" y="15"/>
                      <a:pt x="26" y="14"/>
                      <a:pt x="25" y="12"/>
                    </a:cubicBezTo>
                    <a:cubicBezTo>
                      <a:pt x="24" y="10"/>
                      <a:pt x="21" y="8"/>
                      <a:pt x="19" y="7"/>
                    </a:cubicBezTo>
                    <a:cubicBezTo>
                      <a:pt x="18" y="6"/>
                      <a:pt x="17" y="6"/>
                      <a:pt x="16" y="6"/>
                    </a:cubicBezTo>
                    <a:cubicBezTo>
                      <a:pt x="15" y="6"/>
                      <a:pt x="14" y="4"/>
                      <a:pt x="13" y="4"/>
                    </a:cubicBezTo>
                    <a:cubicBezTo>
                      <a:pt x="12" y="3"/>
                      <a:pt x="10" y="3"/>
                      <a:pt x="8" y="2"/>
                    </a:cubicBezTo>
                    <a:cubicBezTo>
                      <a:pt x="6" y="2"/>
                      <a:pt x="4" y="0"/>
                      <a:pt x="1" y="0"/>
                    </a:cubicBezTo>
                    <a:cubicBezTo>
                      <a:pt x="1" y="3"/>
                      <a:pt x="1" y="7"/>
                      <a:pt x="1" y="10"/>
                    </a:cubicBezTo>
                    <a:cubicBezTo>
                      <a:pt x="1" y="13"/>
                      <a:pt x="2" y="17"/>
                      <a:pt x="1" y="20"/>
                    </a:cubicBezTo>
                    <a:cubicBezTo>
                      <a:pt x="0" y="21"/>
                      <a:pt x="1" y="23"/>
                      <a:pt x="1" y="25"/>
                    </a:cubicBezTo>
                    <a:cubicBezTo>
                      <a:pt x="1" y="27"/>
                      <a:pt x="1" y="28"/>
                      <a:pt x="1" y="30"/>
                    </a:cubicBezTo>
                    <a:cubicBezTo>
                      <a:pt x="1" y="33"/>
                      <a:pt x="2" y="33"/>
                      <a:pt x="4" y="33"/>
                    </a:cubicBezTo>
                    <a:cubicBezTo>
                      <a:pt x="7" y="33"/>
                      <a:pt x="10" y="33"/>
                      <a:pt x="13" y="31"/>
                    </a:cubicBezTo>
                    <a:cubicBezTo>
                      <a:pt x="14" y="31"/>
                      <a:pt x="9" y="28"/>
                      <a:pt x="9" y="28"/>
                    </a:cubicBezTo>
                    <a:cubicBezTo>
                      <a:pt x="10" y="28"/>
                      <a:pt x="14" y="31"/>
                      <a:pt x="14" y="30"/>
                    </a:cubicBezTo>
                    <a:cubicBezTo>
                      <a:pt x="14" y="29"/>
                      <a:pt x="13" y="28"/>
                      <a:pt x="13" y="26"/>
                    </a:cubicBezTo>
                    <a:cubicBezTo>
                      <a:pt x="13" y="26"/>
                      <a:pt x="16" y="28"/>
                      <a:pt x="15" y="27"/>
                    </a:cubicBezTo>
                    <a:cubicBezTo>
                      <a:pt x="15" y="25"/>
                      <a:pt x="17" y="25"/>
                      <a:pt x="18" y="25"/>
                    </a:cubicBezTo>
                    <a:cubicBezTo>
                      <a:pt x="19" y="25"/>
                      <a:pt x="26" y="28"/>
                      <a:pt x="26" y="27"/>
                    </a:cubicBezTo>
                    <a:cubicBezTo>
                      <a:pt x="26" y="29"/>
                      <a:pt x="30" y="31"/>
                      <a:pt x="31" y="33"/>
                    </a:cubicBezTo>
                    <a:cubicBezTo>
                      <a:pt x="32" y="35"/>
                      <a:pt x="34" y="38"/>
                      <a:pt x="36" y="38"/>
                    </a:cubicBezTo>
                    <a:cubicBezTo>
                      <a:pt x="39" y="38"/>
                      <a:pt x="42" y="39"/>
                      <a:pt x="45" y="40"/>
                    </a:cubicBezTo>
                    <a:cubicBezTo>
                      <a:pt x="46" y="40"/>
                      <a:pt x="48" y="41"/>
                      <a:pt x="48" y="40"/>
                    </a:cubicBezTo>
                    <a:cubicBezTo>
                      <a:pt x="48" y="39"/>
                      <a:pt x="51" y="39"/>
                      <a:pt x="50" y="39"/>
                    </a:cubicBezTo>
                    <a:cubicBezTo>
                      <a:pt x="49" y="38"/>
                      <a:pt x="51" y="39"/>
                      <a:pt x="50" y="3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0" name="Freeform 709"/>
              <p:cNvSpPr>
                <a:spLocks/>
              </p:cNvSpPr>
              <p:nvPr/>
            </p:nvSpPr>
            <p:spPr bwMode="auto">
              <a:xfrm>
                <a:off x="16681089" y="8829198"/>
                <a:ext cx="477708" cy="420492"/>
              </a:xfrm>
              <a:custGeom>
                <a:avLst/>
                <a:gdLst>
                  <a:gd name="T0" fmla="*/ 33 w 51"/>
                  <a:gd name="T1" fmla="*/ 5 h 45"/>
                  <a:gd name="T2" fmla="*/ 29 w 51"/>
                  <a:gd name="T3" fmla="*/ 13 h 45"/>
                  <a:gd name="T4" fmla="*/ 20 w 51"/>
                  <a:gd name="T5" fmla="*/ 16 h 45"/>
                  <a:gd name="T6" fmla="*/ 15 w 51"/>
                  <a:gd name="T7" fmla="*/ 18 h 45"/>
                  <a:gd name="T8" fmla="*/ 10 w 51"/>
                  <a:gd name="T9" fmla="*/ 19 h 45"/>
                  <a:gd name="T10" fmla="*/ 7 w 51"/>
                  <a:gd name="T11" fmla="*/ 18 h 45"/>
                  <a:gd name="T12" fmla="*/ 3 w 51"/>
                  <a:gd name="T13" fmla="*/ 14 h 45"/>
                  <a:gd name="T14" fmla="*/ 0 w 51"/>
                  <a:gd name="T15" fmla="*/ 20 h 45"/>
                  <a:gd name="T16" fmla="*/ 4 w 51"/>
                  <a:gd name="T17" fmla="*/ 29 h 45"/>
                  <a:gd name="T18" fmla="*/ 8 w 51"/>
                  <a:gd name="T19" fmla="*/ 37 h 45"/>
                  <a:gd name="T20" fmla="*/ 13 w 51"/>
                  <a:gd name="T21" fmla="*/ 39 h 45"/>
                  <a:gd name="T22" fmla="*/ 14 w 51"/>
                  <a:gd name="T23" fmla="*/ 41 h 45"/>
                  <a:gd name="T24" fmla="*/ 19 w 51"/>
                  <a:gd name="T25" fmla="*/ 41 h 45"/>
                  <a:gd name="T26" fmla="*/ 21 w 51"/>
                  <a:gd name="T27" fmla="*/ 39 h 45"/>
                  <a:gd name="T28" fmla="*/ 25 w 51"/>
                  <a:gd name="T29" fmla="*/ 40 h 45"/>
                  <a:gd name="T30" fmla="*/ 28 w 51"/>
                  <a:gd name="T31" fmla="*/ 40 h 45"/>
                  <a:gd name="T32" fmla="*/ 31 w 51"/>
                  <a:gd name="T33" fmla="*/ 43 h 45"/>
                  <a:gd name="T34" fmla="*/ 34 w 51"/>
                  <a:gd name="T35" fmla="*/ 42 h 45"/>
                  <a:gd name="T36" fmla="*/ 36 w 51"/>
                  <a:gd name="T37" fmla="*/ 43 h 45"/>
                  <a:gd name="T38" fmla="*/ 37 w 51"/>
                  <a:gd name="T39" fmla="*/ 37 h 45"/>
                  <a:gd name="T40" fmla="*/ 37 w 51"/>
                  <a:gd name="T41" fmla="*/ 33 h 45"/>
                  <a:gd name="T42" fmla="*/ 39 w 51"/>
                  <a:gd name="T43" fmla="*/ 30 h 45"/>
                  <a:gd name="T44" fmla="*/ 42 w 51"/>
                  <a:gd name="T45" fmla="*/ 24 h 45"/>
                  <a:gd name="T46" fmla="*/ 47 w 51"/>
                  <a:gd name="T47" fmla="*/ 19 h 45"/>
                  <a:gd name="T48" fmla="*/ 49 w 51"/>
                  <a:gd name="T49" fmla="*/ 18 h 45"/>
                  <a:gd name="T50" fmla="*/ 45 w 51"/>
                  <a:gd name="T51" fmla="*/ 13 h 45"/>
                  <a:gd name="T52" fmla="*/ 42 w 51"/>
                  <a:gd name="T53" fmla="*/ 7 h 45"/>
                  <a:gd name="T54" fmla="*/ 44 w 51"/>
                  <a:gd name="T55" fmla="*/ 6 h 45"/>
                  <a:gd name="T56" fmla="*/ 44 w 51"/>
                  <a:gd name="T57" fmla="*/ 3 h 45"/>
                  <a:gd name="T58" fmla="*/ 33 w 51"/>
                  <a:gd name="T59" fmla="*/ 5 h 45"/>
                  <a:gd name="T60" fmla="*/ 33 w 51"/>
                  <a:gd name="T61" fmla="*/ 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1" h="45">
                    <a:moveTo>
                      <a:pt x="33" y="5"/>
                    </a:moveTo>
                    <a:cubicBezTo>
                      <a:pt x="32" y="8"/>
                      <a:pt x="31" y="10"/>
                      <a:pt x="29" y="13"/>
                    </a:cubicBezTo>
                    <a:cubicBezTo>
                      <a:pt x="28" y="17"/>
                      <a:pt x="23" y="17"/>
                      <a:pt x="20" y="16"/>
                    </a:cubicBezTo>
                    <a:cubicBezTo>
                      <a:pt x="18" y="15"/>
                      <a:pt x="16" y="17"/>
                      <a:pt x="15" y="18"/>
                    </a:cubicBezTo>
                    <a:cubicBezTo>
                      <a:pt x="14" y="19"/>
                      <a:pt x="11" y="18"/>
                      <a:pt x="10" y="19"/>
                    </a:cubicBezTo>
                    <a:cubicBezTo>
                      <a:pt x="8" y="20"/>
                      <a:pt x="8" y="20"/>
                      <a:pt x="7" y="18"/>
                    </a:cubicBezTo>
                    <a:cubicBezTo>
                      <a:pt x="5" y="17"/>
                      <a:pt x="4" y="16"/>
                      <a:pt x="3" y="14"/>
                    </a:cubicBezTo>
                    <a:cubicBezTo>
                      <a:pt x="2" y="13"/>
                      <a:pt x="0" y="19"/>
                      <a:pt x="0" y="20"/>
                    </a:cubicBezTo>
                    <a:cubicBezTo>
                      <a:pt x="0" y="23"/>
                      <a:pt x="3" y="26"/>
                      <a:pt x="4" y="29"/>
                    </a:cubicBezTo>
                    <a:cubicBezTo>
                      <a:pt x="6" y="32"/>
                      <a:pt x="5" y="35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6" y="38"/>
                      <a:pt x="13" y="40"/>
                      <a:pt x="14" y="41"/>
                    </a:cubicBezTo>
                    <a:cubicBezTo>
                      <a:pt x="15" y="41"/>
                      <a:pt x="18" y="41"/>
                      <a:pt x="19" y="41"/>
                    </a:cubicBezTo>
                    <a:cubicBezTo>
                      <a:pt x="20" y="40"/>
                      <a:pt x="20" y="38"/>
                      <a:pt x="21" y="39"/>
                    </a:cubicBezTo>
                    <a:cubicBezTo>
                      <a:pt x="22" y="40"/>
                      <a:pt x="24" y="41"/>
                      <a:pt x="25" y="40"/>
                    </a:cubicBezTo>
                    <a:cubicBezTo>
                      <a:pt x="26" y="40"/>
                      <a:pt x="28" y="39"/>
                      <a:pt x="28" y="40"/>
                    </a:cubicBezTo>
                    <a:cubicBezTo>
                      <a:pt x="29" y="43"/>
                      <a:pt x="27" y="45"/>
                      <a:pt x="31" y="43"/>
                    </a:cubicBezTo>
                    <a:cubicBezTo>
                      <a:pt x="32" y="43"/>
                      <a:pt x="33" y="42"/>
                      <a:pt x="34" y="42"/>
                    </a:cubicBezTo>
                    <a:cubicBezTo>
                      <a:pt x="35" y="42"/>
                      <a:pt x="36" y="43"/>
                      <a:pt x="36" y="43"/>
                    </a:cubicBezTo>
                    <a:cubicBezTo>
                      <a:pt x="37" y="41"/>
                      <a:pt x="35" y="39"/>
                      <a:pt x="37" y="37"/>
                    </a:cubicBezTo>
                    <a:cubicBezTo>
                      <a:pt x="38" y="36"/>
                      <a:pt x="37" y="35"/>
                      <a:pt x="37" y="33"/>
                    </a:cubicBezTo>
                    <a:cubicBezTo>
                      <a:pt x="37" y="32"/>
                      <a:pt x="38" y="31"/>
                      <a:pt x="39" y="30"/>
                    </a:cubicBezTo>
                    <a:cubicBezTo>
                      <a:pt x="41" y="28"/>
                      <a:pt x="43" y="27"/>
                      <a:pt x="42" y="24"/>
                    </a:cubicBezTo>
                    <a:cubicBezTo>
                      <a:pt x="42" y="22"/>
                      <a:pt x="45" y="18"/>
                      <a:pt x="47" y="19"/>
                    </a:cubicBezTo>
                    <a:cubicBezTo>
                      <a:pt x="48" y="20"/>
                      <a:pt x="51" y="19"/>
                      <a:pt x="49" y="18"/>
                    </a:cubicBezTo>
                    <a:cubicBezTo>
                      <a:pt x="48" y="16"/>
                      <a:pt x="45" y="15"/>
                      <a:pt x="45" y="13"/>
                    </a:cubicBezTo>
                    <a:cubicBezTo>
                      <a:pt x="45" y="11"/>
                      <a:pt x="43" y="9"/>
                      <a:pt x="42" y="7"/>
                    </a:cubicBezTo>
                    <a:cubicBezTo>
                      <a:pt x="41" y="4"/>
                      <a:pt x="44" y="7"/>
                      <a:pt x="44" y="6"/>
                    </a:cubicBezTo>
                    <a:cubicBezTo>
                      <a:pt x="45" y="5"/>
                      <a:pt x="41" y="4"/>
                      <a:pt x="44" y="3"/>
                    </a:cubicBezTo>
                    <a:cubicBezTo>
                      <a:pt x="40" y="2"/>
                      <a:pt x="34" y="0"/>
                      <a:pt x="33" y="5"/>
                    </a:cubicBezTo>
                    <a:cubicBezTo>
                      <a:pt x="32" y="7"/>
                      <a:pt x="34" y="3"/>
                      <a:pt x="33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1" name="Freeform 710"/>
              <p:cNvSpPr>
                <a:spLocks/>
              </p:cNvSpPr>
              <p:nvPr/>
            </p:nvSpPr>
            <p:spPr bwMode="auto">
              <a:xfrm>
                <a:off x="16709750" y="8717701"/>
                <a:ext cx="458600" cy="299442"/>
              </a:xfrm>
              <a:custGeom>
                <a:avLst/>
                <a:gdLst>
                  <a:gd name="T0" fmla="*/ 45 w 49"/>
                  <a:gd name="T1" fmla="*/ 10 h 32"/>
                  <a:gd name="T2" fmla="*/ 47 w 49"/>
                  <a:gd name="T3" fmla="*/ 8 h 32"/>
                  <a:gd name="T4" fmla="*/ 43 w 49"/>
                  <a:gd name="T5" fmla="*/ 7 h 32"/>
                  <a:gd name="T6" fmla="*/ 42 w 49"/>
                  <a:gd name="T7" fmla="*/ 6 h 32"/>
                  <a:gd name="T8" fmla="*/ 41 w 49"/>
                  <a:gd name="T9" fmla="*/ 6 h 32"/>
                  <a:gd name="T10" fmla="*/ 41 w 49"/>
                  <a:gd name="T11" fmla="*/ 4 h 32"/>
                  <a:gd name="T12" fmla="*/ 39 w 49"/>
                  <a:gd name="T13" fmla="*/ 2 h 32"/>
                  <a:gd name="T14" fmla="*/ 37 w 49"/>
                  <a:gd name="T15" fmla="*/ 2 h 32"/>
                  <a:gd name="T16" fmla="*/ 36 w 49"/>
                  <a:gd name="T17" fmla="*/ 1 h 32"/>
                  <a:gd name="T18" fmla="*/ 32 w 49"/>
                  <a:gd name="T19" fmla="*/ 6 h 32"/>
                  <a:gd name="T20" fmla="*/ 30 w 49"/>
                  <a:gd name="T21" fmla="*/ 8 h 32"/>
                  <a:gd name="T22" fmla="*/ 29 w 49"/>
                  <a:gd name="T23" fmla="*/ 9 h 32"/>
                  <a:gd name="T24" fmla="*/ 29 w 49"/>
                  <a:gd name="T25" fmla="*/ 10 h 32"/>
                  <a:gd name="T26" fmla="*/ 25 w 49"/>
                  <a:gd name="T27" fmla="*/ 12 h 32"/>
                  <a:gd name="T28" fmla="*/ 25 w 49"/>
                  <a:gd name="T29" fmla="*/ 15 h 32"/>
                  <a:gd name="T30" fmla="*/ 27 w 49"/>
                  <a:gd name="T31" fmla="*/ 14 h 32"/>
                  <a:gd name="T32" fmla="*/ 29 w 49"/>
                  <a:gd name="T33" fmla="*/ 13 h 32"/>
                  <a:gd name="T34" fmla="*/ 28 w 49"/>
                  <a:gd name="T35" fmla="*/ 11 h 32"/>
                  <a:gd name="T36" fmla="*/ 29 w 49"/>
                  <a:gd name="T37" fmla="*/ 13 h 32"/>
                  <a:gd name="T38" fmla="*/ 26 w 49"/>
                  <a:gd name="T39" fmla="*/ 14 h 32"/>
                  <a:gd name="T40" fmla="*/ 23 w 49"/>
                  <a:gd name="T41" fmla="*/ 13 h 32"/>
                  <a:gd name="T42" fmla="*/ 14 w 49"/>
                  <a:gd name="T43" fmla="*/ 20 h 32"/>
                  <a:gd name="T44" fmla="*/ 9 w 49"/>
                  <a:gd name="T45" fmla="*/ 23 h 32"/>
                  <a:gd name="T46" fmla="*/ 7 w 49"/>
                  <a:gd name="T47" fmla="*/ 26 h 32"/>
                  <a:gd name="T48" fmla="*/ 9 w 49"/>
                  <a:gd name="T49" fmla="*/ 28 h 32"/>
                  <a:gd name="T50" fmla="*/ 0 w 49"/>
                  <a:gd name="T51" fmla="*/ 26 h 32"/>
                  <a:gd name="T52" fmla="*/ 5 w 49"/>
                  <a:gd name="T53" fmla="*/ 32 h 32"/>
                  <a:gd name="T54" fmla="*/ 7 w 49"/>
                  <a:gd name="T55" fmla="*/ 31 h 32"/>
                  <a:gd name="T56" fmla="*/ 12 w 49"/>
                  <a:gd name="T57" fmla="*/ 30 h 32"/>
                  <a:gd name="T58" fmla="*/ 20 w 49"/>
                  <a:gd name="T59" fmla="*/ 29 h 32"/>
                  <a:gd name="T60" fmla="*/ 27 w 49"/>
                  <a:gd name="T61" fmla="*/ 24 h 32"/>
                  <a:gd name="T62" fmla="*/ 30 w 49"/>
                  <a:gd name="T63" fmla="*/ 18 h 32"/>
                  <a:gd name="T64" fmla="*/ 34 w 49"/>
                  <a:gd name="T65" fmla="*/ 14 h 32"/>
                  <a:gd name="T66" fmla="*/ 43 w 49"/>
                  <a:gd name="T67" fmla="*/ 14 h 32"/>
                  <a:gd name="T68" fmla="*/ 45 w 49"/>
                  <a:gd name="T69" fmla="*/ 1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9" h="32">
                    <a:moveTo>
                      <a:pt x="45" y="10"/>
                    </a:moveTo>
                    <a:cubicBezTo>
                      <a:pt x="48" y="10"/>
                      <a:pt x="49" y="9"/>
                      <a:pt x="47" y="8"/>
                    </a:cubicBezTo>
                    <a:cubicBezTo>
                      <a:pt x="45" y="7"/>
                      <a:pt x="45" y="6"/>
                      <a:pt x="43" y="7"/>
                    </a:cubicBezTo>
                    <a:cubicBezTo>
                      <a:pt x="42" y="8"/>
                      <a:pt x="43" y="7"/>
                      <a:pt x="42" y="6"/>
                    </a:cubicBezTo>
                    <a:cubicBezTo>
                      <a:pt x="42" y="6"/>
                      <a:pt x="41" y="6"/>
                      <a:pt x="41" y="6"/>
                    </a:cubicBezTo>
                    <a:cubicBezTo>
                      <a:pt x="41" y="6"/>
                      <a:pt x="41" y="4"/>
                      <a:pt x="41" y="4"/>
                    </a:cubicBezTo>
                    <a:cubicBezTo>
                      <a:pt x="40" y="3"/>
                      <a:pt x="39" y="2"/>
                      <a:pt x="39" y="2"/>
                    </a:cubicBezTo>
                    <a:cubicBezTo>
                      <a:pt x="37" y="0"/>
                      <a:pt x="38" y="1"/>
                      <a:pt x="37" y="2"/>
                    </a:cubicBezTo>
                    <a:cubicBezTo>
                      <a:pt x="36" y="3"/>
                      <a:pt x="36" y="1"/>
                      <a:pt x="36" y="1"/>
                    </a:cubicBezTo>
                    <a:cubicBezTo>
                      <a:pt x="35" y="1"/>
                      <a:pt x="32" y="5"/>
                      <a:pt x="32" y="6"/>
                    </a:cubicBezTo>
                    <a:cubicBezTo>
                      <a:pt x="31" y="6"/>
                      <a:pt x="30" y="7"/>
                      <a:pt x="30" y="8"/>
                    </a:cubicBezTo>
                    <a:cubicBezTo>
                      <a:pt x="29" y="8"/>
                      <a:pt x="29" y="9"/>
                      <a:pt x="29" y="9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11"/>
                      <a:pt x="26" y="11"/>
                      <a:pt x="25" y="12"/>
                    </a:cubicBezTo>
                    <a:cubicBezTo>
                      <a:pt x="22" y="12"/>
                      <a:pt x="23" y="14"/>
                      <a:pt x="25" y="15"/>
                    </a:cubicBezTo>
                    <a:cubicBezTo>
                      <a:pt x="27" y="17"/>
                      <a:pt x="26" y="15"/>
                      <a:pt x="27" y="14"/>
                    </a:cubicBezTo>
                    <a:cubicBezTo>
                      <a:pt x="27" y="13"/>
                      <a:pt x="29" y="13"/>
                      <a:pt x="29" y="13"/>
                    </a:cubicBezTo>
                    <a:cubicBezTo>
                      <a:pt x="29" y="13"/>
                      <a:pt x="28" y="12"/>
                      <a:pt x="28" y="11"/>
                    </a:cubicBezTo>
                    <a:cubicBezTo>
                      <a:pt x="28" y="12"/>
                      <a:pt x="29" y="13"/>
                      <a:pt x="29" y="13"/>
                    </a:cubicBezTo>
                    <a:cubicBezTo>
                      <a:pt x="29" y="13"/>
                      <a:pt x="27" y="13"/>
                      <a:pt x="26" y="14"/>
                    </a:cubicBezTo>
                    <a:cubicBezTo>
                      <a:pt x="26" y="17"/>
                      <a:pt x="24" y="14"/>
                      <a:pt x="23" y="13"/>
                    </a:cubicBezTo>
                    <a:cubicBezTo>
                      <a:pt x="20" y="16"/>
                      <a:pt x="18" y="19"/>
                      <a:pt x="14" y="20"/>
                    </a:cubicBezTo>
                    <a:cubicBezTo>
                      <a:pt x="12" y="21"/>
                      <a:pt x="10" y="21"/>
                      <a:pt x="9" y="23"/>
                    </a:cubicBezTo>
                    <a:cubicBezTo>
                      <a:pt x="8" y="24"/>
                      <a:pt x="8" y="25"/>
                      <a:pt x="7" y="26"/>
                    </a:cubicBezTo>
                    <a:cubicBezTo>
                      <a:pt x="7" y="27"/>
                      <a:pt x="9" y="28"/>
                      <a:pt x="9" y="28"/>
                    </a:cubicBezTo>
                    <a:cubicBezTo>
                      <a:pt x="8" y="29"/>
                      <a:pt x="1" y="26"/>
                      <a:pt x="0" y="26"/>
                    </a:cubicBezTo>
                    <a:cubicBezTo>
                      <a:pt x="1" y="28"/>
                      <a:pt x="3" y="31"/>
                      <a:pt x="5" y="32"/>
                    </a:cubicBezTo>
                    <a:cubicBezTo>
                      <a:pt x="6" y="32"/>
                      <a:pt x="7" y="31"/>
                      <a:pt x="7" y="31"/>
                    </a:cubicBezTo>
                    <a:cubicBezTo>
                      <a:pt x="9" y="30"/>
                      <a:pt x="12" y="31"/>
                      <a:pt x="12" y="30"/>
                    </a:cubicBezTo>
                    <a:cubicBezTo>
                      <a:pt x="15" y="27"/>
                      <a:pt x="17" y="28"/>
                      <a:pt x="20" y="29"/>
                    </a:cubicBezTo>
                    <a:cubicBezTo>
                      <a:pt x="23" y="29"/>
                      <a:pt x="26" y="27"/>
                      <a:pt x="27" y="24"/>
                    </a:cubicBezTo>
                    <a:cubicBezTo>
                      <a:pt x="28" y="22"/>
                      <a:pt x="29" y="20"/>
                      <a:pt x="30" y="18"/>
                    </a:cubicBezTo>
                    <a:cubicBezTo>
                      <a:pt x="30" y="15"/>
                      <a:pt x="31" y="14"/>
                      <a:pt x="34" y="14"/>
                    </a:cubicBezTo>
                    <a:cubicBezTo>
                      <a:pt x="37" y="14"/>
                      <a:pt x="40" y="15"/>
                      <a:pt x="43" y="14"/>
                    </a:cubicBezTo>
                    <a:cubicBezTo>
                      <a:pt x="47" y="13"/>
                      <a:pt x="40" y="10"/>
                      <a:pt x="45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2" name="Freeform 711"/>
              <p:cNvSpPr>
                <a:spLocks/>
              </p:cNvSpPr>
              <p:nvPr/>
            </p:nvSpPr>
            <p:spPr bwMode="auto">
              <a:xfrm>
                <a:off x="15776631" y="7679214"/>
                <a:ext cx="159235" cy="92380"/>
              </a:xfrm>
              <a:custGeom>
                <a:avLst/>
                <a:gdLst>
                  <a:gd name="T0" fmla="*/ 2 w 17"/>
                  <a:gd name="T1" fmla="*/ 8 h 10"/>
                  <a:gd name="T2" fmla="*/ 7 w 17"/>
                  <a:gd name="T3" fmla="*/ 9 h 10"/>
                  <a:gd name="T4" fmla="*/ 12 w 17"/>
                  <a:gd name="T5" fmla="*/ 9 h 10"/>
                  <a:gd name="T6" fmla="*/ 16 w 17"/>
                  <a:gd name="T7" fmla="*/ 8 h 10"/>
                  <a:gd name="T8" fmla="*/ 15 w 17"/>
                  <a:gd name="T9" fmla="*/ 3 h 10"/>
                  <a:gd name="T10" fmla="*/ 10 w 17"/>
                  <a:gd name="T11" fmla="*/ 3 h 10"/>
                  <a:gd name="T12" fmla="*/ 6 w 17"/>
                  <a:gd name="T13" fmla="*/ 1 h 10"/>
                  <a:gd name="T14" fmla="*/ 2 w 17"/>
                  <a:gd name="T15" fmla="*/ 8 h 10"/>
                  <a:gd name="T16" fmla="*/ 2 w 17"/>
                  <a:gd name="T17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0">
                    <a:moveTo>
                      <a:pt x="2" y="8"/>
                    </a:moveTo>
                    <a:cubicBezTo>
                      <a:pt x="3" y="9"/>
                      <a:pt x="6" y="10"/>
                      <a:pt x="7" y="9"/>
                    </a:cubicBezTo>
                    <a:cubicBezTo>
                      <a:pt x="9" y="8"/>
                      <a:pt x="10" y="10"/>
                      <a:pt x="12" y="9"/>
                    </a:cubicBezTo>
                    <a:cubicBezTo>
                      <a:pt x="13" y="9"/>
                      <a:pt x="17" y="9"/>
                      <a:pt x="16" y="8"/>
                    </a:cubicBezTo>
                    <a:cubicBezTo>
                      <a:pt x="15" y="6"/>
                      <a:pt x="14" y="5"/>
                      <a:pt x="15" y="3"/>
                    </a:cubicBezTo>
                    <a:cubicBezTo>
                      <a:pt x="13" y="2"/>
                      <a:pt x="11" y="4"/>
                      <a:pt x="10" y="3"/>
                    </a:cubicBezTo>
                    <a:cubicBezTo>
                      <a:pt x="9" y="2"/>
                      <a:pt x="7" y="0"/>
                      <a:pt x="6" y="1"/>
                    </a:cubicBezTo>
                    <a:cubicBezTo>
                      <a:pt x="4" y="3"/>
                      <a:pt x="0" y="6"/>
                      <a:pt x="2" y="8"/>
                    </a:cubicBezTo>
                    <a:cubicBezTo>
                      <a:pt x="3" y="9"/>
                      <a:pt x="1" y="7"/>
                      <a:pt x="2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3" name="Freeform 712"/>
              <p:cNvSpPr>
                <a:spLocks/>
              </p:cNvSpPr>
              <p:nvPr/>
            </p:nvSpPr>
            <p:spPr bwMode="auto">
              <a:xfrm>
                <a:off x="15410388" y="7574093"/>
                <a:ext cx="347132" cy="216615"/>
              </a:xfrm>
              <a:custGeom>
                <a:avLst/>
                <a:gdLst>
                  <a:gd name="T0" fmla="*/ 1 w 37"/>
                  <a:gd name="T1" fmla="*/ 3 h 23"/>
                  <a:gd name="T2" fmla="*/ 0 w 37"/>
                  <a:gd name="T3" fmla="*/ 9 h 23"/>
                  <a:gd name="T4" fmla="*/ 5 w 37"/>
                  <a:gd name="T5" fmla="*/ 13 h 23"/>
                  <a:gd name="T6" fmla="*/ 7 w 37"/>
                  <a:gd name="T7" fmla="*/ 14 h 23"/>
                  <a:gd name="T8" fmla="*/ 12 w 37"/>
                  <a:gd name="T9" fmla="*/ 15 h 23"/>
                  <a:gd name="T10" fmla="*/ 15 w 37"/>
                  <a:gd name="T11" fmla="*/ 16 h 23"/>
                  <a:gd name="T12" fmla="*/ 19 w 37"/>
                  <a:gd name="T13" fmla="*/ 16 h 23"/>
                  <a:gd name="T14" fmla="*/ 22 w 37"/>
                  <a:gd name="T15" fmla="*/ 19 h 23"/>
                  <a:gd name="T16" fmla="*/ 26 w 37"/>
                  <a:gd name="T17" fmla="*/ 20 h 23"/>
                  <a:gd name="T18" fmla="*/ 29 w 37"/>
                  <a:gd name="T19" fmla="*/ 22 h 23"/>
                  <a:gd name="T20" fmla="*/ 32 w 37"/>
                  <a:gd name="T21" fmla="*/ 20 h 23"/>
                  <a:gd name="T22" fmla="*/ 35 w 37"/>
                  <a:gd name="T23" fmla="*/ 22 h 23"/>
                  <a:gd name="T24" fmla="*/ 37 w 37"/>
                  <a:gd name="T25" fmla="*/ 21 h 23"/>
                  <a:gd name="T26" fmla="*/ 37 w 37"/>
                  <a:gd name="T27" fmla="*/ 18 h 23"/>
                  <a:gd name="T28" fmla="*/ 37 w 37"/>
                  <a:gd name="T29" fmla="*/ 14 h 23"/>
                  <a:gd name="T30" fmla="*/ 32 w 37"/>
                  <a:gd name="T31" fmla="*/ 14 h 23"/>
                  <a:gd name="T32" fmla="*/ 31 w 37"/>
                  <a:gd name="T33" fmla="*/ 13 h 23"/>
                  <a:gd name="T34" fmla="*/ 28 w 37"/>
                  <a:gd name="T35" fmla="*/ 13 h 23"/>
                  <a:gd name="T36" fmla="*/ 26 w 37"/>
                  <a:gd name="T37" fmla="*/ 12 h 23"/>
                  <a:gd name="T38" fmla="*/ 24 w 37"/>
                  <a:gd name="T39" fmla="*/ 12 h 23"/>
                  <a:gd name="T40" fmla="*/ 20 w 37"/>
                  <a:gd name="T41" fmla="*/ 10 h 23"/>
                  <a:gd name="T42" fmla="*/ 18 w 37"/>
                  <a:gd name="T43" fmla="*/ 8 h 23"/>
                  <a:gd name="T44" fmla="*/ 16 w 37"/>
                  <a:gd name="T45" fmla="*/ 7 h 23"/>
                  <a:gd name="T46" fmla="*/ 10 w 37"/>
                  <a:gd name="T47" fmla="*/ 2 h 23"/>
                  <a:gd name="T48" fmla="*/ 8 w 37"/>
                  <a:gd name="T49" fmla="*/ 0 h 23"/>
                  <a:gd name="T50" fmla="*/ 5 w 37"/>
                  <a:gd name="T51" fmla="*/ 2 h 23"/>
                  <a:gd name="T52" fmla="*/ 4 w 37"/>
                  <a:gd name="T53" fmla="*/ 2 h 23"/>
                  <a:gd name="T54" fmla="*/ 1 w 37"/>
                  <a:gd name="T55" fmla="*/ 3 h 23"/>
                  <a:gd name="T56" fmla="*/ 1 w 37"/>
                  <a:gd name="T57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" h="23">
                    <a:moveTo>
                      <a:pt x="1" y="3"/>
                    </a:moveTo>
                    <a:cubicBezTo>
                      <a:pt x="0" y="4"/>
                      <a:pt x="0" y="8"/>
                      <a:pt x="0" y="9"/>
                    </a:cubicBezTo>
                    <a:cubicBezTo>
                      <a:pt x="1" y="10"/>
                      <a:pt x="4" y="11"/>
                      <a:pt x="5" y="13"/>
                    </a:cubicBezTo>
                    <a:cubicBezTo>
                      <a:pt x="6" y="13"/>
                      <a:pt x="7" y="14"/>
                      <a:pt x="7" y="14"/>
                    </a:cubicBezTo>
                    <a:cubicBezTo>
                      <a:pt x="9" y="15"/>
                      <a:pt x="10" y="14"/>
                      <a:pt x="12" y="15"/>
                    </a:cubicBezTo>
                    <a:cubicBezTo>
                      <a:pt x="13" y="15"/>
                      <a:pt x="14" y="16"/>
                      <a:pt x="15" y="16"/>
                    </a:cubicBezTo>
                    <a:cubicBezTo>
                      <a:pt x="16" y="16"/>
                      <a:pt x="18" y="16"/>
                      <a:pt x="19" y="16"/>
                    </a:cubicBezTo>
                    <a:cubicBezTo>
                      <a:pt x="20" y="17"/>
                      <a:pt x="21" y="18"/>
                      <a:pt x="22" y="19"/>
                    </a:cubicBezTo>
                    <a:cubicBezTo>
                      <a:pt x="23" y="19"/>
                      <a:pt x="25" y="19"/>
                      <a:pt x="26" y="20"/>
                    </a:cubicBezTo>
                    <a:cubicBezTo>
                      <a:pt x="27" y="20"/>
                      <a:pt x="28" y="22"/>
                      <a:pt x="29" y="22"/>
                    </a:cubicBezTo>
                    <a:cubicBezTo>
                      <a:pt x="30" y="22"/>
                      <a:pt x="31" y="20"/>
                      <a:pt x="32" y="20"/>
                    </a:cubicBezTo>
                    <a:cubicBezTo>
                      <a:pt x="33" y="21"/>
                      <a:pt x="33" y="23"/>
                      <a:pt x="35" y="22"/>
                    </a:cubicBezTo>
                    <a:cubicBezTo>
                      <a:pt x="35" y="22"/>
                      <a:pt x="37" y="21"/>
                      <a:pt x="37" y="21"/>
                    </a:cubicBezTo>
                    <a:cubicBezTo>
                      <a:pt x="37" y="20"/>
                      <a:pt x="37" y="19"/>
                      <a:pt x="37" y="18"/>
                    </a:cubicBezTo>
                    <a:cubicBezTo>
                      <a:pt x="36" y="17"/>
                      <a:pt x="37" y="16"/>
                      <a:pt x="37" y="14"/>
                    </a:cubicBezTo>
                    <a:cubicBezTo>
                      <a:pt x="35" y="14"/>
                      <a:pt x="34" y="15"/>
                      <a:pt x="32" y="14"/>
                    </a:cubicBezTo>
                    <a:cubicBezTo>
                      <a:pt x="32" y="14"/>
                      <a:pt x="31" y="13"/>
                      <a:pt x="31" y="13"/>
                    </a:cubicBezTo>
                    <a:cubicBezTo>
                      <a:pt x="30" y="13"/>
                      <a:pt x="29" y="14"/>
                      <a:pt x="28" y="13"/>
                    </a:cubicBezTo>
                    <a:cubicBezTo>
                      <a:pt x="28" y="13"/>
                      <a:pt x="27" y="12"/>
                      <a:pt x="26" y="12"/>
                    </a:cubicBezTo>
                    <a:cubicBezTo>
                      <a:pt x="25" y="12"/>
                      <a:pt x="24" y="14"/>
                      <a:pt x="24" y="12"/>
                    </a:cubicBezTo>
                    <a:cubicBezTo>
                      <a:pt x="22" y="10"/>
                      <a:pt x="21" y="11"/>
                      <a:pt x="20" y="10"/>
                    </a:cubicBezTo>
                    <a:cubicBezTo>
                      <a:pt x="19" y="9"/>
                      <a:pt x="19" y="8"/>
                      <a:pt x="18" y="8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4" y="6"/>
                      <a:pt x="11" y="4"/>
                      <a:pt x="10" y="2"/>
                    </a:cubicBezTo>
                    <a:cubicBezTo>
                      <a:pt x="10" y="1"/>
                      <a:pt x="9" y="0"/>
                      <a:pt x="8" y="0"/>
                    </a:cubicBezTo>
                    <a:cubicBezTo>
                      <a:pt x="6" y="0"/>
                      <a:pt x="6" y="1"/>
                      <a:pt x="5" y="2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0" y="4"/>
                      <a:pt x="2" y="3"/>
                      <a:pt x="1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4" name="Freeform 713"/>
              <p:cNvSpPr>
                <a:spLocks/>
              </p:cNvSpPr>
              <p:nvPr/>
            </p:nvSpPr>
            <p:spPr bwMode="auto">
              <a:xfrm>
                <a:off x="16372171" y="8360921"/>
                <a:ext cx="261145" cy="216615"/>
              </a:xfrm>
              <a:custGeom>
                <a:avLst/>
                <a:gdLst>
                  <a:gd name="T0" fmla="*/ 14 w 28"/>
                  <a:gd name="T1" fmla="*/ 19 h 23"/>
                  <a:gd name="T2" fmla="*/ 19 w 28"/>
                  <a:gd name="T3" fmla="*/ 18 h 23"/>
                  <a:gd name="T4" fmla="*/ 19 w 28"/>
                  <a:gd name="T5" fmla="*/ 15 h 23"/>
                  <a:gd name="T6" fmla="*/ 21 w 28"/>
                  <a:gd name="T7" fmla="*/ 14 h 23"/>
                  <a:gd name="T8" fmla="*/ 24 w 28"/>
                  <a:gd name="T9" fmla="*/ 12 h 23"/>
                  <a:gd name="T10" fmla="*/ 27 w 28"/>
                  <a:gd name="T11" fmla="*/ 9 h 23"/>
                  <a:gd name="T12" fmla="*/ 26 w 28"/>
                  <a:gd name="T13" fmla="*/ 1 h 23"/>
                  <a:gd name="T14" fmla="*/ 22 w 28"/>
                  <a:gd name="T15" fmla="*/ 1 h 23"/>
                  <a:gd name="T16" fmla="*/ 19 w 28"/>
                  <a:gd name="T17" fmla="*/ 2 h 23"/>
                  <a:gd name="T18" fmla="*/ 17 w 28"/>
                  <a:gd name="T19" fmla="*/ 2 h 23"/>
                  <a:gd name="T20" fmla="*/ 3 w 28"/>
                  <a:gd name="T21" fmla="*/ 3 h 23"/>
                  <a:gd name="T22" fmla="*/ 0 w 28"/>
                  <a:gd name="T23" fmla="*/ 7 h 23"/>
                  <a:gd name="T24" fmla="*/ 1 w 28"/>
                  <a:gd name="T25" fmla="*/ 10 h 23"/>
                  <a:gd name="T26" fmla="*/ 3 w 28"/>
                  <a:gd name="T27" fmla="*/ 14 h 23"/>
                  <a:gd name="T28" fmla="*/ 5 w 28"/>
                  <a:gd name="T29" fmla="*/ 18 h 23"/>
                  <a:gd name="T30" fmla="*/ 6 w 28"/>
                  <a:gd name="T31" fmla="*/ 19 h 23"/>
                  <a:gd name="T32" fmla="*/ 7 w 28"/>
                  <a:gd name="T33" fmla="*/ 21 h 23"/>
                  <a:gd name="T34" fmla="*/ 8 w 28"/>
                  <a:gd name="T35" fmla="*/ 23 h 23"/>
                  <a:gd name="T36" fmla="*/ 14 w 28"/>
                  <a:gd name="T37" fmla="*/ 19 h 23"/>
                  <a:gd name="T38" fmla="*/ 14 w 28"/>
                  <a:gd name="T39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" h="23">
                    <a:moveTo>
                      <a:pt x="14" y="19"/>
                    </a:moveTo>
                    <a:cubicBezTo>
                      <a:pt x="14" y="18"/>
                      <a:pt x="20" y="20"/>
                      <a:pt x="19" y="18"/>
                    </a:cubicBezTo>
                    <a:cubicBezTo>
                      <a:pt x="19" y="18"/>
                      <a:pt x="18" y="15"/>
                      <a:pt x="19" y="15"/>
                    </a:cubicBezTo>
                    <a:cubicBezTo>
                      <a:pt x="20" y="15"/>
                      <a:pt x="21" y="16"/>
                      <a:pt x="21" y="14"/>
                    </a:cubicBezTo>
                    <a:cubicBezTo>
                      <a:pt x="21" y="12"/>
                      <a:pt x="23" y="13"/>
                      <a:pt x="24" y="12"/>
                    </a:cubicBezTo>
                    <a:cubicBezTo>
                      <a:pt x="26" y="12"/>
                      <a:pt x="26" y="10"/>
                      <a:pt x="27" y="9"/>
                    </a:cubicBezTo>
                    <a:cubicBezTo>
                      <a:pt x="28" y="7"/>
                      <a:pt x="25" y="2"/>
                      <a:pt x="26" y="1"/>
                    </a:cubicBezTo>
                    <a:cubicBezTo>
                      <a:pt x="24" y="2"/>
                      <a:pt x="24" y="2"/>
                      <a:pt x="22" y="1"/>
                    </a:cubicBezTo>
                    <a:cubicBezTo>
                      <a:pt x="21" y="0"/>
                      <a:pt x="19" y="2"/>
                      <a:pt x="19" y="2"/>
                    </a:cubicBezTo>
                    <a:cubicBezTo>
                      <a:pt x="19" y="4"/>
                      <a:pt x="17" y="2"/>
                      <a:pt x="17" y="2"/>
                    </a:cubicBezTo>
                    <a:cubicBezTo>
                      <a:pt x="13" y="1"/>
                      <a:pt x="6" y="0"/>
                      <a:pt x="3" y="3"/>
                    </a:cubicBezTo>
                    <a:cubicBezTo>
                      <a:pt x="2" y="4"/>
                      <a:pt x="0" y="5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3" y="11"/>
                      <a:pt x="3" y="13"/>
                      <a:pt x="3" y="14"/>
                    </a:cubicBezTo>
                    <a:cubicBezTo>
                      <a:pt x="4" y="16"/>
                      <a:pt x="4" y="17"/>
                      <a:pt x="5" y="18"/>
                    </a:cubicBezTo>
                    <a:cubicBezTo>
                      <a:pt x="5" y="19"/>
                      <a:pt x="6" y="18"/>
                      <a:pt x="6" y="19"/>
                    </a:cubicBezTo>
                    <a:cubicBezTo>
                      <a:pt x="7" y="19"/>
                      <a:pt x="6" y="20"/>
                      <a:pt x="7" y="21"/>
                    </a:cubicBezTo>
                    <a:cubicBezTo>
                      <a:pt x="9" y="21"/>
                      <a:pt x="8" y="22"/>
                      <a:pt x="8" y="23"/>
                    </a:cubicBezTo>
                    <a:cubicBezTo>
                      <a:pt x="8" y="22"/>
                      <a:pt x="14" y="20"/>
                      <a:pt x="14" y="19"/>
                    </a:cubicBezTo>
                    <a:cubicBezTo>
                      <a:pt x="14" y="19"/>
                      <a:pt x="14" y="20"/>
                      <a:pt x="14" y="1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5" name="Freeform 714"/>
              <p:cNvSpPr>
                <a:spLocks/>
              </p:cNvSpPr>
              <p:nvPr/>
            </p:nvSpPr>
            <p:spPr bwMode="auto">
              <a:xfrm>
                <a:off x="16270259" y="8743185"/>
                <a:ext cx="207006" cy="245289"/>
              </a:xfrm>
              <a:custGeom>
                <a:avLst/>
                <a:gdLst>
                  <a:gd name="T0" fmla="*/ 10 w 22"/>
                  <a:gd name="T1" fmla="*/ 3 h 26"/>
                  <a:gd name="T2" fmla="*/ 7 w 22"/>
                  <a:gd name="T3" fmla="*/ 4 h 26"/>
                  <a:gd name="T4" fmla="*/ 6 w 22"/>
                  <a:gd name="T5" fmla="*/ 4 h 26"/>
                  <a:gd name="T6" fmla="*/ 5 w 22"/>
                  <a:gd name="T7" fmla="*/ 1 h 26"/>
                  <a:gd name="T8" fmla="*/ 0 w 22"/>
                  <a:gd name="T9" fmla="*/ 0 h 26"/>
                  <a:gd name="T10" fmla="*/ 1 w 22"/>
                  <a:gd name="T11" fmla="*/ 6 h 26"/>
                  <a:gd name="T12" fmla="*/ 4 w 22"/>
                  <a:gd name="T13" fmla="*/ 14 h 26"/>
                  <a:gd name="T14" fmla="*/ 9 w 22"/>
                  <a:gd name="T15" fmla="*/ 21 h 26"/>
                  <a:gd name="T16" fmla="*/ 19 w 22"/>
                  <a:gd name="T17" fmla="*/ 26 h 26"/>
                  <a:gd name="T18" fmla="*/ 20 w 22"/>
                  <a:gd name="T19" fmla="*/ 23 h 26"/>
                  <a:gd name="T20" fmla="*/ 16 w 22"/>
                  <a:gd name="T21" fmla="*/ 14 h 26"/>
                  <a:gd name="T22" fmla="*/ 16 w 22"/>
                  <a:gd name="T23" fmla="*/ 6 h 26"/>
                  <a:gd name="T24" fmla="*/ 10 w 22"/>
                  <a:gd name="T25" fmla="*/ 3 h 26"/>
                  <a:gd name="T26" fmla="*/ 10 w 22"/>
                  <a:gd name="T27" fmla="*/ 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6">
                    <a:moveTo>
                      <a:pt x="10" y="3"/>
                    </a:moveTo>
                    <a:cubicBezTo>
                      <a:pt x="9" y="3"/>
                      <a:pt x="8" y="4"/>
                      <a:pt x="7" y="4"/>
                    </a:cubicBezTo>
                    <a:cubicBezTo>
                      <a:pt x="7" y="3"/>
                      <a:pt x="6" y="4"/>
                      <a:pt x="6" y="4"/>
                    </a:cubicBezTo>
                    <a:cubicBezTo>
                      <a:pt x="5" y="4"/>
                      <a:pt x="5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  <a:cubicBezTo>
                      <a:pt x="1" y="1"/>
                      <a:pt x="1" y="4"/>
                      <a:pt x="1" y="6"/>
                    </a:cubicBezTo>
                    <a:cubicBezTo>
                      <a:pt x="2" y="8"/>
                      <a:pt x="3" y="11"/>
                      <a:pt x="4" y="14"/>
                    </a:cubicBezTo>
                    <a:cubicBezTo>
                      <a:pt x="6" y="16"/>
                      <a:pt x="7" y="19"/>
                      <a:pt x="9" y="21"/>
                    </a:cubicBezTo>
                    <a:cubicBezTo>
                      <a:pt x="12" y="22"/>
                      <a:pt x="15" y="26"/>
                      <a:pt x="19" y="26"/>
                    </a:cubicBezTo>
                    <a:cubicBezTo>
                      <a:pt x="22" y="26"/>
                      <a:pt x="21" y="25"/>
                      <a:pt x="20" y="23"/>
                    </a:cubicBezTo>
                    <a:cubicBezTo>
                      <a:pt x="18" y="20"/>
                      <a:pt x="16" y="18"/>
                      <a:pt x="16" y="14"/>
                    </a:cubicBezTo>
                    <a:cubicBezTo>
                      <a:pt x="16" y="11"/>
                      <a:pt x="18" y="9"/>
                      <a:pt x="16" y="6"/>
                    </a:cubicBezTo>
                    <a:cubicBezTo>
                      <a:pt x="15" y="5"/>
                      <a:pt x="11" y="0"/>
                      <a:pt x="10" y="3"/>
                    </a:cubicBezTo>
                    <a:cubicBezTo>
                      <a:pt x="9" y="4"/>
                      <a:pt x="10" y="2"/>
                      <a:pt x="10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6" name="Freeform 715"/>
              <p:cNvSpPr>
                <a:spLocks/>
              </p:cNvSpPr>
              <p:nvPr/>
            </p:nvSpPr>
            <p:spPr bwMode="auto">
              <a:xfrm>
                <a:off x="15104655" y="6264832"/>
                <a:ext cx="2799367" cy="1825318"/>
              </a:xfrm>
              <a:custGeom>
                <a:avLst/>
                <a:gdLst>
                  <a:gd name="T0" fmla="*/ 279 w 300"/>
                  <a:gd name="T1" fmla="*/ 37 h 195"/>
                  <a:gd name="T2" fmla="*/ 244 w 300"/>
                  <a:gd name="T3" fmla="*/ 1 h 195"/>
                  <a:gd name="T4" fmla="*/ 223 w 300"/>
                  <a:gd name="T5" fmla="*/ 18 h 195"/>
                  <a:gd name="T6" fmla="*/ 214 w 300"/>
                  <a:gd name="T7" fmla="*/ 27 h 195"/>
                  <a:gd name="T8" fmla="*/ 205 w 300"/>
                  <a:gd name="T9" fmla="*/ 39 h 195"/>
                  <a:gd name="T10" fmla="*/ 224 w 300"/>
                  <a:gd name="T11" fmla="*/ 46 h 195"/>
                  <a:gd name="T12" fmla="*/ 197 w 300"/>
                  <a:gd name="T13" fmla="*/ 55 h 195"/>
                  <a:gd name="T14" fmla="*/ 180 w 300"/>
                  <a:gd name="T15" fmla="*/ 66 h 195"/>
                  <a:gd name="T16" fmla="*/ 146 w 300"/>
                  <a:gd name="T17" fmla="*/ 75 h 195"/>
                  <a:gd name="T18" fmla="*/ 121 w 300"/>
                  <a:gd name="T19" fmla="*/ 70 h 195"/>
                  <a:gd name="T20" fmla="*/ 94 w 300"/>
                  <a:gd name="T21" fmla="*/ 56 h 195"/>
                  <a:gd name="T22" fmla="*/ 66 w 300"/>
                  <a:gd name="T23" fmla="*/ 30 h 195"/>
                  <a:gd name="T24" fmla="*/ 56 w 300"/>
                  <a:gd name="T25" fmla="*/ 44 h 195"/>
                  <a:gd name="T26" fmla="*/ 44 w 300"/>
                  <a:gd name="T27" fmla="*/ 51 h 195"/>
                  <a:gd name="T28" fmla="*/ 34 w 300"/>
                  <a:gd name="T29" fmla="*/ 63 h 195"/>
                  <a:gd name="T30" fmla="*/ 28 w 300"/>
                  <a:gd name="T31" fmla="*/ 76 h 195"/>
                  <a:gd name="T32" fmla="*/ 11 w 300"/>
                  <a:gd name="T33" fmla="*/ 84 h 195"/>
                  <a:gd name="T34" fmla="*/ 1 w 300"/>
                  <a:gd name="T35" fmla="*/ 91 h 195"/>
                  <a:gd name="T36" fmla="*/ 7 w 300"/>
                  <a:gd name="T37" fmla="*/ 103 h 195"/>
                  <a:gd name="T38" fmla="*/ 23 w 300"/>
                  <a:gd name="T39" fmla="*/ 111 h 195"/>
                  <a:gd name="T40" fmla="*/ 27 w 300"/>
                  <a:gd name="T41" fmla="*/ 121 h 195"/>
                  <a:gd name="T42" fmla="*/ 27 w 300"/>
                  <a:gd name="T43" fmla="*/ 135 h 195"/>
                  <a:gd name="T44" fmla="*/ 40 w 300"/>
                  <a:gd name="T45" fmla="*/ 140 h 195"/>
                  <a:gd name="T46" fmla="*/ 62 w 300"/>
                  <a:gd name="T47" fmla="*/ 154 h 195"/>
                  <a:gd name="T48" fmla="*/ 74 w 300"/>
                  <a:gd name="T49" fmla="*/ 156 h 195"/>
                  <a:gd name="T50" fmla="*/ 92 w 300"/>
                  <a:gd name="T51" fmla="*/ 151 h 195"/>
                  <a:gd name="T52" fmla="*/ 106 w 300"/>
                  <a:gd name="T53" fmla="*/ 146 h 195"/>
                  <a:gd name="T54" fmla="*/ 116 w 300"/>
                  <a:gd name="T55" fmla="*/ 155 h 195"/>
                  <a:gd name="T56" fmla="*/ 117 w 300"/>
                  <a:gd name="T57" fmla="*/ 166 h 195"/>
                  <a:gd name="T58" fmla="*/ 119 w 300"/>
                  <a:gd name="T59" fmla="*/ 178 h 195"/>
                  <a:gd name="T60" fmla="*/ 125 w 300"/>
                  <a:gd name="T61" fmla="*/ 187 h 195"/>
                  <a:gd name="T62" fmla="*/ 134 w 300"/>
                  <a:gd name="T63" fmla="*/ 186 h 195"/>
                  <a:gd name="T64" fmla="*/ 143 w 300"/>
                  <a:gd name="T65" fmla="*/ 182 h 195"/>
                  <a:gd name="T66" fmla="*/ 155 w 300"/>
                  <a:gd name="T67" fmla="*/ 180 h 195"/>
                  <a:gd name="T68" fmla="*/ 168 w 300"/>
                  <a:gd name="T69" fmla="*/ 186 h 195"/>
                  <a:gd name="T70" fmla="*/ 175 w 300"/>
                  <a:gd name="T71" fmla="*/ 195 h 195"/>
                  <a:gd name="T72" fmla="*/ 189 w 300"/>
                  <a:gd name="T73" fmla="*/ 186 h 195"/>
                  <a:gd name="T74" fmla="*/ 202 w 300"/>
                  <a:gd name="T75" fmla="*/ 182 h 195"/>
                  <a:gd name="T76" fmla="*/ 215 w 300"/>
                  <a:gd name="T77" fmla="*/ 173 h 195"/>
                  <a:gd name="T78" fmla="*/ 221 w 300"/>
                  <a:gd name="T79" fmla="*/ 164 h 195"/>
                  <a:gd name="T80" fmla="*/ 228 w 300"/>
                  <a:gd name="T81" fmla="*/ 156 h 195"/>
                  <a:gd name="T82" fmla="*/ 232 w 300"/>
                  <a:gd name="T83" fmla="*/ 149 h 195"/>
                  <a:gd name="T84" fmla="*/ 236 w 300"/>
                  <a:gd name="T85" fmla="*/ 143 h 195"/>
                  <a:gd name="T86" fmla="*/ 231 w 300"/>
                  <a:gd name="T87" fmla="*/ 139 h 195"/>
                  <a:gd name="T88" fmla="*/ 229 w 300"/>
                  <a:gd name="T89" fmla="*/ 132 h 195"/>
                  <a:gd name="T90" fmla="*/ 221 w 300"/>
                  <a:gd name="T91" fmla="*/ 115 h 195"/>
                  <a:gd name="T92" fmla="*/ 229 w 300"/>
                  <a:gd name="T93" fmla="*/ 106 h 195"/>
                  <a:gd name="T94" fmla="*/ 238 w 300"/>
                  <a:gd name="T95" fmla="*/ 102 h 195"/>
                  <a:gd name="T96" fmla="*/ 220 w 300"/>
                  <a:gd name="T97" fmla="*/ 102 h 195"/>
                  <a:gd name="T98" fmla="*/ 221 w 300"/>
                  <a:gd name="T99" fmla="*/ 90 h 195"/>
                  <a:gd name="T100" fmla="*/ 234 w 300"/>
                  <a:gd name="T101" fmla="*/ 87 h 195"/>
                  <a:gd name="T102" fmla="*/ 238 w 300"/>
                  <a:gd name="T103" fmla="*/ 89 h 195"/>
                  <a:gd name="T104" fmla="*/ 259 w 300"/>
                  <a:gd name="T105" fmla="*/ 77 h 195"/>
                  <a:gd name="T106" fmla="*/ 271 w 300"/>
                  <a:gd name="T107" fmla="*/ 72 h 195"/>
                  <a:gd name="T108" fmla="*/ 281 w 300"/>
                  <a:gd name="T109" fmla="*/ 60 h 195"/>
                  <a:gd name="T110" fmla="*/ 295 w 300"/>
                  <a:gd name="T111" fmla="*/ 47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00" h="195">
                    <a:moveTo>
                      <a:pt x="298" y="37"/>
                    </a:moveTo>
                    <a:cubicBezTo>
                      <a:pt x="298" y="35"/>
                      <a:pt x="294" y="36"/>
                      <a:pt x="293" y="37"/>
                    </a:cubicBezTo>
                    <a:cubicBezTo>
                      <a:pt x="291" y="37"/>
                      <a:pt x="290" y="38"/>
                      <a:pt x="288" y="39"/>
                    </a:cubicBezTo>
                    <a:cubicBezTo>
                      <a:pt x="286" y="40"/>
                      <a:pt x="279" y="40"/>
                      <a:pt x="279" y="37"/>
                    </a:cubicBezTo>
                    <a:cubicBezTo>
                      <a:pt x="277" y="33"/>
                      <a:pt x="276" y="31"/>
                      <a:pt x="272" y="29"/>
                    </a:cubicBezTo>
                    <a:cubicBezTo>
                      <a:pt x="269" y="28"/>
                      <a:pt x="263" y="28"/>
                      <a:pt x="262" y="24"/>
                    </a:cubicBezTo>
                    <a:cubicBezTo>
                      <a:pt x="261" y="18"/>
                      <a:pt x="259" y="11"/>
                      <a:pt x="255" y="6"/>
                    </a:cubicBezTo>
                    <a:cubicBezTo>
                      <a:pt x="252" y="3"/>
                      <a:pt x="248" y="3"/>
                      <a:pt x="244" y="1"/>
                    </a:cubicBezTo>
                    <a:cubicBezTo>
                      <a:pt x="240" y="0"/>
                      <a:pt x="233" y="1"/>
                      <a:pt x="229" y="3"/>
                    </a:cubicBezTo>
                    <a:cubicBezTo>
                      <a:pt x="228" y="4"/>
                      <a:pt x="226" y="5"/>
                      <a:pt x="225" y="6"/>
                    </a:cubicBezTo>
                    <a:cubicBezTo>
                      <a:pt x="225" y="7"/>
                      <a:pt x="228" y="7"/>
                      <a:pt x="228" y="8"/>
                    </a:cubicBezTo>
                    <a:cubicBezTo>
                      <a:pt x="229" y="12"/>
                      <a:pt x="224" y="15"/>
                      <a:pt x="223" y="18"/>
                    </a:cubicBezTo>
                    <a:cubicBezTo>
                      <a:pt x="222" y="19"/>
                      <a:pt x="222" y="20"/>
                      <a:pt x="222" y="21"/>
                    </a:cubicBezTo>
                    <a:cubicBezTo>
                      <a:pt x="222" y="22"/>
                      <a:pt x="222" y="22"/>
                      <a:pt x="222" y="23"/>
                    </a:cubicBezTo>
                    <a:cubicBezTo>
                      <a:pt x="222" y="25"/>
                      <a:pt x="219" y="25"/>
                      <a:pt x="217" y="26"/>
                    </a:cubicBezTo>
                    <a:cubicBezTo>
                      <a:pt x="216" y="26"/>
                      <a:pt x="215" y="27"/>
                      <a:pt x="214" y="27"/>
                    </a:cubicBezTo>
                    <a:cubicBezTo>
                      <a:pt x="213" y="27"/>
                      <a:pt x="208" y="25"/>
                      <a:pt x="208" y="25"/>
                    </a:cubicBezTo>
                    <a:cubicBezTo>
                      <a:pt x="207" y="27"/>
                      <a:pt x="206" y="30"/>
                      <a:pt x="205" y="32"/>
                    </a:cubicBezTo>
                    <a:cubicBezTo>
                      <a:pt x="205" y="33"/>
                      <a:pt x="204" y="34"/>
                      <a:pt x="204" y="35"/>
                    </a:cubicBezTo>
                    <a:cubicBezTo>
                      <a:pt x="204" y="35"/>
                      <a:pt x="202" y="41"/>
                      <a:pt x="205" y="39"/>
                    </a:cubicBezTo>
                    <a:cubicBezTo>
                      <a:pt x="206" y="38"/>
                      <a:pt x="206" y="38"/>
                      <a:pt x="208" y="38"/>
                    </a:cubicBezTo>
                    <a:cubicBezTo>
                      <a:pt x="209" y="38"/>
                      <a:pt x="211" y="40"/>
                      <a:pt x="212" y="39"/>
                    </a:cubicBezTo>
                    <a:cubicBezTo>
                      <a:pt x="216" y="36"/>
                      <a:pt x="219" y="38"/>
                      <a:pt x="222" y="42"/>
                    </a:cubicBezTo>
                    <a:cubicBezTo>
                      <a:pt x="223" y="43"/>
                      <a:pt x="225" y="45"/>
                      <a:pt x="224" y="46"/>
                    </a:cubicBezTo>
                    <a:cubicBezTo>
                      <a:pt x="224" y="46"/>
                      <a:pt x="220" y="45"/>
                      <a:pt x="219" y="45"/>
                    </a:cubicBezTo>
                    <a:cubicBezTo>
                      <a:pt x="216" y="46"/>
                      <a:pt x="212" y="46"/>
                      <a:pt x="209" y="47"/>
                    </a:cubicBezTo>
                    <a:cubicBezTo>
                      <a:pt x="206" y="48"/>
                      <a:pt x="206" y="54"/>
                      <a:pt x="202" y="54"/>
                    </a:cubicBezTo>
                    <a:cubicBezTo>
                      <a:pt x="200" y="54"/>
                      <a:pt x="198" y="53"/>
                      <a:pt x="197" y="55"/>
                    </a:cubicBezTo>
                    <a:cubicBezTo>
                      <a:pt x="196" y="56"/>
                      <a:pt x="194" y="58"/>
                      <a:pt x="192" y="58"/>
                    </a:cubicBezTo>
                    <a:cubicBezTo>
                      <a:pt x="189" y="57"/>
                      <a:pt x="183" y="53"/>
                      <a:pt x="182" y="59"/>
                    </a:cubicBezTo>
                    <a:cubicBezTo>
                      <a:pt x="182" y="61"/>
                      <a:pt x="184" y="62"/>
                      <a:pt x="184" y="63"/>
                    </a:cubicBezTo>
                    <a:cubicBezTo>
                      <a:pt x="184" y="65"/>
                      <a:pt x="181" y="65"/>
                      <a:pt x="180" y="66"/>
                    </a:cubicBezTo>
                    <a:cubicBezTo>
                      <a:pt x="177" y="69"/>
                      <a:pt x="176" y="72"/>
                      <a:pt x="172" y="72"/>
                    </a:cubicBezTo>
                    <a:cubicBezTo>
                      <a:pt x="167" y="72"/>
                      <a:pt x="162" y="72"/>
                      <a:pt x="157" y="73"/>
                    </a:cubicBezTo>
                    <a:cubicBezTo>
                      <a:pt x="155" y="74"/>
                      <a:pt x="151" y="78"/>
                      <a:pt x="150" y="77"/>
                    </a:cubicBezTo>
                    <a:cubicBezTo>
                      <a:pt x="148" y="77"/>
                      <a:pt x="147" y="75"/>
                      <a:pt x="146" y="75"/>
                    </a:cubicBezTo>
                    <a:cubicBezTo>
                      <a:pt x="144" y="75"/>
                      <a:pt x="143" y="75"/>
                      <a:pt x="141" y="75"/>
                    </a:cubicBezTo>
                    <a:cubicBezTo>
                      <a:pt x="139" y="74"/>
                      <a:pt x="137" y="74"/>
                      <a:pt x="135" y="72"/>
                    </a:cubicBezTo>
                    <a:cubicBezTo>
                      <a:pt x="133" y="71"/>
                      <a:pt x="132" y="71"/>
                      <a:pt x="131" y="70"/>
                    </a:cubicBezTo>
                    <a:cubicBezTo>
                      <a:pt x="127" y="70"/>
                      <a:pt x="125" y="70"/>
                      <a:pt x="121" y="70"/>
                    </a:cubicBezTo>
                    <a:cubicBezTo>
                      <a:pt x="118" y="70"/>
                      <a:pt x="113" y="71"/>
                      <a:pt x="109" y="70"/>
                    </a:cubicBezTo>
                    <a:cubicBezTo>
                      <a:pt x="108" y="70"/>
                      <a:pt x="107" y="68"/>
                      <a:pt x="107" y="67"/>
                    </a:cubicBezTo>
                    <a:cubicBezTo>
                      <a:pt x="105" y="65"/>
                      <a:pt x="104" y="63"/>
                      <a:pt x="102" y="61"/>
                    </a:cubicBezTo>
                    <a:cubicBezTo>
                      <a:pt x="99" y="59"/>
                      <a:pt x="97" y="56"/>
                      <a:pt x="94" y="56"/>
                    </a:cubicBezTo>
                    <a:cubicBezTo>
                      <a:pt x="92" y="56"/>
                      <a:pt x="81" y="56"/>
                      <a:pt x="83" y="52"/>
                    </a:cubicBezTo>
                    <a:cubicBezTo>
                      <a:pt x="85" y="48"/>
                      <a:pt x="84" y="41"/>
                      <a:pt x="79" y="38"/>
                    </a:cubicBezTo>
                    <a:cubicBezTo>
                      <a:pt x="75" y="35"/>
                      <a:pt x="70" y="35"/>
                      <a:pt x="69" y="29"/>
                    </a:cubicBezTo>
                    <a:cubicBezTo>
                      <a:pt x="68" y="30"/>
                      <a:pt x="67" y="29"/>
                      <a:pt x="66" y="30"/>
                    </a:cubicBezTo>
                    <a:cubicBezTo>
                      <a:pt x="65" y="31"/>
                      <a:pt x="65" y="31"/>
                      <a:pt x="65" y="32"/>
                    </a:cubicBezTo>
                    <a:cubicBezTo>
                      <a:pt x="63" y="35"/>
                      <a:pt x="60" y="34"/>
                      <a:pt x="59" y="37"/>
                    </a:cubicBezTo>
                    <a:cubicBezTo>
                      <a:pt x="59" y="39"/>
                      <a:pt x="61" y="41"/>
                      <a:pt x="60" y="42"/>
                    </a:cubicBezTo>
                    <a:cubicBezTo>
                      <a:pt x="59" y="43"/>
                      <a:pt x="57" y="44"/>
                      <a:pt x="56" y="44"/>
                    </a:cubicBezTo>
                    <a:cubicBezTo>
                      <a:pt x="55" y="45"/>
                      <a:pt x="54" y="43"/>
                      <a:pt x="53" y="44"/>
                    </a:cubicBezTo>
                    <a:cubicBezTo>
                      <a:pt x="51" y="44"/>
                      <a:pt x="50" y="43"/>
                      <a:pt x="48" y="42"/>
                    </a:cubicBezTo>
                    <a:cubicBezTo>
                      <a:pt x="47" y="41"/>
                      <a:pt x="46" y="46"/>
                      <a:pt x="45" y="47"/>
                    </a:cubicBezTo>
                    <a:cubicBezTo>
                      <a:pt x="45" y="48"/>
                      <a:pt x="44" y="50"/>
                      <a:pt x="44" y="51"/>
                    </a:cubicBezTo>
                    <a:cubicBezTo>
                      <a:pt x="44" y="53"/>
                      <a:pt x="45" y="53"/>
                      <a:pt x="45" y="54"/>
                    </a:cubicBezTo>
                    <a:cubicBezTo>
                      <a:pt x="45" y="56"/>
                      <a:pt x="39" y="54"/>
                      <a:pt x="39" y="54"/>
                    </a:cubicBezTo>
                    <a:cubicBezTo>
                      <a:pt x="37" y="55"/>
                      <a:pt x="33" y="55"/>
                      <a:pt x="32" y="56"/>
                    </a:cubicBezTo>
                    <a:cubicBezTo>
                      <a:pt x="33" y="55"/>
                      <a:pt x="34" y="62"/>
                      <a:pt x="34" y="63"/>
                    </a:cubicBezTo>
                    <a:cubicBezTo>
                      <a:pt x="35" y="64"/>
                      <a:pt x="36" y="65"/>
                      <a:pt x="37" y="66"/>
                    </a:cubicBezTo>
                    <a:cubicBezTo>
                      <a:pt x="37" y="67"/>
                      <a:pt x="34" y="69"/>
                      <a:pt x="33" y="70"/>
                    </a:cubicBezTo>
                    <a:cubicBezTo>
                      <a:pt x="32" y="71"/>
                      <a:pt x="33" y="74"/>
                      <a:pt x="32" y="74"/>
                    </a:cubicBezTo>
                    <a:cubicBezTo>
                      <a:pt x="31" y="75"/>
                      <a:pt x="29" y="75"/>
                      <a:pt x="28" y="76"/>
                    </a:cubicBezTo>
                    <a:cubicBezTo>
                      <a:pt x="26" y="77"/>
                      <a:pt x="25" y="78"/>
                      <a:pt x="24" y="79"/>
                    </a:cubicBezTo>
                    <a:cubicBezTo>
                      <a:pt x="22" y="79"/>
                      <a:pt x="21" y="79"/>
                      <a:pt x="19" y="80"/>
                    </a:cubicBezTo>
                    <a:cubicBezTo>
                      <a:pt x="17" y="80"/>
                      <a:pt x="16" y="81"/>
                      <a:pt x="15" y="83"/>
                    </a:cubicBezTo>
                    <a:cubicBezTo>
                      <a:pt x="15" y="83"/>
                      <a:pt x="11" y="84"/>
                      <a:pt x="11" y="84"/>
                    </a:cubicBezTo>
                    <a:cubicBezTo>
                      <a:pt x="11" y="84"/>
                      <a:pt x="11" y="83"/>
                      <a:pt x="11" y="83"/>
                    </a:cubicBezTo>
                    <a:cubicBezTo>
                      <a:pt x="10" y="83"/>
                      <a:pt x="9" y="83"/>
                      <a:pt x="7" y="83"/>
                    </a:cubicBezTo>
                    <a:cubicBezTo>
                      <a:pt x="6" y="83"/>
                      <a:pt x="3" y="85"/>
                      <a:pt x="3" y="86"/>
                    </a:cubicBezTo>
                    <a:cubicBezTo>
                      <a:pt x="2" y="88"/>
                      <a:pt x="1" y="90"/>
                      <a:pt x="1" y="91"/>
                    </a:cubicBezTo>
                    <a:cubicBezTo>
                      <a:pt x="0" y="93"/>
                      <a:pt x="3" y="95"/>
                      <a:pt x="4" y="95"/>
                    </a:cubicBezTo>
                    <a:cubicBezTo>
                      <a:pt x="7" y="95"/>
                      <a:pt x="6" y="95"/>
                      <a:pt x="7" y="98"/>
                    </a:cubicBezTo>
                    <a:cubicBezTo>
                      <a:pt x="7" y="99"/>
                      <a:pt x="8" y="99"/>
                      <a:pt x="8" y="101"/>
                    </a:cubicBezTo>
                    <a:cubicBezTo>
                      <a:pt x="8" y="101"/>
                      <a:pt x="7" y="103"/>
                      <a:pt x="7" y="103"/>
                    </a:cubicBezTo>
                    <a:cubicBezTo>
                      <a:pt x="9" y="104"/>
                      <a:pt x="10" y="104"/>
                      <a:pt x="11" y="105"/>
                    </a:cubicBezTo>
                    <a:cubicBezTo>
                      <a:pt x="13" y="107"/>
                      <a:pt x="12" y="109"/>
                      <a:pt x="14" y="110"/>
                    </a:cubicBezTo>
                    <a:cubicBezTo>
                      <a:pt x="16" y="111"/>
                      <a:pt x="18" y="112"/>
                      <a:pt x="20" y="113"/>
                    </a:cubicBezTo>
                    <a:cubicBezTo>
                      <a:pt x="21" y="113"/>
                      <a:pt x="22" y="112"/>
                      <a:pt x="23" y="111"/>
                    </a:cubicBezTo>
                    <a:cubicBezTo>
                      <a:pt x="26" y="109"/>
                      <a:pt x="31" y="110"/>
                      <a:pt x="33" y="113"/>
                    </a:cubicBezTo>
                    <a:cubicBezTo>
                      <a:pt x="34" y="115"/>
                      <a:pt x="32" y="116"/>
                      <a:pt x="31" y="117"/>
                    </a:cubicBezTo>
                    <a:cubicBezTo>
                      <a:pt x="30" y="118"/>
                      <a:pt x="30" y="118"/>
                      <a:pt x="30" y="119"/>
                    </a:cubicBezTo>
                    <a:cubicBezTo>
                      <a:pt x="29" y="121"/>
                      <a:pt x="28" y="121"/>
                      <a:pt x="27" y="121"/>
                    </a:cubicBezTo>
                    <a:cubicBezTo>
                      <a:pt x="24" y="123"/>
                      <a:pt x="32" y="126"/>
                      <a:pt x="29" y="128"/>
                    </a:cubicBezTo>
                    <a:cubicBezTo>
                      <a:pt x="28" y="130"/>
                      <a:pt x="27" y="129"/>
                      <a:pt x="25" y="129"/>
                    </a:cubicBezTo>
                    <a:cubicBezTo>
                      <a:pt x="21" y="128"/>
                      <a:pt x="26" y="132"/>
                      <a:pt x="26" y="132"/>
                    </a:cubicBezTo>
                    <a:cubicBezTo>
                      <a:pt x="26" y="134"/>
                      <a:pt x="25" y="135"/>
                      <a:pt x="27" y="135"/>
                    </a:cubicBezTo>
                    <a:cubicBezTo>
                      <a:pt x="29" y="136"/>
                      <a:pt x="29" y="137"/>
                      <a:pt x="31" y="138"/>
                    </a:cubicBezTo>
                    <a:cubicBezTo>
                      <a:pt x="33" y="138"/>
                      <a:pt x="34" y="140"/>
                      <a:pt x="36" y="141"/>
                    </a:cubicBezTo>
                    <a:cubicBezTo>
                      <a:pt x="36" y="141"/>
                      <a:pt x="37" y="142"/>
                      <a:pt x="38" y="142"/>
                    </a:cubicBezTo>
                    <a:cubicBezTo>
                      <a:pt x="39" y="142"/>
                      <a:pt x="38" y="140"/>
                      <a:pt x="40" y="140"/>
                    </a:cubicBezTo>
                    <a:cubicBezTo>
                      <a:pt x="44" y="140"/>
                      <a:pt x="46" y="147"/>
                      <a:pt x="50" y="147"/>
                    </a:cubicBezTo>
                    <a:cubicBezTo>
                      <a:pt x="52" y="147"/>
                      <a:pt x="52" y="150"/>
                      <a:pt x="54" y="150"/>
                    </a:cubicBezTo>
                    <a:cubicBezTo>
                      <a:pt x="56" y="151"/>
                      <a:pt x="57" y="153"/>
                      <a:pt x="58" y="153"/>
                    </a:cubicBezTo>
                    <a:cubicBezTo>
                      <a:pt x="60" y="151"/>
                      <a:pt x="60" y="154"/>
                      <a:pt x="62" y="154"/>
                    </a:cubicBezTo>
                    <a:cubicBezTo>
                      <a:pt x="63" y="154"/>
                      <a:pt x="63" y="153"/>
                      <a:pt x="64" y="153"/>
                    </a:cubicBezTo>
                    <a:cubicBezTo>
                      <a:pt x="65" y="153"/>
                      <a:pt x="65" y="154"/>
                      <a:pt x="66" y="155"/>
                    </a:cubicBezTo>
                    <a:cubicBezTo>
                      <a:pt x="68" y="155"/>
                      <a:pt x="70" y="155"/>
                      <a:pt x="72" y="154"/>
                    </a:cubicBezTo>
                    <a:cubicBezTo>
                      <a:pt x="75" y="153"/>
                      <a:pt x="73" y="155"/>
                      <a:pt x="74" y="156"/>
                    </a:cubicBezTo>
                    <a:cubicBezTo>
                      <a:pt x="74" y="156"/>
                      <a:pt x="76" y="153"/>
                      <a:pt x="77" y="153"/>
                    </a:cubicBezTo>
                    <a:cubicBezTo>
                      <a:pt x="78" y="152"/>
                      <a:pt x="80" y="152"/>
                      <a:pt x="81" y="153"/>
                    </a:cubicBezTo>
                    <a:cubicBezTo>
                      <a:pt x="83" y="155"/>
                      <a:pt x="85" y="153"/>
                      <a:pt x="87" y="154"/>
                    </a:cubicBezTo>
                    <a:cubicBezTo>
                      <a:pt x="89" y="155"/>
                      <a:pt x="91" y="153"/>
                      <a:pt x="92" y="151"/>
                    </a:cubicBezTo>
                    <a:cubicBezTo>
                      <a:pt x="93" y="151"/>
                      <a:pt x="93" y="150"/>
                      <a:pt x="94" y="150"/>
                    </a:cubicBezTo>
                    <a:cubicBezTo>
                      <a:pt x="95" y="149"/>
                      <a:pt x="96" y="150"/>
                      <a:pt x="97" y="149"/>
                    </a:cubicBezTo>
                    <a:cubicBezTo>
                      <a:pt x="98" y="148"/>
                      <a:pt x="99" y="146"/>
                      <a:pt x="101" y="147"/>
                    </a:cubicBezTo>
                    <a:cubicBezTo>
                      <a:pt x="103" y="148"/>
                      <a:pt x="103" y="148"/>
                      <a:pt x="106" y="146"/>
                    </a:cubicBezTo>
                    <a:cubicBezTo>
                      <a:pt x="107" y="145"/>
                      <a:pt x="109" y="148"/>
                      <a:pt x="109" y="149"/>
                    </a:cubicBezTo>
                    <a:cubicBezTo>
                      <a:pt x="108" y="151"/>
                      <a:pt x="106" y="152"/>
                      <a:pt x="108" y="152"/>
                    </a:cubicBezTo>
                    <a:cubicBezTo>
                      <a:pt x="111" y="152"/>
                      <a:pt x="111" y="152"/>
                      <a:pt x="114" y="151"/>
                    </a:cubicBezTo>
                    <a:cubicBezTo>
                      <a:pt x="115" y="151"/>
                      <a:pt x="116" y="154"/>
                      <a:pt x="116" y="155"/>
                    </a:cubicBezTo>
                    <a:cubicBezTo>
                      <a:pt x="116" y="155"/>
                      <a:pt x="116" y="157"/>
                      <a:pt x="117" y="156"/>
                    </a:cubicBezTo>
                    <a:cubicBezTo>
                      <a:pt x="117" y="156"/>
                      <a:pt x="119" y="156"/>
                      <a:pt x="119" y="157"/>
                    </a:cubicBezTo>
                    <a:cubicBezTo>
                      <a:pt x="119" y="158"/>
                      <a:pt x="117" y="159"/>
                      <a:pt x="118" y="160"/>
                    </a:cubicBezTo>
                    <a:cubicBezTo>
                      <a:pt x="119" y="162"/>
                      <a:pt x="118" y="165"/>
                      <a:pt x="117" y="166"/>
                    </a:cubicBezTo>
                    <a:cubicBezTo>
                      <a:pt x="116" y="168"/>
                      <a:pt x="114" y="169"/>
                      <a:pt x="113" y="170"/>
                    </a:cubicBezTo>
                    <a:cubicBezTo>
                      <a:pt x="113" y="171"/>
                      <a:pt x="113" y="176"/>
                      <a:pt x="112" y="175"/>
                    </a:cubicBezTo>
                    <a:cubicBezTo>
                      <a:pt x="113" y="176"/>
                      <a:pt x="119" y="173"/>
                      <a:pt x="120" y="175"/>
                    </a:cubicBezTo>
                    <a:cubicBezTo>
                      <a:pt x="120" y="175"/>
                      <a:pt x="118" y="176"/>
                      <a:pt x="119" y="178"/>
                    </a:cubicBezTo>
                    <a:cubicBezTo>
                      <a:pt x="120" y="180"/>
                      <a:pt x="123" y="180"/>
                      <a:pt x="122" y="181"/>
                    </a:cubicBezTo>
                    <a:cubicBezTo>
                      <a:pt x="122" y="182"/>
                      <a:pt x="121" y="184"/>
                      <a:pt x="121" y="185"/>
                    </a:cubicBezTo>
                    <a:cubicBezTo>
                      <a:pt x="122" y="186"/>
                      <a:pt x="125" y="185"/>
                      <a:pt x="125" y="186"/>
                    </a:cubicBezTo>
                    <a:cubicBezTo>
                      <a:pt x="125" y="186"/>
                      <a:pt x="125" y="187"/>
                      <a:pt x="125" y="187"/>
                    </a:cubicBezTo>
                    <a:cubicBezTo>
                      <a:pt x="125" y="189"/>
                      <a:pt x="126" y="188"/>
                      <a:pt x="127" y="188"/>
                    </a:cubicBezTo>
                    <a:cubicBezTo>
                      <a:pt x="128" y="188"/>
                      <a:pt x="129" y="187"/>
                      <a:pt x="130" y="188"/>
                    </a:cubicBezTo>
                    <a:cubicBezTo>
                      <a:pt x="131" y="188"/>
                      <a:pt x="132" y="189"/>
                      <a:pt x="133" y="190"/>
                    </a:cubicBezTo>
                    <a:cubicBezTo>
                      <a:pt x="135" y="191"/>
                      <a:pt x="134" y="187"/>
                      <a:pt x="134" y="186"/>
                    </a:cubicBezTo>
                    <a:cubicBezTo>
                      <a:pt x="132" y="182"/>
                      <a:pt x="134" y="184"/>
                      <a:pt x="136" y="182"/>
                    </a:cubicBezTo>
                    <a:cubicBezTo>
                      <a:pt x="138" y="181"/>
                      <a:pt x="137" y="182"/>
                      <a:pt x="139" y="183"/>
                    </a:cubicBezTo>
                    <a:cubicBezTo>
                      <a:pt x="139" y="183"/>
                      <a:pt x="141" y="182"/>
                      <a:pt x="141" y="182"/>
                    </a:cubicBezTo>
                    <a:cubicBezTo>
                      <a:pt x="141" y="183"/>
                      <a:pt x="143" y="181"/>
                      <a:pt x="143" y="182"/>
                    </a:cubicBezTo>
                    <a:cubicBezTo>
                      <a:pt x="144" y="183"/>
                      <a:pt x="144" y="184"/>
                      <a:pt x="146" y="182"/>
                    </a:cubicBezTo>
                    <a:cubicBezTo>
                      <a:pt x="147" y="181"/>
                      <a:pt x="147" y="182"/>
                      <a:pt x="148" y="181"/>
                    </a:cubicBezTo>
                    <a:cubicBezTo>
                      <a:pt x="149" y="180"/>
                      <a:pt x="149" y="178"/>
                      <a:pt x="151" y="178"/>
                    </a:cubicBezTo>
                    <a:cubicBezTo>
                      <a:pt x="152" y="178"/>
                      <a:pt x="153" y="180"/>
                      <a:pt x="155" y="180"/>
                    </a:cubicBezTo>
                    <a:cubicBezTo>
                      <a:pt x="155" y="180"/>
                      <a:pt x="159" y="181"/>
                      <a:pt x="159" y="181"/>
                    </a:cubicBezTo>
                    <a:cubicBezTo>
                      <a:pt x="159" y="182"/>
                      <a:pt x="157" y="183"/>
                      <a:pt x="157" y="184"/>
                    </a:cubicBezTo>
                    <a:cubicBezTo>
                      <a:pt x="158" y="185"/>
                      <a:pt x="160" y="186"/>
                      <a:pt x="161" y="187"/>
                    </a:cubicBezTo>
                    <a:cubicBezTo>
                      <a:pt x="163" y="188"/>
                      <a:pt x="167" y="189"/>
                      <a:pt x="168" y="186"/>
                    </a:cubicBezTo>
                    <a:cubicBezTo>
                      <a:pt x="168" y="186"/>
                      <a:pt x="170" y="188"/>
                      <a:pt x="170" y="188"/>
                    </a:cubicBezTo>
                    <a:cubicBezTo>
                      <a:pt x="171" y="189"/>
                      <a:pt x="172" y="187"/>
                      <a:pt x="174" y="188"/>
                    </a:cubicBezTo>
                    <a:cubicBezTo>
                      <a:pt x="175" y="189"/>
                      <a:pt x="173" y="190"/>
                      <a:pt x="173" y="191"/>
                    </a:cubicBezTo>
                    <a:cubicBezTo>
                      <a:pt x="173" y="192"/>
                      <a:pt x="175" y="194"/>
                      <a:pt x="175" y="195"/>
                    </a:cubicBezTo>
                    <a:cubicBezTo>
                      <a:pt x="176" y="195"/>
                      <a:pt x="177" y="194"/>
                      <a:pt x="178" y="194"/>
                    </a:cubicBezTo>
                    <a:cubicBezTo>
                      <a:pt x="178" y="193"/>
                      <a:pt x="175" y="192"/>
                      <a:pt x="176" y="191"/>
                    </a:cubicBezTo>
                    <a:cubicBezTo>
                      <a:pt x="178" y="188"/>
                      <a:pt x="180" y="188"/>
                      <a:pt x="183" y="187"/>
                    </a:cubicBezTo>
                    <a:cubicBezTo>
                      <a:pt x="185" y="186"/>
                      <a:pt x="187" y="186"/>
                      <a:pt x="189" y="186"/>
                    </a:cubicBezTo>
                    <a:cubicBezTo>
                      <a:pt x="190" y="186"/>
                      <a:pt x="190" y="184"/>
                      <a:pt x="191" y="184"/>
                    </a:cubicBezTo>
                    <a:cubicBezTo>
                      <a:pt x="193" y="184"/>
                      <a:pt x="192" y="183"/>
                      <a:pt x="192" y="182"/>
                    </a:cubicBezTo>
                    <a:cubicBezTo>
                      <a:pt x="192" y="183"/>
                      <a:pt x="196" y="182"/>
                      <a:pt x="196" y="182"/>
                    </a:cubicBezTo>
                    <a:cubicBezTo>
                      <a:pt x="198" y="181"/>
                      <a:pt x="200" y="182"/>
                      <a:pt x="202" y="182"/>
                    </a:cubicBezTo>
                    <a:cubicBezTo>
                      <a:pt x="204" y="182"/>
                      <a:pt x="205" y="181"/>
                      <a:pt x="207" y="180"/>
                    </a:cubicBezTo>
                    <a:cubicBezTo>
                      <a:pt x="208" y="180"/>
                      <a:pt x="208" y="177"/>
                      <a:pt x="209" y="177"/>
                    </a:cubicBezTo>
                    <a:cubicBezTo>
                      <a:pt x="211" y="177"/>
                      <a:pt x="212" y="176"/>
                      <a:pt x="213" y="175"/>
                    </a:cubicBezTo>
                    <a:cubicBezTo>
                      <a:pt x="214" y="175"/>
                      <a:pt x="215" y="174"/>
                      <a:pt x="215" y="173"/>
                    </a:cubicBezTo>
                    <a:cubicBezTo>
                      <a:pt x="214" y="173"/>
                      <a:pt x="218" y="172"/>
                      <a:pt x="218" y="172"/>
                    </a:cubicBezTo>
                    <a:cubicBezTo>
                      <a:pt x="219" y="171"/>
                      <a:pt x="220" y="169"/>
                      <a:pt x="221" y="168"/>
                    </a:cubicBezTo>
                    <a:cubicBezTo>
                      <a:pt x="222" y="167"/>
                      <a:pt x="222" y="167"/>
                      <a:pt x="222" y="166"/>
                    </a:cubicBezTo>
                    <a:cubicBezTo>
                      <a:pt x="223" y="164"/>
                      <a:pt x="221" y="165"/>
                      <a:pt x="221" y="164"/>
                    </a:cubicBezTo>
                    <a:cubicBezTo>
                      <a:pt x="221" y="164"/>
                      <a:pt x="226" y="164"/>
                      <a:pt x="223" y="162"/>
                    </a:cubicBezTo>
                    <a:cubicBezTo>
                      <a:pt x="222" y="161"/>
                      <a:pt x="223" y="161"/>
                      <a:pt x="224" y="161"/>
                    </a:cubicBezTo>
                    <a:cubicBezTo>
                      <a:pt x="225" y="161"/>
                      <a:pt x="225" y="160"/>
                      <a:pt x="226" y="159"/>
                    </a:cubicBezTo>
                    <a:cubicBezTo>
                      <a:pt x="227" y="158"/>
                      <a:pt x="227" y="157"/>
                      <a:pt x="228" y="156"/>
                    </a:cubicBezTo>
                    <a:cubicBezTo>
                      <a:pt x="228" y="156"/>
                      <a:pt x="228" y="154"/>
                      <a:pt x="228" y="154"/>
                    </a:cubicBezTo>
                    <a:cubicBezTo>
                      <a:pt x="229" y="153"/>
                      <a:pt x="230" y="153"/>
                      <a:pt x="231" y="152"/>
                    </a:cubicBezTo>
                    <a:cubicBezTo>
                      <a:pt x="232" y="151"/>
                      <a:pt x="231" y="150"/>
                      <a:pt x="231" y="150"/>
                    </a:cubicBezTo>
                    <a:cubicBezTo>
                      <a:pt x="231" y="149"/>
                      <a:pt x="232" y="149"/>
                      <a:pt x="232" y="149"/>
                    </a:cubicBezTo>
                    <a:cubicBezTo>
                      <a:pt x="233" y="149"/>
                      <a:pt x="232" y="147"/>
                      <a:pt x="232" y="147"/>
                    </a:cubicBezTo>
                    <a:cubicBezTo>
                      <a:pt x="232" y="147"/>
                      <a:pt x="234" y="148"/>
                      <a:pt x="234" y="147"/>
                    </a:cubicBezTo>
                    <a:cubicBezTo>
                      <a:pt x="236" y="146"/>
                      <a:pt x="234" y="146"/>
                      <a:pt x="233" y="145"/>
                    </a:cubicBezTo>
                    <a:cubicBezTo>
                      <a:pt x="233" y="145"/>
                      <a:pt x="236" y="143"/>
                      <a:pt x="236" y="143"/>
                    </a:cubicBezTo>
                    <a:cubicBezTo>
                      <a:pt x="235" y="145"/>
                      <a:pt x="232" y="142"/>
                      <a:pt x="231" y="141"/>
                    </a:cubicBezTo>
                    <a:cubicBezTo>
                      <a:pt x="231" y="141"/>
                      <a:pt x="230" y="142"/>
                      <a:pt x="229" y="142"/>
                    </a:cubicBezTo>
                    <a:cubicBezTo>
                      <a:pt x="228" y="143"/>
                      <a:pt x="227" y="141"/>
                      <a:pt x="226" y="142"/>
                    </a:cubicBezTo>
                    <a:cubicBezTo>
                      <a:pt x="228" y="141"/>
                      <a:pt x="230" y="140"/>
                      <a:pt x="231" y="139"/>
                    </a:cubicBezTo>
                    <a:cubicBezTo>
                      <a:pt x="232" y="138"/>
                      <a:pt x="235" y="138"/>
                      <a:pt x="233" y="136"/>
                    </a:cubicBezTo>
                    <a:cubicBezTo>
                      <a:pt x="231" y="135"/>
                      <a:pt x="230" y="134"/>
                      <a:pt x="228" y="132"/>
                    </a:cubicBezTo>
                    <a:cubicBezTo>
                      <a:pt x="228" y="131"/>
                      <a:pt x="223" y="133"/>
                      <a:pt x="223" y="130"/>
                    </a:cubicBezTo>
                    <a:cubicBezTo>
                      <a:pt x="223" y="132"/>
                      <a:pt x="228" y="132"/>
                      <a:pt x="229" y="132"/>
                    </a:cubicBezTo>
                    <a:cubicBezTo>
                      <a:pt x="230" y="132"/>
                      <a:pt x="233" y="135"/>
                      <a:pt x="234" y="133"/>
                    </a:cubicBezTo>
                    <a:cubicBezTo>
                      <a:pt x="235" y="131"/>
                      <a:pt x="229" y="129"/>
                      <a:pt x="229" y="127"/>
                    </a:cubicBezTo>
                    <a:cubicBezTo>
                      <a:pt x="228" y="125"/>
                      <a:pt x="228" y="121"/>
                      <a:pt x="226" y="120"/>
                    </a:cubicBezTo>
                    <a:cubicBezTo>
                      <a:pt x="225" y="118"/>
                      <a:pt x="219" y="118"/>
                      <a:pt x="221" y="115"/>
                    </a:cubicBezTo>
                    <a:cubicBezTo>
                      <a:pt x="222" y="113"/>
                      <a:pt x="223" y="112"/>
                      <a:pt x="224" y="111"/>
                    </a:cubicBezTo>
                    <a:cubicBezTo>
                      <a:pt x="226" y="109"/>
                      <a:pt x="224" y="110"/>
                      <a:pt x="225" y="109"/>
                    </a:cubicBezTo>
                    <a:cubicBezTo>
                      <a:pt x="225" y="108"/>
                      <a:pt x="228" y="109"/>
                      <a:pt x="228" y="109"/>
                    </a:cubicBezTo>
                    <a:cubicBezTo>
                      <a:pt x="229" y="108"/>
                      <a:pt x="227" y="107"/>
                      <a:pt x="229" y="106"/>
                    </a:cubicBezTo>
                    <a:cubicBezTo>
                      <a:pt x="231" y="106"/>
                      <a:pt x="232" y="105"/>
                      <a:pt x="233" y="104"/>
                    </a:cubicBezTo>
                    <a:cubicBezTo>
                      <a:pt x="234" y="104"/>
                      <a:pt x="235" y="104"/>
                      <a:pt x="235" y="104"/>
                    </a:cubicBezTo>
                    <a:cubicBezTo>
                      <a:pt x="236" y="104"/>
                      <a:pt x="235" y="105"/>
                      <a:pt x="236" y="105"/>
                    </a:cubicBezTo>
                    <a:cubicBezTo>
                      <a:pt x="237" y="106"/>
                      <a:pt x="238" y="103"/>
                      <a:pt x="238" y="102"/>
                    </a:cubicBezTo>
                    <a:cubicBezTo>
                      <a:pt x="236" y="100"/>
                      <a:pt x="234" y="101"/>
                      <a:pt x="233" y="101"/>
                    </a:cubicBezTo>
                    <a:cubicBezTo>
                      <a:pt x="231" y="101"/>
                      <a:pt x="230" y="99"/>
                      <a:pt x="228" y="100"/>
                    </a:cubicBezTo>
                    <a:cubicBezTo>
                      <a:pt x="227" y="100"/>
                      <a:pt x="226" y="102"/>
                      <a:pt x="224" y="102"/>
                    </a:cubicBezTo>
                    <a:cubicBezTo>
                      <a:pt x="223" y="103"/>
                      <a:pt x="221" y="103"/>
                      <a:pt x="220" y="102"/>
                    </a:cubicBezTo>
                    <a:cubicBezTo>
                      <a:pt x="219" y="101"/>
                      <a:pt x="221" y="99"/>
                      <a:pt x="220" y="98"/>
                    </a:cubicBezTo>
                    <a:cubicBezTo>
                      <a:pt x="218" y="97"/>
                      <a:pt x="210" y="97"/>
                      <a:pt x="213" y="92"/>
                    </a:cubicBezTo>
                    <a:cubicBezTo>
                      <a:pt x="214" y="91"/>
                      <a:pt x="215" y="92"/>
                      <a:pt x="217" y="92"/>
                    </a:cubicBezTo>
                    <a:cubicBezTo>
                      <a:pt x="218" y="92"/>
                      <a:pt x="220" y="91"/>
                      <a:pt x="221" y="90"/>
                    </a:cubicBezTo>
                    <a:cubicBezTo>
                      <a:pt x="223" y="87"/>
                      <a:pt x="226" y="85"/>
                      <a:pt x="229" y="83"/>
                    </a:cubicBezTo>
                    <a:cubicBezTo>
                      <a:pt x="230" y="81"/>
                      <a:pt x="231" y="81"/>
                      <a:pt x="233" y="81"/>
                    </a:cubicBezTo>
                    <a:cubicBezTo>
                      <a:pt x="233" y="82"/>
                      <a:pt x="236" y="82"/>
                      <a:pt x="236" y="83"/>
                    </a:cubicBezTo>
                    <a:cubicBezTo>
                      <a:pt x="235" y="84"/>
                      <a:pt x="235" y="86"/>
                      <a:pt x="234" y="87"/>
                    </a:cubicBezTo>
                    <a:cubicBezTo>
                      <a:pt x="233" y="87"/>
                      <a:pt x="231" y="88"/>
                      <a:pt x="231" y="89"/>
                    </a:cubicBezTo>
                    <a:cubicBezTo>
                      <a:pt x="231" y="90"/>
                      <a:pt x="234" y="90"/>
                      <a:pt x="234" y="90"/>
                    </a:cubicBezTo>
                    <a:cubicBezTo>
                      <a:pt x="234" y="90"/>
                      <a:pt x="230" y="93"/>
                      <a:pt x="231" y="93"/>
                    </a:cubicBezTo>
                    <a:cubicBezTo>
                      <a:pt x="232" y="94"/>
                      <a:pt x="237" y="89"/>
                      <a:pt x="238" y="89"/>
                    </a:cubicBezTo>
                    <a:cubicBezTo>
                      <a:pt x="240" y="88"/>
                      <a:pt x="242" y="87"/>
                      <a:pt x="244" y="87"/>
                    </a:cubicBezTo>
                    <a:cubicBezTo>
                      <a:pt x="246" y="87"/>
                      <a:pt x="246" y="87"/>
                      <a:pt x="247" y="85"/>
                    </a:cubicBezTo>
                    <a:cubicBezTo>
                      <a:pt x="249" y="84"/>
                      <a:pt x="252" y="83"/>
                      <a:pt x="254" y="81"/>
                    </a:cubicBezTo>
                    <a:cubicBezTo>
                      <a:pt x="255" y="80"/>
                      <a:pt x="257" y="77"/>
                      <a:pt x="259" y="77"/>
                    </a:cubicBezTo>
                    <a:cubicBezTo>
                      <a:pt x="260" y="76"/>
                      <a:pt x="266" y="80"/>
                      <a:pt x="266" y="77"/>
                    </a:cubicBezTo>
                    <a:cubicBezTo>
                      <a:pt x="266" y="76"/>
                      <a:pt x="265" y="75"/>
                      <a:pt x="266" y="74"/>
                    </a:cubicBezTo>
                    <a:cubicBezTo>
                      <a:pt x="267" y="74"/>
                      <a:pt x="268" y="74"/>
                      <a:pt x="269" y="74"/>
                    </a:cubicBezTo>
                    <a:cubicBezTo>
                      <a:pt x="271" y="74"/>
                      <a:pt x="270" y="73"/>
                      <a:pt x="271" y="72"/>
                    </a:cubicBezTo>
                    <a:cubicBezTo>
                      <a:pt x="273" y="71"/>
                      <a:pt x="274" y="72"/>
                      <a:pt x="274" y="70"/>
                    </a:cubicBezTo>
                    <a:cubicBezTo>
                      <a:pt x="274" y="67"/>
                      <a:pt x="277" y="70"/>
                      <a:pt x="278" y="71"/>
                    </a:cubicBezTo>
                    <a:cubicBezTo>
                      <a:pt x="278" y="69"/>
                      <a:pt x="281" y="69"/>
                      <a:pt x="281" y="67"/>
                    </a:cubicBezTo>
                    <a:cubicBezTo>
                      <a:pt x="281" y="65"/>
                      <a:pt x="282" y="62"/>
                      <a:pt x="281" y="60"/>
                    </a:cubicBezTo>
                    <a:cubicBezTo>
                      <a:pt x="279" y="57"/>
                      <a:pt x="280" y="58"/>
                      <a:pt x="282" y="56"/>
                    </a:cubicBezTo>
                    <a:cubicBezTo>
                      <a:pt x="284" y="55"/>
                      <a:pt x="285" y="54"/>
                      <a:pt x="287" y="55"/>
                    </a:cubicBezTo>
                    <a:cubicBezTo>
                      <a:pt x="290" y="56"/>
                      <a:pt x="290" y="56"/>
                      <a:pt x="291" y="53"/>
                    </a:cubicBezTo>
                    <a:cubicBezTo>
                      <a:pt x="292" y="51"/>
                      <a:pt x="294" y="50"/>
                      <a:pt x="295" y="47"/>
                    </a:cubicBezTo>
                    <a:cubicBezTo>
                      <a:pt x="295" y="45"/>
                      <a:pt x="296" y="43"/>
                      <a:pt x="298" y="41"/>
                    </a:cubicBezTo>
                    <a:cubicBezTo>
                      <a:pt x="300" y="39"/>
                      <a:pt x="298" y="39"/>
                      <a:pt x="298" y="3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7" name="Freeform 716"/>
              <p:cNvSpPr>
                <a:spLocks/>
              </p:cNvSpPr>
              <p:nvPr/>
            </p:nvSpPr>
            <p:spPr bwMode="auto">
              <a:xfrm>
                <a:off x="15747967" y="6357215"/>
                <a:ext cx="1464969" cy="637107"/>
              </a:xfrm>
              <a:custGeom>
                <a:avLst/>
                <a:gdLst>
                  <a:gd name="T0" fmla="*/ 0 w 157"/>
                  <a:gd name="T1" fmla="*/ 19 h 68"/>
                  <a:gd name="T2" fmla="*/ 7 w 157"/>
                  <a:gd name="T3" fmla="*/ 26 h 68"/>
                  <a:gd name="T4" fmla="*/ 12 w 157"/>
                  <a:gd name="T5" fmla="*/ 29 h 68"/>
                  <a:gd name="T6" fmla="*/ 15 w 157"/>
                  <a:gd name="T7" fmla="*/ 36 h 68"/>
                  <a:gd name="T8" fmla="*/ 15 w 157"/>
                  <a:gd name="T9" fmla="*/ 38 h 68"/>
                  <a:gd name="T10" fmla="*/ 15 w 157"/>
                  <a:gd name="T11" fmla="*/ 40 h 68"/>
                  <a:gd name="T12" fmla="*/ 16 w 157"/>
                  <a:gd name="T13" fmla="*/ 45 h 68"/>
                  <a:gd name="T14" fmla="*/ 28 w 157"/>
                  <a:gd name="T15" fmla="*/ 47 h 68"/>
                  <a:gd name="T16" fmla="*/ 36 w 157"/>
                  <a:gd name="T17" fmla="*/ 54 h 68"/>
                  <a:gd name="T18" fmla="*/ 39 w 157"/>
                  <a:gd name="T19" fmla="*/ 59 h 68"/>
                  <a:gd name="T20" fmla="*/ 44 w 157"/>
                  <a:gd name="T21" fmla="*/ 60 h 68"/>
                  <a:gd name="T22" fmla="*/ 56 w 157"/>
                  <a:gd name="T23" fmla="*/ 60 h 68"/>
                  <a:gd name="T24" fmla="*/ 64 w 157"/>
                  <a:gd name="T25" fmla="*/ 61 h 68"/>
                  <a:gd name="T26" fmla="*/ 69 w 157"/>
                  <a:gd name="T27" fmla="*/ 64 h 68"/>
                  <a:gd name="T28" fmla="*/ 76 w 157"/>
                  <a:gd name="T29" fmla="*/ 66 h 68"/>
                  <a:gd name="T30" fmla="*/ 81 w 157"/>
                  <a:gd name="T31" fmla="*/ 67 h 68"/>
                  <a:gd name="T32" fmla="*/ 93 w 157"/>
                  <a:gd name="T33" fmla="*/ 62 h 68"/>
                  <a:gd name="T34" fmla="*/ 106 w 157"/>
                  <a:gd name="T35" fmla="*/ 61 h 68"/>
                  <a:gd name="T36" fmla="*/ 113 w 157"/>
                  <a:gd name="T37" fmla="*/ 55 h 68"/>
                  <a:gd name="T38" fmla="*/ 114 w 157"/>
                  <a:gd name="T39" fmla="*/ 51 h 68"/>
                  <a:gd name="T40" fmla="*/ 115 w 157"/>
                  <a:gd name="T41" fmla="*/ 47 h 68"/>
                  <a:gd name="T42" fmla="*/ 126 w 157"/>
                  <a:gd name="T43" fmla="*/ 46 h 68"/>
                  <a:gd name="T44" fmla="*/ 130 w 157"/>
                  <a:gd name="T45" fmla="*/ 44 h 68"/>
                  <a:gd name="T46" fmla="*/ 137 w 157"/>
                  <a:gd name="T47" fmla="*/ 42 h 68"/>
                  <a:gd name="T48" fmla="*/ 139 w 157"/>
                  <a:gd name="T49" fmla="*/ 38 h 68"/>
                  <a:gd name="T50" fmla="*/ 143 w 157"/>
                  <a:gd name="T51" fmla="*/ 37 h 68"/>
                  <a:gd name="T52" fmla="*/ 154 w 157"/>
                  <a:gd name="T53" fmla="*/ 36 h 68"/>
                  <a:gd name="T54" fmla="*/ 150 w 157"/>
                  <a:gd name="T55" fmla="*/ 29 h 68"/>
                  <a:gd name="T56" fmla="*/ 145 w 157"/>
                  <a:gd name="T57" fmla="*/ 28 h 68"/>
                  <a:gd name="T58" fmla="*/ 141 w 157"/>
                  <a:gd name="T59" fmla="*/ 29 h 68"/>
                  <a:gd name="T60" fmla="*/ 136 w 157"/>
                  <a:gd name="T61" fmla="*/ 28 h 68"/>
                  <a:gd name="T62" fmla="*/ 134 w 157"/>
                  <a:gd name="T63" fmla="*/ 27 h 68"/>
                  <a:gd name="T64" fmla="*/ 137 w 157"/>
                  <a:gd name="T65" fmla="*/ 19 h 68"/>
                  <a:gd name="T66" fmla="*/ 137 w 157"/>
                  <a:gd name="T67" fmla="*/ 14 h 68"/>
                  <a:gd name="T68" fmla="*/ 131 w 157"/>
                  <a:gd name="T69" fmla="*/ 14 h 68"/>
                  <a:gd name="T70" fmla="*/ 124 w 157"/>
                  <a:gd name="T71" fmla="*/ 15 h 68"/>
                  <a:gd name="T72" fmla="*/ 114 w 157"/>
                  <a:gd name="T73" fmla="*/ 19 h 68"/>
                  <a:gd name="T74" fmla="*/ 103 w 157"/>
                  <a:gd name="T75" fmla="*/ 19 h 68"/>
                  <a:gd name="T76" fmla="*/ 98 w 157"/>
                  <a:gd name="T77" fmla="*/ 17 h 68"/>
                  <a:gd name="T78" fmla="*/ 94 w 157"/>
                  <a:gd name="T79" fmla="*/ 15 h 68"/>
                  <a:gd name="T80" fmla="*/ 83 w 157"/>
                  <a:gd name="T81" fmla="*/ 11 h 68"/>
                  <a:gd name="T82" fmla="*/ 77 w 157"/>
                  <a:gd name="T83" fmla="*/ 13 h 68"/>
                  <a:gd name="T84" fmla="*/ 71 w 157"/>
                  <a:gd name="T85" fmla="*/ 12 h 68"/>
                  <a:gd name="T86" fmla="*/ 68 w 157"/>
                  <a:gd name="T87" fmla="*/ 8 h 68"/>
                  <a:gd name="T88" fmla="*/ 64 w 157"/>
                  <a:gd name="T89" fmla="*/ 5 h 68"/>
                  <a:gd name="T90" fmla="*/ 58 w 157"/>
                  <a:gd name="T91" fmla="*/ 3 h 68"/>
                  <a:gd name="T92" fmla="*/ 52 w 157"/>
                  <a:gd name="T93" fmla="*/ 1 h 68"/>
                  <a:gd name="T94" fmla="*/ 45 w 157"/>
                  <a:gd name="T95" fmla="*/ 7 h 68"/>
                  <a:gd name="T96" fmla="*/ 47 w 157"/>
                  <a:gd name="T97" fmla="*/ 13 h 68"/>
                  <a:gd name="T98" fmla="*/ 41 w 157"/>
                  <a:gd name="T99" fmla="*/ 15 h 68"/>
                  <a:gd name="T100" fmla="*/ 37 w 157"/>
                  <a:gd name="T101" fmla="*/ 14 h 68"/>
                  <a:gd name="T102" fmla="*/ 34 w 157"/>
                  <a:gd name="T103" fmla="*/ 14 h 68"/>
                  <a:gd name="T104" fmla="*/ 28 w 157"/>
                  <a:gd name="T105" fmla="*/ 10 h 68"/>
                  <a:gd name="T106" fmla="*/ 21 w 157"/>
                  <a:gd name="T107" fmla="*/ 9 h 68"/>
                  <a:gd name="T108" fmla="*/ 13 w 157"/>
                  <a:gd name="T109" fmla="*/ 13 h 68"/>
                  <a:gd name="T110" fmla="*/ 7 w 157"/>
                  <a:gd name="T111" fmla="*/ 17 h 68"/>
                  <a:gd name="T112" fmla="*/ 0 w 157"/>
                  <a:gd name="T113" fmla="*/ 1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57" h="68">
                    <a:moveTo>
                      <a:pt x="0" y="19"/>
                    </a:moveTo>
                    <a:cubicBezTo>
                      <a:pt x="1" y="23"/>
                      <a:pt x="3" y="25"/>
                      <a:pt x="7" y="26"/>
                    </a:cubicBezTo>
                    <a:cubicBezTo>
                      <a:pt x="9" y="27"/>
                      <a:pt x="10" y="28"/>
                      <a:pt x="12" y="29"/>
                    </a:cubicBezTo>
                    <a:cubicBezTo>
                      <a:pt x="13" y="31"/>
                      <a:pt x="14" y="34"/>
                      <a:pt x="15" y="36"/>
                    </a:cubicBezTo>
                    <a:cubicBezTo>
                      <a:pt x="16" y="37"/>
                      <a:pt x="15" y="37"/>
                      <a:pt x="15" y="38"/>
                    </a:cubicBezTo>
                    <a:cubicBezTo>
                      <a:pt x="14" y="38"/>
                      <a:pt x="15" y="39"/>
                      <a:pt x="15" y="40"/>
                    </a:cubicBezTo>
                    <a:cubicBezTo>
                      <a:pt x="14" y="43"/>
                      <a:pt x="13" y="43"/>
                      <a:pt x="16" y="45"/>
                    </a:cubicBezTo>
                    <a:cubicBezTo>
                      <a:pt x="20" y="46"/>
                      <a:pt x="24" y="45"/>
                      <a:pt x="28" y="47"/>
                    </a:cubicBezTo>
                    <a:cubicBezTo>
                      <a:pt x="30" y="49"/>
                      <a:pt x="34" y="52"/>
                      <a:pt x="36" y="54"/>
                    </a:cubicBezTo>
                    <a:cubicBezTo>
                      <a:pt x="37" y="55"/>
                      <a:pt x="38" y="57"/>
                      <a:pt x="39" y="59"/>
                    </a:cubicBezTo>
                    <a:cubicBezTo>
                      <a:pt x="40" y="61"/>
                      <a:pt x="43" y="60"/>
                      <a:pt x="44" y="60"/>
                    </a:cubicBezTo>
                    <a:cubicBezTo>
                      <a:pt x="48" y="60"/>
                      <a:pt x="52" y="60"/>
                      <a:pt x="56" y="60"/>
                    </a:cubicBezTo>
                    <a:cubicBezTo>
                      <a:pt x="58" y="60"/>
                      <a:pt x="62" y="60"/>
                      <a:pt x="64" y="61"/>
                    </a:cubicBezTo>
                    <a:cubicBezTo>
                      <a:pt x="66" y="62"/>
                      <a:pt x="67" y="64"/>
                      <a:pt x="69" y="64"/>
                    </a:cubicBezTo>
                    <a:cubicBezTo>
                      <a:pt x="71" y="65"/>
                      <a:pt x="74" y="66"/>
                      <a:pt x="76" y="66"/>
                    </a:cubicBezTo>
                    <a:cubicBezTo>
                      <a:pt x="78" y="65"/>
                      <a:pt x="80" y="68"/>
                      <a:pt x="81" y="67"/>
                    </a:cubicBezTo>
                    <a:cubicBezTo>
                      <a:pt x="85" y="65"/>
                      <a:pt x="88" y="63"/>
                      <a:pt x="93" y="62"/>
                    </a:cubicBezTo>
                    <a:cubicBezTo>
                      <a:pt x="97" y="62"/>
                      <a:pt x="103" y="63"/>
                      <a:pt x="106" y="61"/>
                    </a:cubicBezTo>
                    <a:cubicBezTo>
                      <a:pt x="109" y="59"/>
                      <a:pt x="110" y="56"/>
                      <a:pt x="113" y="55"/>
                    </a:cubicBezTo>
                    <a:cubicBezTo>
                      <a:pt x="116" y="54"/>
                      <a:pt x="116" y="53"/>
                      <a:pt x="114" y="51"/>
                    </a:cubicBezTo>
                    <a:cubicBezTo>
                      <a:pt x="113" y="50"/>
                      <a:pt x="113" y="48"/>
                      <a:pt x="115" y="47"/>
                    </a:cubicBezTo>
                    <a:cubicBezTo>
                      <a:pt x="118" y="44"/>
                      <a:pt x="122" y="50"/>
                      <a:pt x="126" y="46"/>
                    </a:cubicBezTo>
                    <a:cubicBezTo>
                      <a:pt x="127" y="45"/>
                      <a:pt x="128" y="44"/>
                      <a:pt x="130" y="44"/>
                    </a:cubicBezTo>
                    <a:cubicBezTo>
                      <a:pt x="133" y="43"/>
                      <a:pt x="134" y="44"/>
                      <a:pt x="137" y="42"/>
                    </a:cubicBezTo>
                    <a:cubicBezTo>
                      <a:pt x="138" y="41"/>
                      <a:pt x="138" y="38"/>
                      <a:pt x="139" y="38"/>
                    </a:cubicBezTo>
                    <a:cubicBezTo>
                      <a:pt x="141" y="37"/>
                      <a:pt x="142" y="37"/>
                      <a:pt x="143" y="37"/>
                    </a:cubicBezTo>
                    <a:cubicBezTo>
                      <a:pt x="147" y="36"/>
                      <a:pt x="150" y="35"/>
                      <a:pt x="154" y="36"/>
                    </a:cubicBezTo>
                    <a:cubicBezTo>
                      <a:pt x="157" y="36"/>
                      <a:pt x="151" y="29"/>
                      <a:pt x="150" y="29"/>
                    </a:cubicBezTo>
                    <a:cubicBezTo>
                      <a:pt x="149" y="28"/>
                      <a:pt x="147" y="27"/>
                      <a:pt x="145" y="28"/>
                    </a:cubicBezTo>
                    <a:cubicBezTo>
                      <a:pt x="143" y="28"/>
                      <a:pt x="143" y="30"/>
                      <a:pt x="141" y="29"/>
                    </a:cubicBezTo>
                    <a:cubicBezTo>
                      <a:pt x="140" y="28"/>
                      <a:pt x="137" y="27"/>
                      <a:pt x="136" y="28"/>
                    </a:cubicBezTo>
                    <a:cubicBezTo>
                      <a:pt x="135" y="30"/>
                      <a:pt x="134" y="29"/>
                      <a:pt x="134" y="27"/>
                    </a:cubicBezTo>
                    <a:cubicBezTo>
                      <a:pt x="134" y="25"/>
                      <a:pt x="137" y="21"/>
                      <a:pt x="137" y="19"/>
                    </a:cubicBezTo>
                    <a:cubicBezTo>
                      <a:pt x="138" y="17"/>
                      <a:pt x="141" y="14"/>
                      <a:pt x="137" y="14"/>
                    </a:cubicBezTo>
                    <a:cubicBezTo>
                      <a:pt x="134" y="14"/>
                      <a:pt x="134" y="15"/>
                      <a:pt x="131" y="14"/>
                    </a:cubicBezTo>
                    <a:cubicBezTo>
                      <a:pt x="128" y="13"/>
                      <a:pt x="127" y="13"/>
                      <a:pt x="124" y="15"/>
                    </a:cubicBezTo>
                    <a:cubicBezTo>
                      <a:pt x="121" y="17"/>
                      <a:pt x="117" y="18"/>
                      <a:pt x="114" y="19"/>
                    </a:cubicBezTo>
                    <a:cubicBezTo>
                      <a:pt x="109" y="20"/>
                      <a:pt x="107" y="19"/>
                      <a:pt x="103" y="19"/>
                    </a:cubicBezTo>
                    <a:cubicBezTo>
                      <a:pt x="101" y="18"/>
                      <a:pt x="100" y="18"/>
                      <a:pt x="98" y="17"/>
                    </a:cubicBezTo>
                    <a:cubicBezTo>
                      <a:pt x="97" y="17"/>
                      <a:pt x="96" y="15"/>
                      <a:pt x="94" y="15"/>
                    </a:cubicBezTo>
                    <a:cubicBezTo>
                      <a:pt x="90" y="14"/>
                      <a:pt x="88" y="12"/>
                      <a:pt x="83" y="11"/>
                    </a:cubicBezTo>
                    <a:cubicBezTo>
                      <a:pt x="81" y="11"/>
                      <a:pt x="79" y="12"/>
                      <a:pt x="77" y="13"/>
                    </a:cubicBezTo>
                    <a:cubicBezTo>
                      <a:pt x="75" y="14"/>
                      <a:pt x="73" y="13"/>
                      <a:pt x="71" y="12"/>
                    </a:cubicBezTo>
                    <a:cubicBezTo>
                      <a:pt x="69" y="11"/>
                      <a:pt x="68" y="11"/>
                      <a:pt x="68" y="8"/>
                    </a:cubicBezTo>
                    <a:cubicBezTo>
                      <a:pt x="67" y="6"/>
                      <a:pt x="67" y="6"/>
                      <a:pt x="64" y="5"/>
                    </a:cubicBezTo>
                    <a:cubicBezTo>
                      <a:pt x="62" y="4"/>
                      <a:pt x="60" y="3"/>
                      <a:pt x="58" y="3"/>
                    </a:cubicBezTo>
                    <a:cubicBezTo>
                      <a:pt x="56" y="3"/>
                      <a:pt x="53" y="0"/>
                      <a:pt x="52" y="1"/>
                    </a:cubicBezTo>
                    <a:cubicBezTo>
                      <a:pt x="50" y="1"/>
                      <a:pt x="46" y="5"/>
                      <a:pt x="45" y="7"/>
                    </a:cubicBezTo>
                    <a:cubicBezTo>
                      <a:pt x="45" y="9"/>
                      <a:pt x="48" y="11"/>
                      <a:pt x="47" y="13"/>
                    </a:cubicBezTo>
                    <a:cubicBezTo>
                      <a:pt x="46" y="15"/>
                      <a:pt x="43" y="17"/>
                      <a:pt x="41" y="15"/>
                    </a:cubicBezTo>
                    <a:cubicBezTo>
                      <a:pt x="39" y="15"/>
                      <a:pt x="38" y="14"/>
                      <a:pt x="37" y="14"/>
                    </a:cubicBezTo>
                    <a:cubicBezTo>
                      <a:pt x="36" y="14"/>
                      <a:pt x="35" y="14"/>
                      <a:pt x="34" y="14"/>
                    </a:cubicBezTo>
                    <a:cubicBezTo>
                      <a:pt x="31" y="13"/>
                      <a:pt x="31" y="11"/>
                      <a:pt x="28" y="10"/>
                    </a:cubicBezTo>
                    <a:cubicBezTo>
                      <a:pt x="26" y="9"/>
                      <a:pt x="23" y="8"/>
                      <a:pt x="21" y="9"/>
                    </a:cubicBezTo>
                    <a:cubicBezTo>
                      <a:pt x="18" y="10"/>
                      <a:pt x="16" y="12"/>
                      <a:pt x="13" y="13"/>
                    </a:cubicBezTo>
                    <a:cubicBezTo>
                      <a:pt x="11" y="14"/>
                      <a:pt x="9" y="16"/>
                      <a:pt x="7" y="17"/>
                    </a:cubicBezTo>
                    <a:cubicBezTo>
                      <a:pt x="4" y="17"/>
                      <a:pt x="2" y="19"/>
                      <a:pt x="0" y="1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8" name="Freeform 717"/>
              <p:cNvSpPr>
                <a:spLocks/>
              </p:cNvSpPr>
              <p:nvPr/>
            </p:nvSpPr>
            <p:spPr bwMode="auto">
              <a:xfrm>
                <a:off x="12219302" y="5133964"/>
                <a:ext cx="585987" cy="1009821"/>
              </a:xfrm>
              <a:custGeom>
                <a:avLst/>
                <a:gdLst>
                  <a:gd name="T0" fmla="*/ 61 w 63"/>
                  <a:gd name="T1" fmla="*/ 25 h 108"/>
                  <a:gd name="T2" fmla="*/ 61 w 63"/>
                  <a:gd name="T3" fmla="*/ 20 h 108"/>
                  <a:gd name="T4" fmla="*/ 61 w 63"/>
                  <a:gd name="T5" fmla="*/ 16 h 108"/>
                  <a:gd name="T6" fmla="*/ 60 w 63"/>
                  <a:gd name="T7" fmla="*/ 13 h 108"/>
                  <a:gd name="T8" fmla="*/ 60 w 63"/>
                  <a:gd name="T9" fmla="*/ 11 h 108"/>
                  <a:gd name="T10" fmla="*/ 57 w 63"/>
                  <a:gd name="T11" fmla="*/ 7 h 108"/>
                  <a:gd name="T12" fmla="*/ 51 w 63"/>
                  <a:gd name="T13" fmla="*/ 5 h 108"/>
                  <a:gd name="T14" fmla="*/ 44 w 63"/>
                  <a:gd name="T15" fmla="*/ 1 h 108"/>
                  <a:gd name="T16" fmla="*/ 44 w 63"/>
                  <a:gd name="T17" fmla="*/ 5 h 108"/>
                  <a:gd name="T18" fmla="*/ 34 w 63"/>
                  <a:gd name="T19" fmla="*/ 5 h 108"/>
                  <a:gd name="T20" fmla="*/ 34 w 63"/>
                  <a:gd name="T21" fmla="*/ 10 h 108"/>
                  <a:gd name="T22" fmla="*/ 29 w 63"/>
                  <a:gd name="T23" fmla="*/ 10 h 108"/>
                  <a:gd name="T24" fmla="*/ 27 w 63"/>
                  <a:gd name="T25" fmla="*/ 12 h 108"/>
                  <a:gd name="T26" fmla="*/ 25 w 63"/>
                  <a:gd name="T27" fmla="*/ 15 h 108"/>
                  <a:gd name="T28" fmla="*/ 25 w 63"/>
                  <a:gd name="T29" fmla="*/ 18 h 108"/>
                  <a:gd name="T30" fmla="*/ 24 w 63"/>
                  <a:gd name="T31" fmla="*/ 20 h 108"/>
                  <a:gd name="T32" fmla="*/ 20 w 63"/>
                  <a:gd name="T33" fmla="*/ 25 h 108"/>
                  <a:gd name="T34" fmla="*/ 17 w 63"/>
                  <a:gd name="T35" fmla="*/ 27 h 108"/>
                  <a:gd name="T36" fmla="*/ 16 w 63"/>
                  <a:gd name="T37" fmla="*/ 33 h 108"/>
                  <a:gd name="T38" fmla="*/ 13 w 63"/>
                  <a:gd name="T39" fmla="*/ 38 h 108"/>
                  <a:gd name="T40" fmla="*/ 15 w 63"/>
                  <a:gd name="T41" fmla="*/ 42 h 108"/>
                  <a:gd name="T42" fmla="*/ 9 w 63"/>
                  <a:gd name="T43" fmla="*/ 44 h 108"/>
                  <a:gd name="T44" fmla="*/ 5 w 63"/>
                  <a:gd name="T45" fmla="*/ 51 h 108"/>
                  <a:gd name="T46" fmla="*/ 6 w 63"/>
                  <a:gd name="T47" fmla="*/ 57 h 108"/>
                  <a:gd name="T48" fmla="*/ 8 w 63"/>
                  <a:gd name="T49" fmla="*/ 63 h 108"/>
                  <a:gd name="T50" fmla="*/ 7 w 63"/>
                  <a:gd name="T51" fmla="*/ 67 h 108"/>
                  <a:gd name="T52" fmla="*/ 7 w 63"/>
                  <a:gd name="T53" fmla="*/ 74 h 108"/>
                  <a:gd name="T54" fmla="*/ 4 w 63"/>
                  <a:gd name="T55" fmla="*/ 78 h 108"/>
                  <a:gd name="T56" fmla="*/ 3 w 63"/>
                  <a:gd name="T57" fmla="*/ 83 h 108"/>
                  <a:gd name="T58" fmla="*/ 0 w 63"/>
                  <a:gd name="T59" fmla="*/ 82 h 108"/>
                  <a:gd name="T60" fmla="*/ 4 w 63"/>
                  <a:gd name="T61" fmla="*/ 90 h 108"/>
                  <a:gd name="T62" fmla="*/ 7 w 63"/>
                  <a:gd name="T63" fmla="*/ 97 h 108"/>
                  <a:gd name="T64" fmla="*/ 8 w 63"/>
                  <a:gd name="T65" fmla="*/ 102 h 108"/>
                  <a:gd name="T66" fmla="*/ 10 w 63"/>
                  <a:gd name="T67" fmla="*/ 107 h 108"/>
                  <a:gd name="T68" fmla="*/ 14 w 63"/>
                  <a:gd name="T69" fmla="*/ 108 h 108"/>
                  <a:gd name="T70" fmla="*/ 15 w 63"/>
                  <a:gd name="T71" fmla="*/ 105 h 108"/>
                  <a:gd name="T72" fmla="*/ 24 w 63"/>
                  <a:gd name="T73" fmla="*/ 101 h 108"/>
                  <a:gd name="T74" fmla="*/ 27 w 63"/>
                  <a:gd name="T75" fmla="*/ 92 h 108"/>
                  <a:gd name="T76" fmla="*/ 26 w 63"/>
                  <a:gd name="T77" fmla="*/ 87 h 108"/>
                  <a:gd name="T78" fmla="*/ 28 w 63"/>
                  <a:gd name="T79" fmla="*/ 84 h 108"/>
                  <a:gd name="T80" fmla="*/ 32 w 63"/>
                  <a:gd name="T81" fmla="*/ 82 h 108"/>
                  <a:gd name="T82" fmla="*/ 32 w 63"/>
                  <a:gd name="T83" fmla="*/ 81 h 108"/>
                  <a:gd name="T84" fmla="*/ 35 w 63"/>
                  <a:gd name="T85" fmla="*/ 80 h 108"/>
                  <a:gd name="T86" fmla="*/ 34 w 63"/>
                  <a:gd name="T87" fmla="*/ 78 h 108"/>
                  <a:gd name="T88" fmla="*/ 36 w 63"/>
                  <a:gd name="T89" fmla="*/ 77 h 108"/>
                  <a:gd name="T90" fmla="*/ 35 w 63"/>
                  <a:gd name="T91" fmla="*/ 73 h 108"/>
                  <a:gd name="T92" fmla="*/ 29 w 63"/>
                  <a:gd name="T93" fmla="*/ 66 h 108"/>
                  <a:gd name="T94" fmla="*/ 30 w 63"/>
                  <a:gd name="T95" fmla="*/ 60 h 108"/>
                  <a:gd name="T96" fmla="*/ 30 w 63"/>
                  <a:gd name="T97" fmla="*/ 56 h 108"/>
                  <a:gd name="T98" fmla="*/ 33 w 63"/>
                  <a:gd name="T99" fmla="*/ 53 h 108"/>
                  <a:gd name="T100" fmla="*/ 39 w 63"/>
                  <a:gd name="T101" fmla="*/ 48 h 108"/>
                  <a:gd name="T102" fmla="*/ 49 w 63"/>
                  <a:gd name="T103" fmla="*/ 41 h 108"/>
                  <a:gd name="T104" fmla="*/ 50 w 63"/>
                  <a:gd name="T105" fmla="*/ 35 h 108"/>
                  <a:gd name="T106" fmla="*/ 50 w 63"/>
                  <a:gd name="T107" fmla="*/ 32 h 108"/>
                  <a:gd name="T108" fmla="*/ 54 w 63"/>
                  <a:gd name="T109" fmla="*/ 30 h 108"/>
                  <a:gd name="T110" fmla="*/ 58 w 63"/>
                  <a:gd name="T111" fmla="*/ 29 h 108"/>
                  <a:gd name="T112" fmla="*/ 60 w 63"/>
                  <a:gd name="T113" fmla="*/ 28 h 108"/>
                  <a:gd name="T114" fmla="*/ 63 w 63"/>
                  <a:gd name="T115" fmla="*/ 28 h 108"/>
                  <a:gd name="T116" fmla="*/ 61 w 63"/>
                  <a:gd name="T117" fmla="*/ 25 h 108"/>
                  <a:gd name="T118" fmla="*/ 61 w 63"/>
                  <a:gd name="T119" fmla="*/ 2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3" h="108">
                    <a:moveTo>
                      <a:pt x="61" y="25"/>
                    </a:moveTo>
                    <a:cubicBezTo>
                      <a:pt x="60" y="24"/>
                      <a:pt x="62" y="22"/>
                      <a:pt x="61" y="20"/>
                    </a:cubicBezTo>
                    <a:cubicBezTo>
                      <a:pt x="60" y="18"/>
                      <a:pt x="61" y="18"/>
                      <a:pt x="61" y="16"/>
                    </a:cubicBezTo>
                    <a:cubicBezTo>
                      <a:pt x="61" y="15"/>
                      <a:pt x="60" y="14"/>
                      <a:pt x="60" y="13"/>
                    </a:cubicBezTo>
                    <a:cubicBezTo>
                      <a:pt x="59" y="12"/>
                      <a:pt x="60" y="12"/>
                      <a:pt x="60" y="11"/>
                    </a:cubicBezTo>
                    <a:cubicBezTo>
                      <a:pt x="59" y="9"/>
                      <a:pt x="59" y="8"/>
                      <a:pt x="57" y="7"/>
                    </a:cubicBezTo>
                    <a:cubicBezTo>
                      <a:pt x="55" y="6"/>
                      <a:pt x="53" y="6"/>
                      <a:pt x="51" y="5"/>
                    </a:cubicBezTo>
                    <a:cubicBezTo>
                      <a:pt x="49" y="3"/>
                      <a:pt x="47" y="0"/>
                      <a:pt x="44" y="1"/>
                    </a:cubicBezTo>
                    <a:cubicBezTo>
                      <a:pt x="43" y="1"/>
                      <a:pt x="44" y="4"/>
                      <a:pt x="44" y="5"/>
                    </a:cubicBezTo>
                    <a:cubicBezTo>
                      <a:pt x="43" y="8"/>
                      <a:pt x="37" y="6"/>
                      <a:pt x="34" y="5"/>
                    </a:cubicBezTo>
                    <a:cubicBezTo>
                      <a:pt x="34" y="7"/>
                      <a:pt x="34" y="8"/>
                      <a:pt x="34" y="10"/>
                    </a:cubicBezTo>
                    <a:cubicBezTo>
                      <a:pt x="33" y="10"/>
                      <a:pt x="31" y="9"/>
                      <a:pt x="29" y="10"/>
                    </a:cubicBezTo>
                    <a:cubicBezTo>
                      <a:pt x="28" y="10"/>
                      <a:pt x="28" y="11"/>
                      <a:pt x="27" y="12"/>
                    </a:cubicBezTo>
                    <a:cubicBezTo>
                      <a:pt x="27" y="13"/>
                      <a:pt x="25" y="14"/>
                      <a:pt x="25" y="15"/>
                    </a:cubicBezTo>
                    <a:cubicBezTo>
                      <a:pt x="24" y="16"/>
                      <a:pt x="26" y="18"/>
                      <a:pt x="25" y="18"/>
                    </a:cubicBezTo>
                    <a:cubicBezTo>
                      <a:pt x="25" y="19"/>
                      <a:pt x="24" y="19"/>
                      <a:pt x="24" y="20"/>
                    </a:cubicBezTo>
                    <a:cubicBezTo>
                      <a:pt x="22" y="21"/>
                      <a:pt x="20" y="23"/>
                      <a:pt x="20" y="25"/>
                    </a:cubicBezTo>
                    <a:cubicBezTo>
                      <a:pt x="20" y="27"/>
                      <a:pt x="18" y="25"/>
                      <a:pt x="17" y="27"/>
                    </a:cubicBezTo>
                    <a:cubicBezTo>
                      <a:pt x="17" y="29"/>
                      <a:pt x="17" y="31"/>
                      <a:pt x="16" y="33"/>
                    </a:cubicBezTo>
                    <a:cubicBezTo>
                      <a:pt x="16" y="35"/>
                      <a:pt x="13" y="36"/>
                      <a:pt x="13" y="38"/>
                    </a:cubicBezTo>
                    <a:cubicBezTo>
                      <a:pt x="13" y="39"/>
                      <a:pt x="16" y="41"/>
                      <a:pt x="15" y="42"/>
                    </a:cubicBezTo>
                    <a:cubicBezTo>
                      <a:pt x="13" y="44"/>
                      <a:pt x="11" y="43"/>
                      <a:pt x="9" y="44"/>
                    </a:cubicBezTo>
                    <a:cubicBezTo>
                      <a:pt x="6" y="45"/>
                      <a:pt x="5" y="48"/>
                      <a:pt x="5" y="51"/>
                    </a:cubicBezTo>
                    <a:cubicBezTo>
                      <a:pt x="6" y="53"/>
                      <a:pt x="6" y="55"/>
                      <a:pt x="6" y="57"/>
                    </a:cubicBezTo>
                    <a:cubicBezTo>
                      <a:pt x="6" y="60"/>
                      <a:pt x="4" y="61"/>
                      <a:pt x="8" y="63"/>
                    </a:cubicBezTo>
                    <a:cubicBezTo>
                      <a:pt x="10" y="65"/>
                      <a:pt x="9" y="66"/>
                      <a:pt x="7" y="67"/>
                    </a:cubicBezTo>
                    <a:cubicBezTo>
                      <a:pt x="6" y="68"/>
                      <a:pt x="8" y="72"/>
                      <a:pt x="7" y="74"/>
                    </a:cubicBezTo>
                    <a:cubicBezTo>
                      <a:pt x="7" y="76"/>
                      <a:pt x="4" y="76"/>
                      <a:pt x="4" y="78"/>
                    </a:cubicBezTo>
                    <a:cubicBezTo>
                      <a:pt x="4" y="79"/>
                      <a:pt x="4" y="83"/>
                      <a:pt x="3" y="83"/>
                    </a:cubicBezTo>
                    <a:cubicBezTo>
                      <a:pt x="3" y="83"/>
                      <a:pt x="1" y="82"/>
                      <a:pt x="0" y="82"/>
                    </a:cubicBezTo>
                    <a:cubicBezTo>
                      <a:pt x="0" y="86"/>
                      <a:pt x="4" y="87"/>
                      <a:pt x="4" y="90"/>
                    </a:cubicBezTo>
                    <a:cubicBezTo>
                      <a:pt x="3" y="91"/>
                      <a:pt x="6" y="96"/>
                      <a:pt x="7" y="97"/>
                    </a:cubicBezTo>
                    <a:cubicBezTo>
                      <a:pt x="9" y="99"/>
                      <a:pt x="8" y="100"/>
                      <a:pt x="8" y="102"/>
                    </a:cubicBezTo>
                    <a:cubicBezTo>
                      <a:pt x="8" y="103"/>
                      <a:pt x="10" y="105"/>
                      <a:pt x="10" y="107"/>
                    </a:cubicBezTo>
                    <a:cubicBezTo>
                      <a:pt x="9" y="108"/>
                      <a:pt x="13" y="107"/>
                      <a:pt x="14" y="108"/>
                    </a:cubicBezTo>
                    <a:cubicBezTo>
                      <a:pt x="16" y="108"/>
                      <a:pt x="15" y="107"/>
                      <a:pt x="15" y="105"/>
                    </a:cubicBezTo>
                    <a:cubicBezTo>
                      <a:pt x="15" y="100"/>
                      <a:pt x="23" y="104"/>
                      <a:pt x="24" y="101"/>
                    </a:cubicBezTo>
                    <a:cubicBezTo>
                      <a:pt x="25" y="98"/>
                      <a:pt x="26" y="95"/>
                      <a:pt x="27" y="92"/>
                    </a:cubicBezTo>
                    <a:cubicBezTo>
                      <a:pt x="27" y="90"/>
                      <a:pt x="27" y="88"/>
                      <a:pt x="26" y="87"/>
                    </a:cubicBezTo>
                    <a:cubicBezTo>
                      <a:pt x="25" y="85"/>
                      <a:pt x="26" y="85"/>
                      <a:pt x="28" y="84"/>
                    </a:cubicBezTo>
                    <a:cubicBezTo>
                      <a:pt x="29" y="84"/>
                      <a:pt x="32" y="83"/>
                      <a:pt x="32" y="82"/>
                    </a:cubicBezTo>
                    <a:cubicBezTo>
                      <a:pt x="32" y="82"/>
                      <a:pt x="32" y="81"/>
                      <a:pt x="32" y="81"/>
                    </a:cubicBezTo>
                    <a:cubicBezTo>
                      <a:pt x="33" y="81"/>
                      <a:pt x="35" y="81"/>
                      <a:pt x="35" y="80"/>
                    </a:cubicBezTo>
                    <a:cubicBezTo>
                      <a:pt x="35" y="79"/>
                      <a:pt x="34" y="79"/>
                      <a:pt x="34" y="78"/>
                    </a:cubicBezTo>
                    <a:cubicBezTo>
                      <a:pt x="35" y="78"/>
                      <a:pt x="36" y="77"/>
                      <a:pt x="36" y="77"/>
                    </a:cubicBezTo>
                    <a:cubicBezTo>
                      <a:pt x="38" y="75"/>
                      <a:pt x="37" y="74"/>
                      <a:pt x="35" y="73"/>
                    </a:cubicBezTo>
                    <a:cubicBezTo>
                      <a:pt x="33" y="71"/>
                      <a:pt x="29" y="70"/>
                      <a:pt x="29" y="66"/>
                    </a:cubicBezTo>
                    <a:cubicBezTo>
                      <a:pt x="29" y="64"/>
                      <a:pt x="29" y="62"/>
                      <a:pt x="30" y="60"/>
                    </a:cubicBezTo>
                    <a:cubicBezTo>
                      <a:pt x="31" y="58"/>
                      <a:pt x="31" y="58"/>
                      <a:pt x="30" y="56"/>
                    </a:cubicBezTo>
                    <a:cubicBezTo>
                      <a:pt x="29" y="56"/>
                      <a:pt x="33" y="53"/>
                      <a:pt x="33" y="53"/>
                    </a:cubicBezTo>
                    <a:cubicBezTo>
                      <a:pt x="35" y="51"/>
                      <a:pt x="36" y="49"/>
                      <a:pt x="39" y="48"/>
                    </a:cubicBezTo>
                    <a:cubicBezTo>
                      <a:pt x="42" y="47"/>
                      <a:pt x="47" y="44"/>
                      <a:pt x="49" y="41"/>
                    </a:cubicBezTo>
                    <a:cubicBezTo>
                      <a:pt x="51" y="38"/>
                      <a:pt x="46" y="36"/>
                      <a:pt x="50" y="35"/>
                    </a:cubicBezTo>
                    <a:cubicBezTo>
                      <a:pt x="52" y="34"/>
                      <a:pt x="51" y="34"/>
                      <a:pt x="50" y="32"/>
                    </a:cubicBezTo>
                    <a:cubicBezTo>
                      <a:pt x="50" y="31"/>
                      <a:pt x="53" y="30"/>
                      <a:pt x="54" y="30"/>
                    </a:cubicBezTo>
                    <a:cubicBezTo>
                      <a:pt x="56" y="28"/>
                      <a:pt x="57" y="27"/>
                      <a:pt x="58" y="29"/>
                    </a:cubicBezTo>
                    <a:cubicBezTo>
                      <a:pt x="59" y="29"/>
                      <a:pt x="60" y="28"/>
                      <a:pt x="60" y="28"/>
                    </a:cubicBezTo>
                    <a:cubicBezTo>
                      <a:pt x="61" y="28"/>
                      <a:pt x="62" y="28"/>
                      <a:pt x="63" y="28"/>
                    </a:cubicBezTo>
                    <a:cubicBezTo>
                      <a:pt x="63" y="27"/>
                      <a:pt x="62" y="27"/>
                      <a:pt x="61" y="25"/>
                    </a:cubicBezTo>
                    <a:cubicBezTo>
                      <a:pt x="60" y="24"/>
                      <a:pt x="61" y="26"/>
                      <a:pt x="61" y="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19" name="Freeform 718"/>
              <p:cNvSpPr>
                <a:spLocks/>
              </p:cNvSpPr>
              <p:nvPr/>
            </p:nvSpPr>
            <p:spPr bwMode="auto">
              <a:xfrm>
                <a:off x="12649240" y="5057512"/>
                <a:ext cx="503186" cy="786831"/>
              </a:xfrm>
              <a:custGeom>
                <a:avLst/>
                <a:gdLst>
                  <a:gd name="T0" fmla="*/ 53 w 54"/>
                  <a:gd name="T1" fmla="*/ 59 h 84"/>
                  <a:gd name="T2" fmla="*/ 47 w 54"/>
                  <a:gd name="T3" fmla="*/ 55 h 84"/>
                  <a:gd name="T4" fmla="*/ 49 w 54"/>
                  <a:gd name="T5" fmla="*/ 51 h 84"/>
                  <a:gd name="T6" fmla="*/ 44 w 54"/>
                  <a:gd name="T7" fmla="*/ 44 h 84"/>
                  <a:gd name="T8" fmla="*/ 46 w 54"/>
                  <a:gd name="T9" fmla="*/ 43 h 84"/>
                  <a:gd name="T10" fmla="*/ 44 w 54"/>
                  <a:gd name="T11" fmla="*/ 38 h 84"/>
                  <a:gd name="T12" fmla="*/ 45 w 54"/>
                  <a:gd name="T13" fmla="*/ 36 h 84"/>
                  <a:gd name="T14" fmla="*/ 44 w 54"/>
                  <a:gd name="T15" fmla="*/ 32 h 84"/>
                  <a:gd name="T16" fmla="*/ 42 w 54"/>
                  <a:gd name="T17" fmla="*/ 26 h 84"/>
                  <a:gd name="T18" fmla="*/ 45 w 54"/>
                  <a:gd name="T19" fmla="*/ 23 h 84"/>
                  <a:gd name="T20" fmla="*/ 44 w 54"/>
                  <a:gd name="T21" fmla="*/ 19 h 84"/>
                  <a:gd name="T22" fmla="*/ 38 w 54"/>
                  <a:gd name="T23" fmla="*/ 13 h 84"/>
                  <a:gd name="T24" fmla="*/ 40 w 54"/>
                  <a:gd name="T25" fmla="*/ 12 h 84"/>
                  <a:gd name="T26" fmla="*/ 39 w 54"/>
                  <a:gd name="T27" fmla="*/ 10 h 84"/>
                  <a:gd name="T28" fmla="*/ 41 w 54"/>
                  <a:gd name="T29" fmla="*/ 3 h 84"/>
                  <a:gd name="T30" fmla="*/ 37 w 54"/>
                  <a:gd name="T31" fmla="*/ 1 h 84"/>
                  <a:gd name="T32" fmla="*/ 34 w 54"/>
                  <a:gd name="T33" fmla="*/ 0 h 84"/>
                  <a:gd name="T34" fmla="*/ 29 w 54"/>
                  <a:gd name="T35" fmla="*/ 1 h 84"/>
                  <a:gd name="T36" fmla="*/ 25 w 54"/>
                  <a:gd name="T37" fmla="*/ 5 h 84"/>
                  <a:gd name="T38" fmla="*/ 24 w 54"/>
                  <a:gd name="T39" fmla="*/ 10 h 84"/>
                  <a:gd name="T40" fmla="*/ 21 w 54"/>
                  <a:gd name="T41" fmla="*/ 13 h 84"/>
                  <a:gd name="T42" fmla="*/ 17 w 54"/>
                  <a:gd name="T43" fmla="*/ 11 h 84"/>
                  <a:gd name="T44" fmla="*/ 14 w 54"/>
                  <a:gd name="T45" fmla="*/ 12 h 84"/>
                  <a:gd name="T46" fmla="*/ 7 w 54"/>
                  <a:gd name="T47" fmla="*/ 10 h 84"/>
                  <a:gd name="T48" fmla="*/ 4 w 54"/>
                  <a:gd name="T49" fmla="*/ 7 h 84"/>
                  <a:gd name="T50" fmla="*/ 0 w 54"/>
                  <a:gd name="T51" fmla="*/ 9 h 84"/>
                  <a:gd name="T52" fmla="*/ 8 w 54"/>
                  <a:gd name="T53" fmla="*/ 14 h 84"/>
                  <a:gd name="T54" fmla="*/ 12 w 54"/>
                  <a:gd name="T55" fmla="*/ 16 h 84"/>
                  <a:gd name="T56" fmla="*/ 14 w 54"/>
                  <a:gd name="T57" fmla="*/ 19 h 84"/>
                  <a:gd name="T58" fmla="*/ 14 w 54"/>
                  <a:gd name="T59" fmla="*/ 21 h 84"/>
                  <a:gd name="T60" fmla="*/ 15 w 54"/>
                  <a:gd name="T61" fmla="*/ 24 h 84"/>
                  <a:gd name="T62" fmla="*/ 15 w 54"/>
                  <a:gd name="T63" fmla="*/ 27 h 84"/>
                  <a:gd name="T64" fmla="*/ 16 w 54"/>
                  <a:gd name="T65" fmla="*/ 29 h 84"/>
                  <a:gd name="T66" fmla="*/ 15 w 54"/>
                  <a:gd name="T67" fmla="*/ 33 h 84"/>
                  <a:gd name="T68" fmla="*/ 17 w 54"/>
                  <a:gd name="T69" fmla="*/ 36 h 84"/>
                  <a:gd name="T70" fmla="*/ 21 w 54"/>
                  <a:gd name="T71" fmla="*/ 38 h 84"/>
                  <a:gd name="T72" fmla="*/ 22 w 54"/>
                  <a:gd name="T73" fmla="*/ 41 h 84"/>
                  <a:gd name="T74" fmla="*/ 23 w 54"/>
                  <a:gd name="T75" fmla="*/ 44 h 84"/>
                  <a:gd name="T76" fmla="*/ 20 w 54"/>
                  <a:gd name="T77" fmla="*/ 44 h 84"/>
                  <a:gd name="T78" fmla="*/ 16 w 54"/>
                  <a:gd name="T79" fmla="*/ 49 h 84"/>
                  <a:gd name="T80" fmla="*/ 13 w 54"/>
                  <a:gd name="T81" fmla="*/ 51 h 84"/>
                  <a:gd name="T82" fmla="*/ 10 w 54"/>
                  <a:gd name="T83" fmla="*/ 54 h 84"/>
                  <a:gd name="T84" fmla="*/ 4 w 54"/>
                  <a:gd name="T85" fmla="*/ 57 h 84"/>
                  <a:gd name="T86" fmla="*/ 2 w 54"/>
                  <a:gd name="T87" fmla="*/ 62 h 84"/>
                  <a:gd name="T88" fmla="*/ 4 w 54"/>
                  <a:gd name="T89" fmla="*/ 67 h 84"/>
                  <a:gd name="T90" fmla="*/ 4 w 54"/>
                  <a:gd name="T91" fmla="*/ 73 h 84"/>
                  <a:gd name="T92" fmla="*/ 4 w 54"/>
                  <a:gd name="T93" fmla="*/ 78 h 84"/>
                  <a:gd name="T94" fmla="*/ 7 w 54"/>
                  <a:gd name="T95" fmla="*/ 80 h 84"/>
                  <a:gd name="T96" fmla="*/ 5 w 54"/>
                  <a:gd name="T97" fmla="*/ 81 h 84"/>
                  <a:gd name="T98" fmla="*/ 8 w 54"/>
                  <a:gd name="T99" fmla="*/ 79 h 84"/>
                  <a:gd name="T100" fmla="*/ 8 w 54"/>
                  <a:gd name="T101" fmla="*/ 83 h 84"/>
                  <a:gd name="T102" fmla="*/ 11 w 54"/>
                  <a:gd name="T103" fmla="*/ 80 h 84"/>
                  <a:gd name="T104" fmla="*/ 11 w 54"/>
                  <a:gd name="T105" fmla="*/ 83 h 84"/>
                  <a:gd name="T106" fmla="*/ 23 w 54"/>
                  <a:gd name="T107" fmla="*/ 80 h 84"/>
                  <a:gd name="T108" fmla="*/ 36 w 54"/>
                  <a:gd name="T109" fmla="*/ 78 h 84"/>
                  <a:gd name="T110" fmla="*/ 46 w 54"/>
                  <a:gd name="T111" fmla="*/ 68 h 84"/>
                  <a:gd name="T112" fmla="*/ 53 w 54"/>
                  <a:gd name="T113" fmla="*/ 59 h 84"/>
                  <a:gd name="T114" fmla="*/ 53 w 54"/>
                  <a:gd name="T115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4" h="84">
                    <a:moveTo>
                      <a:pt x="53" y="59"/>
                    </a:moveTo>
                    <a:cubicBezTo>
                      <a:pt x="52" y="57"/>
                      <a:pt x="49" y="56"/>
                      <a:pt x="47" y="55"/>
                    </a:cubicBezTo>
                    <a:cubicBezTo>
                      <a:pt x="44" y="53"/>
                      <a:pt x="48" y="53"/>
                      <a:pt x="49" y="51"/>
                    </a:cubicBezTo>
                    <a:cubicBezTo>
                      <a:pt x="49" y="51"/>
                      <a:pt x="45" y="45"/>
                      <a:pt x="44" y="44"/>
                    </a:cubicBezTo>
                    <a:cubicBezTo>
                      <a:pt x="44" y="44"/>
                      <a:pt x="46" y="43"/>
                      <a:pt x="46" y="43"/>
                    </a:cubicBezTo>
                    <a:cubicBezTo>
                      <a:pt x="46" y="42"/>
                      <a:pt x="44" y="39"/>
                      <a:pt x="44" y="38"/>
                    </a:cubicBezTo>
                    <a:cubicBezTo>
                      <a:pt x="44" y="37"/>
                      <a:pt x="45" y="37"/>
                      <a:pt x="45" y="36"/>
                    </a:cubicBezTo>
                    <a:cubicBezTo>
                      <a:pt x="46" y="35"/>
                      <a:pt x="44" y="33"/>
                      <a:pt x="44" y="32"/>
                    </a:cubicBezTo>
                    <a:cubicBezTo>
                      <a:pt x="42" y="30"/>
                      <a:pt x="40" y="28"/>
                      <a:pt x="42" y="26"/>
                    </a:cubicBezTo>
                    <a:cubicBezTo>
                      <a:pt x="43" y="25"/>
                      <a:pt x="45" y="24"/>
                      <a:pt x="45" y="23"/>
                    </a:cubicBezTo>
                    <a:cubicBezTo>
                      <a:pt x="46" y="21"/>
                      <a:pt x="44" y="20"/>
                      <a:pt x="44" y="19"/>
                    </a:cubicBezTo>
                    <a:cubicBezTo>
                      <a:pt x="43" y="18"/>
                      <a:pt x="36" y="15"/>
                      <a:pt x="38" y="13"/>
                    </a:cubicBezTo>
                    <a:cubicBezTo>
                      <a:pt x="38" y="13"/>
                      <a:pt x="40" y="12"/>
                      <a:pt x="40" y="12"/>
                    </a:cubicBezTo>
                    <a:cubicBezTo>
                      <a:pt x="40" y="12"/>
                      <a:pt x="37" y="10"/>
                      <a:pt x="39" y="10"/>
                    </a:cubicBezTo>
                    <a:cubicBezTo>
                      <a:pt x="42" y="10"/>
                      <a:pt x="44" y="5"/>
                      <a:pt x="41" y="3"/>
                    </a:cubicBezTo>
                    <a:cubicBezTo>
                      <a:pt x="40" y="2"/>
                      <a:pt x="38" y="2"/>
                      <a:pt x="37" y="1"/>
                    </a:cubicBezTo>
                    <a:cubicBezTo>
                      <a:pt x="36" y="0"/>
                      <a:pt x="35" y="0"/>
                      <a:pt x="34" y="0"/>
                    </a:cubicBezTo>
                    <a:cubicBezTo>
                      <a:pt x="32" y="1"/>
                      <a:pt x="31" y="0"/>
                      <a:pt x="29" y="1"/>
                    </a:cubicBezTo>
                    <a:cubicBezTo>
                      <a:pt x="28" y="2"/>
                      <a:pt x="26" y="4"/>
                      <a:pt x="25" y="5"/>
                    </a:cubicBezTo>
                    <a:cubicBezTo>
                      <a:pt x="25" y="6"/>
                      <a:pt x="25" y="10"/>
                      <a:pt x="24" y="10"/>
                    </a:cubicBezTo>
                    <a:cubicBezTo>
                      <a:pt x="23" y="11"/>
                      <a:pt x="22" y="12"/>
                      <a:pt x="21" y="13"/>
                    </a:cubicBezTo>
                    <a:cubicBezTo>
                      <a:pt x="20" y="13"/>
                      <a:pt x="18" y="11"/>
                      <a:pt x="17" y="11"/>
                    </a:cubicBezTo>
                    <a:cubicBezTo>
                      <a:pt x="16" y="11"/>
                      <a:pt x="15" y="12"/>
                      <a:pt x="14" y="12"/>
                    </a:cubicBezTo>
                    <a:cubicBezTo>
                      <a:pt x="11" y="13"/>
                      <a:pt x="9" y="12"/>
                      <a:pt x="7" y="10"/>
                    </a:cubicBezTo>
                    <a:cubicBezTo>
                      <a:pt x="7" y="9"/>
                      <a:pt x="5" y="7"/>
                      <a:pt x="4" y="7"/>
                    </a:cubicBezTo>
                    <a:cubicBezTo>
                      <a:pt x="3" y="7"/>
                      <a:pt x="1" y="9"/>
                      <a:pt x="0" y="9"/>
                    </a:cubicBezTo>
                    <a:cubicBezTo>
                      <a:pt x="2" y="11"/>
                      <a:pt x="5" y="13"/>
                      <a:pt x="8" y="14"/>
                    </a:cubicBezTo>
                    <a:cubicBezTo>
                      <a:pt x="9" y="14"/>
                      <a:pt x="11" y="15"/>
                      <a:pt x="12" y="16"/>
                    </a:cubicBezTo>
                    <a:cubicBezTo>
                      <a:pt x="13" y="17"/>
                      <a:pt x="13" y="18"/>
                      <a:pt x="14" y="19"/>
                    </a:cubicBezTo>
                    <a:cubicBezTo>
                      <a:pt x="14" y="20"/>
                      <a:pt x="13" y="20"/>
                      <a:pt x="14" y="21"/>
                    </a:cubicBezTo>
                    <a:cubicBezTo>
                      <a:pt x="14" y="22"/>
                      <a:pt x="16" y="23"/>
                      <a:pt x="15" y="24"/>
                    </a:cubicBezTo>
                    <a:cubicBezTo>
                      <a:pt x="15" y="25"/>
                      <a:pt x="14" y="26"/>
                      <a:pt x="15" y="27"/>
                    </a:cubicBezTo>
                    <a:cubicBezTo>
                      <a:pt x="15" y="27"/>
                      <a:pt x="16" y="29"/>
                      <a:pt x="16" y="29"/>
                    </a:cubicBezTo>
                    <a:cubicBezTo>
                      <a:pt x="15" y="30"/>
                      <a:pt x="15" y="32"/>
                      <a:pt x="15" y="33"/>
                    </a:cubicBezTo>
                    <a:cubicBezTo>
                      <a:pt x="15" y="33"/>
                      <a:pt x="17" y="36"/>
                      <a:pt x="17" y="36"/>
                    </a:cubicBezTo>
                    <a:cubicBezTo>
                      <a:pt x="18" y="37"/>
                      <a:pt x="20" y="38"/>
                      <a:pt x="21" y="38"/>
                    </a:cubicBezTo>
                    <a:cubicBezTo>
                      <a:pt x="22" y="39"/>
                      <a:pt x="22" y="40"/>
                      <a:pt x="22" y="41"/>
                    </a:cubicBezTo>
                    <a:cubicBezTo>
                      <a:pt x="22" y="42"/>
                      <a:pt x="23" y="43"/>
                      <a:pt x="23" y="44"/>
                    </a:cubicBezTo>
                    <a:cubicBezTo>
                      <a:pt x="23" y="45"/>
                      <a:pt x="21" y="44"/>
                      <a:pt x="20" y="44"/>
                    </a:cubicBezTo>
                    <a:cubicBezTo>
                      <a:pt x="19" y="44"/>
                      <a:pt x="16" y="48"/>
                      <a:pt x="16" y="49"/>
                    </a:cubicBezTo>
                    <a:cubicBezTo>
                      <a:pt x="15" y="50"/>
                      <a:pt x="14" y="50"/>
                      <a:pt x="13" y="51"/>
                    </a:cubicBezTo>
                    <a:cubicBezTo>
                      <a:pt x="12" y="52"/>
                      <a:pt x="11" y="53"/>
                      <a:pt x="10" y="54"/>
                    </a:cubicBezTo>
                    <a:cubicBezTo>
                      <a:pt x="9" y="54"/>
                      <a:pt x="4" y="58"/>
                      <a:pt x="4" y="57"/>
                    </a:cubicBezTo>
                    <a:cubicBezTo>
                      <a:pt x="4" y="59"/>
                      <a:pt x="2" y="60"/>
                      <a:pt x="2" y="62"/>
                    </a:cubicBezTo>
                    <a:cubicBezTo>
                      <a:pt x="3" y="64"/>
                      <a:pt x="2" y="67"/>
                      <a:pt x="4" y="67"/>
                    </a:cubicBezTo>
                    <a:cubicBezTo>
                      <a:pt x="5" y="67"/>
                      <a:pt x="4" y="72"/>
                      <a:pt x="4" y="73"/>
                    </a:cubicBezTo>
                    <a:cubicBezTo>
                      <a:pt x="4" y="75"/>
                      <a:pt x="2" y="77"/>
                      <a:pt x="4" y="78"/>
                    </a:cubicBezTo>
                    <a:cubicBezTo>
                      <a:pt x="4" y="78"/>
                      <a:pt x="8" y="79"/>
                      <a:pt x="7" y="80"/>
                    </a:cubicBezTo>
                    <a:cubicBezTo>
                      <a:pt x="7" y="80"/>
                      <a:pt x="5" y="81"/>
                      <a:pt x="5" y="81"/>
                    </a:cubicBezTo>
                    <a:cubicBezTo>
                      <a:pt x="7" y="81"/>
                      <a:pt x="7" y="79"/>
                      <a:pt x="8" y="79"/>
                    </a:cubicBezTo>
                    <a:cubicBezTo>
                      <a:pt x="10" y="78"/>
                      <a:pt x="8" y="83"/>
                      <a:pt x="8" y="83"/>
                    </a:cubicBezTo>
                    <a:cubicBezTo>
                      <a:pt x="8" y="83"/>
                      <a:pt x="11" y="80"/>
                      <a:pt x="11" y="80"/>
                    </a:cubicBezTo>
                    <a:cubicBezTo>
                      <a:pt x="12" y="79"/>
                      <a:pt x="11" y="83"/>
                      <a:pt x="11" y="83"/>
                    </a:cubicBezTo>
                    <a:cubicBezTo>
                      <a:pt x="14" y="84"/>
                      <a:pt x="20" y="81"/>
                      <a:pt x="23" y="80"/>
                    </a:cubicBezTo>
                    <a:cubicBezTo>
                      <a:pt x="27" y="79"/>
                      <a:pt x="31" y="79"/>
                      <a:pt x="36" y="78"/>
                    </a:cubicBezTo>
                    <a:cubicBezTo>
                      <a:pt x="39" y="74"/>
                      <a:pt x="43" y="71"/>
                      <a:pt x="46" y="68"/>
                    </a:cubicBezTo>
                    <a:cubicBezTo>
                      <a:pt x="48" y="66"/>
                      <a:pt x="54" y="62"/>
                      <a:pt x="53" y="59"/>
                    </a:cubicBezTo>
                    <a:cubicBezTo>
                      <a:pt x="52" y="57"/>
                      <a:pt x="54" y="62"/>
                      <a:pt x="53" y="5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0" name="Freeform 719"/>
              <p:cNvSpPr>
                <a:spLocks/>
              </p:cNvSpPr>
              <p:nvPr/>
            </p:nvSpPr>
            <p:spPr bwMode="auto">
              <a:xfrm>
                <a:off x="11929493" y="4965129"/>
                <a:ext cx="1194269" cy="1000263"/>
              </a:xfrm>
              <a:custGeom>
                <a:avLst/>
                <a:gdLst>
                  <a:gd name="T0" fmla="*/ 38 w 128"/>
                  <a:gd name="T1" fmla="*/ 87 h 107"/>
                  <a:gd name="T2" fmla="*/ 38 w 128"/>
                  <a:gd name="T3" fmla="*/ 63 h 107"/>
                  <a:gd name="T4" fmla="*/ 47 w 128"/>
                  <a:gd name="T5" fmla="*/ 52 h 107"/>
                  <a:gd name="T6" fmla="*/ 56 w 128"/>
                  <a:gd name="T7" fmla="*/ 34 h 107"/>
                  <a:gd name="T8" fmla="*/ 72 w 128"/>
                  <a:gd name="T9" fmla="*/ 25 h 107"/>
                  <a:gd name="T10" fmla="*/ 86 w 128"/>
                  <a:gd name="T11" fmla="*/ 22 h 107"/>
                  <a:gd name="T12" fmla="*/ 102 w 128"/>
                  <a:gd name="T13" fmla="*/ 20 h 107"/>
                  <a:gd name="T14" fmla="*/ 112 w 128"/>
                  <a:gd name="T15" fmla="*/ 10 h 107"/>
                  <a:gd name="T16" fmla="*/ 120 w 128"/>
                  <a:gd name="T17" fmla="*/ 13 h 107"/>
                  <a:gd name="T18" fmla="*/ 127 w 128"/>
                  <a:gd name="T19" fmla="*/ 6 h 107"/>
                  <a:gd name="T20" fmla="*/ 114 w 128"/>
                  <a:gd name="T21" fmla="*/ 5 h 107"/>
                  <a:gd name="T22" fmla="*/ 116 w 128"/>
                  <a:gd name="T23" fmla="*/ 2 h 107"/>
                  <a:gd name="T24" fmla="*/ 106 w 128"/>
                  <a:gd name="T25" fmla="*/ 3 h 107"/>
                  <a:gd name="T26" fmla="*/ 100 w 128"/>
                  <a:gd name="T27" fmla="*/ 1 h 107"/>
                  <a:gd name="T28" fmla="*/ 95 w 128"/>
                  <a:gd name="T29" fmla="*/ 3 h 107"/>
                  <a:gd name="T30" fmla="*/ 91 w 128"/>
                  <a:gd name="T31" fmla="*/ 6 h 107"/>
                  <a:gd name="T32" fmla="*/ 90 w 128"/>
                  <a:gd name="T33" fmla="*/ 11 h 107"/>
                  <a:gd name="T34" fmla="*/ 84 w 128"/>
                  <a:gd name="T35" fmla="*/ 10 h 107"/>
                  <a:gd name="T36" fmla="*/ 80 w 128"/>
                  <a:gd name="T37" fmla="*/ 13 h 107"/>
                  <a:gd name="T38" fmla="*/ 76 w 128"/>
                  <a:gd name="T39" fmla="*/ 15 h 107"/>
                  <a:gd name="T40" fmla="*/ 72 w 128"/>
                  <a:gd name="T41" fmla="*/ 16 h 107"/>
                  <a:gd name="T42" fmla="*/ 68 w 128"/>
                  <a:gd name="T43" fmla="*/ 10 h 107"/>
                  <a:gd name="T44" fmla="*/ 67 w 128"/>
                  <a:gd name="T45" fmla="*/ 14 h 107"/>
                  <a:gd name="T46" fmla="*/ 65 w 128"/>
                  <a:gd name="T47" fmla="*/ 14 h 107"/>
                  <a:gd name="T48" fmla="*/ 62 w 128"/>
                  <a:gd name="T49" fmla="*/ 18 h 107"/>
                  <a:gd name="T50" fmla="*/ 61 w 128"/>
                  <a:gd name="T51" fmla="*/ 21 h 107"/>
                  <a:gd name="T52" fmla="*/ 57 w 128"/>
                  <a:gd name="T53" fmla="*/ 20 h 107"/>
                  <a:gd name="T54" fmla="*/ 54 w 128"/>
                  <a:gd name="T55" fmla="*/ 20 h 107"/>
                  <a:gd name="T56" fmla="*/ 51 w 128"/>
                  <a:gd name="T57" fmla="*/ 22 h 107"/>
                  <a:gd name="T58" fmla="*/ 49 w 128"/>
                  <a:gd name="T59" fmla="*/ 23 h 107"/>
                  <a:gd name="T60" fmla="*/ 54 w 128"/>
                  <a:gd name="T61" fmla="*/ 25 h 107"/>
                  <a:gd name="T62" fmla="*/ 56 w 128"/>
                  <a:gd name="T63" fmla="*/ 25 h 107"/>
                  <a:gd name="T64" fmla="*/ 57 w 128"/>
                  <a:gd name="T65" fmla="*/ 28 h 107"/>
                  <a:gd name="T66" fmla="*/ 49 w 128"/>
                  <a:gd name="T67" fmla="*/ 31 h 107"/>
                  <a:gd name="T68" fmla="*/ 53 w 128"/>
                  <a:gd name="T69" fmla="*/ 33 h 107"/>
                  <a:gd name="T70" fmla="*/ 49 w 128"/>
                  <a:gd name="T71" fmla="*/ 35 h 107"/>
                  <a:gd name="T72" fmla="*/ 43 w 128"/>
                  <a:gd name="T73" fmla="*/ 40 h 107"/>
                  <a:gd name="T74" fmla="*/ 42 w 128"/>
                  <a:gd name="T75" fmla="*/ 43 h 107"/>
                  <a:gd name="T76" fmla="*/ 39 w 128"/>
                  <a:gd name="T77" fmla="*/ 45 h 107"/>
                  <a:gd name="T78" fmla="*/ 39 w 128"/>
                  <a:gd name="T79" fmla="*/ 49 h 107"/>
                  <a:gd name="T80" fmla="*/ 39 w 128"/>
                  <a:gd name="T81" fmla="*/ 52 h 107"/>
                  <a:gd name="T82" fmla="*/ 35 w 128"/>
                  <a:gd name="T83" fmla="*/ 56 h 107"/>
                  <a:gd name="T84" fmla="*/ 27 w 128"/>
                  <a:gd name="T85" fmla="*/ 62 h 107"/>
                  <a:gd name="T86" fmla="*/ 31 w 128"/>
                  <a:gd name="T87" fmla="*/ 64 h 107"/>
                  <a:gd name="T88" fmla="*/ 28 w 128"/>
                  <a:gd name="T89" fmla="*/ 66 h 107"/>
                  <a:gd name="T90" fmla="*/ 19 w 128"/>
                  <a:gd name="T91" fmla="*/ 68 h 107"/>
                  <a:gd name="T92" fmla="*/ 16 w 128"/>
                  <a:gd name="T93" fmla="*/ 72 h 107"/>
                  <a:gd name="T94" fmla="*/ 10 w 128"/>
                  <a:gd name="T95" fmla="*/ 73 h 107"/>
                  <a:gd name="T96" fmla="*/ 10 w 128"/>
                  <a:gd name="T97" fmla="*/ 74 h 107"/>
                  <a:gd name="T98" fmla="*/ 5 w 128"/>
                  <a:gd name="T99" fmla="*/ 75 h 107"/>
                  <a:gd name="T100" fmla="*/ 4 w 128"/>
                  <a:gd name="T101" fmla="*/ 81 h 107"/>
                  <a:gd name="T102" fmla="*/ 1 w 128"/>
                  <a:gd name="T103" fmla="*/ 86 h 107"/>
                  <a:gd name="T104" fmla="*/ 6 w 128"/>
                  <a:gd name="T105" fmla="*/ 92 h 107"/>
                  <a:gd name="T106" fmla="*/ 7 w 128"/>
                  <a:gd name="T107" fmla="*/ 94 h 107"/>
                  <a:gd name="T108" fmla="*/ 3 w 128"/>
                  <a:gd name="T109" fmla="*/ 93 h 107"/>
                  <a:gd name="T110" fmla="*/ 5 w 128"/>
                  <a:gd name="T111" fmla="*/ 97 h 107"/>
                  <a:gd name="T112" fmla="*/ 5 w 128"/>
                  <a:gd name="T113" fmla="*/ 103 h 107"/>
                  <a:gd name="T114" fmla="*/ 27 w 128"/>
                  <a:gd name="T115" fmla="*/ 99 h 107"/>
                  <a:gd name="T116" fmla="*/ 34 w 128"/>
                  <a:gd name="T117" fmla="*/ 101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8" h="107">
                    <a:moveTo>
                      <a:pt x="34" y="101"/>
                    </a:moveTo>
                    <a:cubicBezTo>
                      <a:pt x="34" y="101"/>
                      <a:pt x="35" y="98"/>
                      <a:pt x="35" y="97"/>
                    </a:cubicBezTo>
                    <a:cubicBezTo>
                      <a:pt x="35" y="95"/>
                      <a:pt x="36" y="94"/>
                      <a:pt x="38" y="93"/>
                    </a:cubicBezTo>
                    <a:cubicBezTo>
                      <a:pt x="40" y="91"/>
                      <a:pt x="38" y="88"/>
                      <a:pt x="38" y="87"/>
                    </a:cubicBezTo>
                    <a:cubicBezTo>
                      <a:pt x="38" y="84"/>
                      <a:pt x="42" y="84"/>
                      <a:pt x="39" y="82"/>
                    </a:cubicBezTo>
                    <a:cubicBezTo>
                      <a:pt x="37" y="80"/>
                      <a:pt x="36" y="80"/>
                      <a:pt x="37" y="77"/>
                    </a:cubicBezTo>
                    <a:cubicBezTo>
                      <a:pt x="38" y="75"/>
                      <a:pt x="37" y="73"/>
                      <a:pt x="37" y="71"/>
                    </a:cubicBezTo>
                    <a:cubicBezTo>
                      <a:pt x="36" y="68"/>
                      <a:pt x="35" y="65"/>
                      <a:pt x="38" y="63"/>
                    </a:cubicBezTo>
                    <a:cubicBezTo>
                      <a:pt x="39" y="62"/>
                      <a:pt x="41" y="62"/>
                      <a:pt x="42" y="61"/>
                    </a:cubicBezTo>
                    <a:cubicBezTo>
                      <a:pt x="43" y="61"/>
                      <a:pt x="44" y="62"/>
                      <a:pt x="45" y="61"/>
                    </a:cubicBezTo>
                    <a:cubicBezTo>
                      <a:pt x="46" y="59"/>
                      <a:pt x="45" y="58"/>
                      <a:pt x="44" y="57"/>
                    </a:cubicBezTo>
                    <a:cubicBezTo>
                      <a:pt x="44" y="55"/>
                      <a:pt x="46" y="54"/>
                      <a:pt x="47" y="52"/>
                    </a:cubicBezTo>
                    <a:cubicBezTo>
                      <a:pt x="47" y="51"/>
                      <a:pt x="48" y="48"/>
                      <a:pt x="48" y="46"/>
                    </a:cubicBezTo>
                    <a:cubicBezTo>
                      <a:pt x="48" y="44"/>
                      <a:pt x="52" y="44"/>
                      <a:pt x="51" y="43"/>
                    </a:cubicBezTo>
                    <a:cubicBezTo>
                      <a:pt x="51" y="41"/>
                      <a:pt x="53" y="40"/>
                      <a:pt x="54" y="38"/>
                    </a:cubicBezTo>
                    <a:cubicBezTo>
                      <a:pt x="56" y="36"/>
                      <a:pt x="56" y="37"/>
                      <a:pt x="56" y="34"/>
                    </a:cubicBezTo>
                    <a:cubicBezTo>
                      <a:pt x="55" y="33"/>
                      <a:pt x="59" y="28"/>
                      <a:pt x="60" y="28"/>
                    </a:cubicBezTo>
                    <a:cubicBezTo>
                      <a:pt x="61" y="27"/>
                      <a:pt x="64" y="28"/>
                      <a:pt x="65" y="28"/>
                    </a:cubicBezTo>
                    <a:cubicBezTo>
                      <a:pt x="65" y="26"/>
                      <a:pt x="65" y="25"/>
                      <a:pt x="65" y="23"/>
                    </a:cubicBezTo>
                    <a:cubicBezTo>
                      <a:pt x="68" y="24"/>
                      <a:pt x="70" y="24"/>
                      <a:pt x="72" y="25"/>
                    </a:cubicBezTo>
                    <a:cubicBezTo>
                      <a:pt x="76" y="25"/>
                      <a:pt x="74" y="21"/>
                      <a:pt x="75" y="19"/>
                    </a:cubicBezTo>
                    <a:cubicBezTo>
                      <a:pt x="75" y="19"/>
                      <a:pt x="77" y="19"/>
                      <a:pt x="78" y="19"/>
                    </a:cubicBezTo>
                    <a:cubicBezTo>
                      <a:pt x="79" y="18"/>
                      <a:pt x="81" y="16"/>
                      <a:pt x="82" y="18"/>
                    </a:cubicBezTo>
                    <a:cubicBezTo>
                      <a:pt x="84" y="19"/>
                      <a:pt x="84" y="21"/>
                      <a:pt x="86" y="22"/>
                    </a:cubicBezTo>
                    <a:cubicBezTo>
                      <a:pt x="87" y="22"/>
                      <a:pt x="89" y="22"/>
                      <a:pt x="90" y="22"/>
                    </a:cubicBezTo>
                    <a:cubicBezTo>
                      <a:pt x="91" y="22"/>
                      <a:pt x="92" y="21"/>
                      <a:pt x="94" y="21"/>
                    </a:cubicBezTo>
                    <a:cubicBezTo>
                      <a:pt x="95" y="21"/>
                      <a:pt x="96" y="23"/>
                      <a:pt x="98" y="23"/>
                    </a:cubicBezTo>
                    <a:cubicBezTo>
                      <a:pt x="98" y="22"/>
                      <a:pt x="102" y="20"/>
                      <a:pt x="102" y="20"/>
                    </a:cubicBezTo>
                    <a:cubicBezTo>
                      <a:pt x="102" y="17"/>
                      <a:pt x="102" y="16"/>
                      <a:pt x="103" y="14"/>
                    </a:cubicBezTo>
                    <a:cubicBezTo>
                      <a:pt x="104" y="13"/>
                      <a:pt x="106" y="11"/>
                      <a:pt x="107" y="11"/>
                    </a:cubicBezTo>
                    <a:cubicBezTo>
                      <a:pt x="108" y="11"/>
                      <a:pt x="109" y="11"/>
                      <a:pt x="110" y="11"/>
                    </a:cubicBezTo>
                    <a:cubicBezTo>
                      <a:pt x="111" y="11"/>
                      <a:pt x="111" y="10"/>
                      <a:pt x="112" y="10"/>
                    </a:cubicBezTo>
                    <a:cubicBezTo>
                      <a:pt x="113" y="10"/>
                      <a:pt x="115" y="12"/>
                      <a:pt x="116" y="12"/>
                    </a:cubicBezTo>
                    <a:cubicBezTo>
                      <a:pt x="118" y="13"/>
                      <a:pt x="119" y="14"/>
                      <a:pt x="119" y="17"/>
                    </a:cubicBezTo>
                    <a:cubicBezTo>
                      <a:pt x="121" y="17"/>
                      <a:pt x="126" y="14"/>
                      <a:pt x="124" y="12"/>
                    </a:cubicBezTo>
                    <a:cubicBezTo>
                      <a:pt x="126" y="13"/>
                      <a:pt x="121" y="13"/>
                      <a:pt x="120" y="13"/>
                    </a:cubicBezTo>
                    <a:cubicBezTo>
                      <a:pt x="125" y="12"/>
                      <a:pt x="118" y="9"/>
                      <a:pt x="117" y="10"/>
                    </a:cubicBezTo>
                    <a:cubicBezTo>
                      <a:pt x="118" y="9"/>
                      <a:pt x="119" y="10"/>
                      <a:pt x="119" y="10"/>
                    </a:cubicBezTo>
                    <a:cubicBezTo>
                      <a:pt x="121" y="10"/>
                      <a:pt x="123" y="10"/>
                      <a:pt x="124" y="9"/>
                    </a:cubicBezTo>
                    <a:cubicBezTo>
                      <a:pt x="125" y="9"/>
                      <a:pt x="128" y="7"/>
                      <a:pt x="127" y="6"/>
                    </a:cubicBezTo>
                    <a:cubicBezTo>
                      <a:pt x="125" y="5"/>
                      <a:pt x="122" y="4"/>
                      <a:pt x="119" y="3"/>
                    </a:cubicBezTo>
                    <a:cubicBezTo>
                      <a:pt x="118" y="2"/>
                      <a:pt x="117" y="4"/>
                      <a:pt x="116" y="5"/>
                    </a:cubicBezTo>
                    <a:cubicBezTo>
                      <a:pt x="116" y="5"/>
                      <a:pt x="114" y="8"/>
                      <a:pt x="114" y="7"/>
                    </a:cubicBezTo>
                    <a:cubicBezTo>
                      <a:pt x="114" y="7"/>
                      <a:pt x="114" y="6"/>
                      <a:pt x="114" y="5"/>
                    </a:cubicBezTo>
                    <a:cubicBezTo>
                      <a:pt x="114" y="5"/>
                      <a:pt x="112" y="5"/>
                      <a:pt x="112" y="5"/>
                    </a:cubicBezTo>
                    <a:cubicBezTo>
                      <a:pt x="113" y="4"/>
                      <a:pt x="115" y="5"/>
                      <a:pt x="115" y="4"/>
                    </a:cubicBezTo>
                    <a:cubicBezTo>
                      <a:pt x="115" y="4"/>
                      <a:pt x="112" y="4"/>
                      <a:pt x="112" y="4"/>
                    </a:cubicBezTo>
                    <a:cubicBezTo>
                      <a:pt x="112" y="3"/>
                      <a:pt x="116" y="3"/>
                      <a:pt x="116" y="2"/>
                    </a:cubicBezTo>
                    <a:cubicBezTo>
                      <a:pt x="115" y="1"/>
                      <a:pt x="109" y="0"/>
                      <a:pt x="110" y="2"/>
                    </a:cubicBezTo>
                    <a:cubicBezTo>
                      <a:pt x="111" y="3"/>
                      <a:pt x="111" y="3"/>
                      <a:pt x="110" y="4"/>
                    </a:cubicBezTo>
                    <a:cubicBezTo>
                      <a:pt x="109" y="5"/>
                      <a:pt x="107" y="7"/>
                      <a:pt x="106" y="7"/>
                    </a:cubicBezTo>
                    <a:cubicBezTo>
                      <a:pt x="105" y="7"/>
                      <a:pt x="106" y="3"/>
                      <a:pt x="106" y="3"/>
                    </a:cubicBezTo>
                    <a:cubicBezTo>
                      <a:pt x="106" y="2"/>
                      <a:pt x="101" y="9"/>
                      <a:pt x="100" y="9"/>
                    </a:cubicBezTo>
                    <a:cubicBezTo>
                      <a:pt x="97" y="9"/>
                      <a:pt x="100" y="5"/>
                      <a:pt x="101" y="4"/>
                    </a:cubicBezTo>
                    <a:cubicBezTo>
                      <a:pt x="102" y="4"/>
                      <a:pt x="103" y="2"/>
                      <a:pt x="103" y="2"/>
                    </a:cubicBezTo>
                    <a:cubicBezTo>
                      <a:pt x="102" y="1"/>
                      <a:pt x="100" y="0"/>
                      <a:pt x="100" y="1"/>
                    </a:cubicBezTo>
                    <a:cubicBezTo>
                      <a:pt x="100" y="1"/>
                      <a:pt x="101" y="2"/>
                      <a:pt x="101" y="2"/>
                    </a:cubicBezTo>
                    <a:cubicBezTo>
                      <a:pt x="101" y="2"/>
                      <a:pt x="99" y="2"/>
                      <a:pt x="98" y="2"/>
                    </a:cubicBezTo>
                    <a:cubicBezTo>
                      <a:pt x="97" y="3"/>
                      <a:pt x="98" y="2"/>
                      <a:pt x="97" y="1"/>
                    </a:cubicBezTo>
                    <a:cubicBezTo>
                      <a:pt x="97" y="1"/>
                      <a:pt x="95" y="3"/>
                      <a:pt x="95" y="3"/>
                    </a:cubicBezTo>
                    <a:cubicBezTo>
                      <a:pt x="95" y="4"/>
                      <a:pt x="97" y="5"/>
                      <a:pt x="96" y="5"/>
                    </a:cubicBezTo>
                    <a:cubicBezTo>
                      <a:pt x="95" y="5"/>
                      <a:pt x="95" y="5"/>
                      <a:pt x="95" y="5"/>
                    </a:cubicBezTo>
                    <a:cubicBezTo>
                      <a:pt x="94" y="5"/>
                      <a:pt x="94" y="6"/>
                      <a:pt x="94" y="7"/>
                    </a:cubicBezTo>
                    <a:cubicBezTo>
                      <a:pt x="95" y="5"/>
                      <a:pt x="91" y="6"/>
                      <a:pt x="91" y="6"/>
                    </a:cubicBezTo>
                    <a:cubicBezTo>
                      <a:pt x="91" y="6"/>
                      <a:pt x="93" y="5"/>
                      <a:pt x="93" y="4"/>
                    </a:cubicBezTo>
                    <a:cubicBezTo>
                      <a:pt x="93" y="5"/>
                      <a:pt x="89" y="6"/>
                      <a:pt x="88" y="6"/>
                    </a:cubicBezTo>
                    <a:cubicBezTo>
                      <a:pt x="87" y="6"/>
                      <a:pt x="91" y="9"/>
                      <a:pt x="91" y="9"/>
                    </a:cubicBezTo>
                    <a:cubicBezTo>
                      <a:pt x="91" y="9"/>
                      <a:pt x="90" y="11"/>
                      <a:pt x="90" y="11"/>
                    </a:cubicBezTo>
                    <a:cubicBezTo>
                      <a:pt x="90" y="11"/>
                      <a:pt x="87" y="8"/>
                      <a:pt x="87" y="8"/>
                    </a:cubicBezTo>
                    <a:cubicBezTo>
                      <a:pt x="87" y="8"/>
                      <a:pt x="85" y="11"/>
                      <a:pt x="85" y="8"/>
                    </a:cubicBezTo>
                    <a:cubicBezTo>
                      <a:pt x="84" y="7"/>
                      <a:pt x="81" y="9"/>
                      <a:pt x="80" y="8"/>
                    </a:cubicBezTo>
                    <a:cubicBezTo>
                      <a:pt x="81" y="9"/>
                      <a:pt x="84" y="9"/>
                      <a:pt x="84" y="10"/>
                    </a:cubicBezTo>
                    <a:cubicBezTo>
                      <a:pt x="84" y="10"/>
                      <a:pt x="83" y="10"/>
                      <a:pt x="83" y="11"/>
                    </a:cubicBezTo>
                    <a:cubicBezTo>
                      <a:pt x="83" y="12"/>
                      <a:pt x="84" y="12"/>
                      <a:pt x="84" y="13"/>
                    </a:cubicBezTo>
                    <a:cubicBezTo>
                      <a:pt x="84" y="13"/>
                      <a:pt x="81" y="12"/>
                      <a:pt x="81" y="11"/>
                    </a:cubicBezTo>
                    <a:cubicBezTo>
                      <a:pt x="80" y="11"/>
                      <a:pt x="80" y="12"/>
                      <a:pt x="80" y="13"/>
                    </a:cubicBezTo>
                    <a:cubicBezTo>
                      <a:pt x="79" y="13"/>
                      <a:pt x="79" y="12"/>
                      <a:pt x="79" y="11"/>
                    </a:cubicBezTo>
                    <a:cubicBezTo>
                      <a:pt x="79" y="11"/>
                      <a:pt x="77" y="13"/>
                      <a:pt x="77" y="13"/>
                    </a:cubicBezTo>
                    <a:cubicBezTo>
                      <a:pt x="76" y="14"/>
                      <a:pt x="78" y="14"/>
                      <a:pt x="78" y="15"/>
                    </a:cubicBezTo>
                    <a:cubicBezTo>
                      <a:pt x="78" y="15"/>
                      <a:pt x="76" y="15"/>
                      <a:pt x="76" y="15"/>
                    </a:cubicBezTo>
                    <a:cubicBezTo>
                      <a:pt x="75" y="14"/>
                      <a:pt x="76" y="13"/>
                      <a:pt x="76" y="12"/>
                    </a:cubicBezTo>
                    <a:cubicBezTo>
                      <a:pt x="76" y="12"/>
                      <a:pt x="73" y="14"/>
                      <a:pt x="73" y="14"/>
                    </a:cubicBezTo>
                    <a:cubicBezTo>
                      <a:pt x="73" y="14"/>
                      <a:pt x="73" y="14"/>
                      <a:pt x="74" y="14"/>
                    </a:cubicBezTo>
                    <a:cubicBezTo>
                      <a:pt x="73" y="14"/>
                      <a:pt x="72" y="16"/>
                      <a:pt x="72" y="16"/>
                    </a:cubicBezTo>
                    <a:cubicBezTo>
                      <a:pt x="71" y="15"/>
                      <a:pt x="73" y="14"/>
                      <a:pt x="72" y="14"/>
                    </a:cubicBezTo>
                    <a:cubicBezTo>
                      <a:pt x="71" y="13"/>
                      <a:pt x="70" y="13"/>
                      <a:pt x="70" y="12"/>
                    </a:cubicBezTo>
                    <a:cubicBezTo>
                      <a:pt x="70" y="12"/>
                      <a:pt x="72" y="12"/>
                      <a:pt x="72" y="12"/>
                    </a:cubicBezTo>
                    <a:cubicBezTo>
                      <a:pt x="72" y="11"/>
                      <a:pt x="69" y="10"/>
                      <a:pt x="68" y="10"/>
                    </a:cubicBezTo>
                    <a:cubicBezTo>
                      <a:pt x="68" y="11"/>
                      <a:pt x="69" y="13"/>
                      <a:pt x="69" y="13"/>
                    </a:cubicBezTo>
                    <a:cubicBezTo>
                      <a:pt x="69" y="13"/>
                      <a:pt x="65" y="14"/>
                      <a:pt x="66" y="14"/>
                    </a:cubicBezTo>
                    <a:cubicBezTo>
                      <a:pt x="66" y="14"/>
                      <a:pt x="68" y="14"/>
                      <a:pt x="68" y="14"/>
                    </a:cubicBezTo>
                    <a:cubicBezTo>
                      <a:pt x="68" y="14"/>
                      <a:pt x="67" y="14"/>
                      <a:pt x="67" y="14"/>
                    </a:cubicBezTo>
                    <a:cubicBezTo>
                      <a:pt x="68" y="16"/>
                      <a:pt x="70" y="14"/>
                      <a:pt x="69" y="14"/>
                    </a:cubicBezTo>
                    <a:cubicBezTo>
                      <a:pt x="70" y="15"/>
                      <a:pt x="69" y="16"/>
                      <a:pt x="69" y="16"/>
                    </a:cubicBezTo>
                    <a:cubicBezTo>
                      <a:pt x="69" y="17"/>
                      <a:pt x="67" y="15"/>
                      <a:pt x="67" y="15"/>
                    </a:cubicBezTo>
                    <a:cubicBezTo>
                      <a:pt x="66" y="15"/>
                      <a:pt x="66" y="14"/>
                      <a:pt x="65" y="14"/>
                    </a:cubicBezTo>
                    <a:cubicBezTo>
                      <a:pt x="65" y="14"/>
                      <a:pt x="64" y="16"/>
                      <a:pt x="63" y="15"/>
                    </a:cubicBezTo>
                    <a:cubicBezTo>
                      <a:pt x="63" y="14"/>
                      <a:pt x="60" y="16"/>
                      <a:pt x="60" y="16"/>
                    </a:cubicBezTo>
                    <a:cubicBezTo>
                      <a:pt x="60" y="16"/>
                      <a:pt x="60" y="19"/>
                      <a:pt x="60" y="19"/>
                    </a:cubicBezTo>
                    <a:cubicBezTo>
                      <a:pt x="60" y="20"/>
                      <a:pt x="61" y="17"/>
                      <a:pt x="62" y="18"/>
                    </a:cubicBezTo>
                    <a:cubicBezTo>
                      <a:pt x="62" y="18"/>
                      <a:pt x="64" y="19"/>
                      <a:pt x="64" y="18"/>
                    </a:cubicBezTo>
                    <a:cubicBezTo>
                      <a:pt x="64" y="19"/>
                      <a:pt x="63" y="19"/>
                      <a:pt x="63" y="20"/>
                    </a:cubicBezTo>
                    <a:cubicBezTo>
                      <a:pt x="62" y="20"/>
                      <a:pt x="63" y="22"/>
                      <a:pt x="62" y="22"/>
                    </a:cubicBezTo>
                    <a:cubicBezTo>
                      <a:pt x="62" y="23"/>
                      <a:pt x="61" y="21"/>
                      <a:pt x="61" y="21"/>
                    </a:cubicBezTo>
                    <a:cubicBezTo>
                      <a:pt x="60" y="21"/>
                      <a:pt x="60" y="23"/>
                      <a:pt x="59" y="23"/>
                    </a:cubicBezTo>
                    <a:cubicBezTo>
                      <a:pt x="59" y="23"/>
                      <a:pt x="59" y="21"/>
                      <a:pt x="59" y="21"/>
                    </a:cubicBezTo>
                    <a:cubicBezTo>
                      <a:pt x="58" y="21"/>
                      <a:pt x="58" y="22"/>
                      <a:pt x="57" y="22"/>
                    </a:cubicBezTo>
                    <a:cubicBezTo>
                      <a:pt x="57" y="22"/>
                      <a:pt x="57" y="20"/>
                      <a:pt x="57" y="20"/>
                    </a:cubicBezTo>
                    <a:cubicBezTo>
                      <a:pt x="57" y="19"/>
                      <a:pt x="56" y="22"/>
                      <a:pt x="55" y="22"/>
                    </a:cubicBezTo>
                    <a:cubicBezTo>
                      <a:pt x="53" y="23"/>
                      <a:pt x="56" y="17"/>
                      <a:pt x="56" y="17"/>
                    </a:cubicBezTo>
                    <a:cubicBezTo>
                      <a:pt x="55" y="17"/>
                      <a:pt x="53" y="18"/>
                      <a:pt x="53" y="18"/>
                    </a:cubicBezTo>
                    <a:cubicBezTo>
                      <a:pt x="52" y="19"/>
                      <a:pt x="54" y="20"/>
                      <a:pt x="54" y="20"/>
                    </a:cubicBezTo>
                    <a:cubicBezTo>
                      <a:pt x="53" y="20"/>
                      <a:pt x="53" y="20"/>
                      <a:pt x="52" y="20"/>
                    </a:cubicBezTo>
                    <a:cubicBezTo>
                      <a:pt x="52" y="20"/>
                      <a:pt x="52" y="21"/>
                      <a:pt x="51" y="22"/>
                    </a:cubicBezTo>
                    <a:cubicBezTo>
                      <a:pt x="52" y="21"/>
                      <a:pt x="47" y="21"/>
                      <a:pt x="49" y="22"/>
                    </a:cubicBezTo>
                    <a:cubicBezTo>
                      <a:pt x="49" y="23"/>
                      <a:pt x="51" y="22"/>
                      <a:pt x="51" y="22"/>
                    </a:cubicBezTo>
                    <a:cubicBezTo>
                      <a:pt x="51" y="22"/>
                      <a:pt x="50" y="23"/>
                      <a:pt x="51" y="23"/>
                    </a:cubicBezTo>
                    <a:cubicBezTo>
                      <a:pt x="51" y="23"/>
                      <a:pt x="52" y="23"/>
                      <a:pt x="52" y="22"/>
                    </a:cubicBezTo>
                    <a:cubicBezTo>
                      <a:pt x="52" y="22"/>
                      <a:pt x="52" y="24"/>
                      <a:pt x="51" y="24"/>
                    </a:cubicBezTo>
                    <a:cubicBezTo>
                      <a:pt x="50" y="24"/>
                      <a:pt x="50" y="23"/>
                      <a:pt x="49" y="23"/>
                    </a:cubicBezTo>
                    <a:cubicBezTo>
                      <a:pt x="48" y="24"/>
                      <a:pt x="48" y="26"/>
                      <a:pt x="47" y="26"/>
                    </a:cubicBezTo>
                    <a:cubicBezTo>
                      <a:pt x="47" y="26"/>
                      <a:pt x="44" y="26"/>
                      <a:pt x="44" y="26"/>
                    </a:cubicBezTo>
                    <a:cubicBezTo>
                      <a:pt x="44" y="29"/>
                      <a:pt x="51" y="25"/>
                      <a:pt x="51" y="25"/>
                    </a:cubicBezTo>
                    <a:cubicBezTo>
                      <a:pt x="52" y="25"/>
                      <a:pt x="53" y="24"/>
                      <a:pt x="54" y="25"/>
                    </a:cubicBezTo>
                    <a:cubicBezTo>
                      <a:pt x="56" y="25"/>
                      <a:pt x="55" y="23"/>
                      <a:pt x="54" y="23"/>
                    </a:cubicBezTo>
                    <a:cubicBezTo>
                      <a:pt x="55" y="23"/>
                      <a:pt x="55" y="23"/>
                      <a:pt x="55" y="23"/>
                    </a:cubicBezTo>
                    <a:cubicBezTo>
                      <a:pt x="56" y="25"/>
                      <a:pt x="57" y="23"/>
                      <a:pt x="58" y="23"/>
                    </a:cubicBezTo>
                    <a:cubicBezTo>
                      <a:pt x="57" y="23"/>
                      <a:pt x="57" y="25"/>
                      <a:pt x="56" y="25"/>
                    </a:cubicBezTo>
                    <a:cubicBezTo>
                      <a:pt x="57" y="25"/>
                      <a:pt x="58" y="25"/>
                      <a:pt x="58" y="25"/>
                    </a:cubicBezTo>
                    <a:cubicBezTo>
                      <a:pt x="58" y="25"/>
                      <a:pt x="56" y="26"/>
                      <a:pt x="56" y="27"/>
                    </a:cubicBezTo>
                    <a:cubicBezTo>
                      <a:pt x="56" y="27"/>
                      <a:pt x="61" y="25"/>
                      <a:pt x="61" y="26"/>
                    </a:cubicBezTo>
                    <a:cubicBezTo>
                      <a:pt x="60" y="27"/>
                      <a:pt x="57" y="26"/>
                      <a:pt x="57" y="28"/>
                    </a:cubicBezTo>
                    <a:cubicBezTo>
                      <a:pt x="56" y="31"/>
                      <a:pt x="54" y="27"/>
                      <a:pt x="54" y="27"/>
                    </a:cubicBezTo>
                    <a:cubicBezTo>
                      <a:pt x="54" y="26"/>
                      <a:pt x="54" y="29"/>
                      <a:pt x="54" y="29"/>
                    </a:cubicBezTo>
                    <a:cubicBezTo>
                      <a:pt x="54" y="29"/>
                      <a:pt x="53" y="27"/>
                      <a:pt x="52" y="27"/>
                    </a:cubicBezTo>
                    <a:cubicBezTo>
                      <a:pt x="51" y="28"/>
                      <a:pt x="49" y="30"/>
                      <a:pt x="49" y="31"/>
                    </a:cubicBezTo>
                    <a:cubicBezTo>
                      <a:pt x="49" y="31"/>
                      <a:pt x="51" y="30"/>
                      <a:pt x="51" y="30"/>
                    </a:cubicBezTo>
                    <a:cubicBezTo>
                      <a:pt x="51" y="31"/>
                      <a:pt x="53" y="30"/>
                      <a:pt x="53" y="31"/>
                    </a:cubicBezTo>
                    <a:cubicBezTo>
                      <a:pt x="53" y="30"/>
                      <a:pt x="50" y="31"/>
                      <a:pt x="50" y="32"/>
                    </a:cubicBezTo>
                    <a:cubicBezTo>
                      <a:pt x="51" y="33"/>
                      <a:pt x="54" y="31"/>
                      <a:pt x="53" y="33"/>
                    </a:cubicBezTo>
                    <a:cubicBezTo>
                      <a:pt x="54" y="31"/>
                      <a:pt x="47" y="34"/>
                      <a:pt x="47" y="34"/>
                    </a:cubicBezTo>
                    <a:cubicBezTo>
                      <a:pt x="47" y="33"/>
                      <a:pt x="53" y="35"/>
                      <a:pt x="52" y="35"/>
                    </a:cubicBezTo>
                    <a:cubicBezTo>
                      <a:pt x="51" y="36"/>
                      <a:pt x="50" y="34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6"/>
                      <a:pt x="46" y="34"/>
                      <a:pt x="45" y="36"/>
                    </a:cubicBezTo>
                    <a:cubicBezTo>
                      <a:pt x="45" y="36"/>
                      <a:pt x="48" y="36"/>
                      <a:pt x="48" y="36"/>
                    </a:cubicBezTo>
                    <a:cubicBezTo>
                      <a:pt x="46" y="38"/>
                      <a:pt x="44" y="36"/>
                      <a:pt x="45" y="39"/>
                    </a:cubicBezTo>
                    <a:cubicBezTo>
                      <a:pt x="45" y="39"/>
                      <a:pt x="43" y="40"/>
                      <a:pt x="43" y="40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2"/>
                      <a:pt x="41" y="42"/>
                      <a:pt x="41" y="42"/>
                    </a:cubicBezTo>
                    <a:cubicBezTo>
                      <a:pt x="41" y="43"/>
                      <a:pt x="42" y="42"/>
                      <a:pt x="42" y="42"/>
                    </a:cubicBezTo>
                    <a:cubicBezTo>
                      <a:pt x="43" y="42"/>
                      <a:pt x="42" y="43"/>
                      <a:pt x="42" y="43"/>
                    </a:cubicBezTo>
                    <a:cubicBezTo>
                      <a:pt x="43" y="43"/>
                      <a:pt x="45" y="44"/>
                      <a:pt x="46" y="43"/>
                    </a:cubicBezTo>
                    <a:cubicBezTo>
                      <a:pt x="44" y="44"/>
                      <a:pt x="44" y="44"/>
                      <a:pt x="42" y="44"/>
                    </a:cubicBezTo>
                    <a:cubicBezTo>
                      <a:pt x="41" y="44"/>
                      <a:pt x="38" y="44"/>
                      <a:pt x="38" y="45"/>
                    </a:cubicBezTo>
                    <a:cubicBezTo>
                      <a:pt x="38" y="45"/>
                      <a:pt x="39" y="45"/>
                      <a:pt x="39" y="45"/>
                    </a:cubicBezTo>
                    <a:cubicBezTo>
                      <a:pt x="39" y="45"/>
                      <a:pt x="38" y="46"/>
                      <a:pt x="38" y="46"/>
                    </a:cubicBezTo>
                    <a:cubicBezTo>
                      <a:pt x="38" y="46"/>
                      <a:pt x="40" y="45"/>
                      <a:pt x="40" y="46"/>
                    </a:cubicBezTo>
                    <a:cubicBezTo>
                      <a:pt x="40" y="46"/>
                      <a:pt x="38" y="48"/>
                      <a:pt x="38" y="48"/>
                    </a:cubicBezTo>
                    <a:cubicBezTo>
                      <a:pt x="38" y="48"/>
                      <a:pt x="39" y="48"/>
                      <a:pt x="39" y="49"/>
                    </a:cubicBezTo>
                    <a:cubicBezTo>
                      <a:pt x="39" y="49"/>
                      <a:pt x="37" y="49"/>
                      <a:pt x="37" y="49"/>
                    </a:cubicBezTo>
                    <a:cubicBezTo>
                      <a:pt x="37" y="49"/>
                      <a:pt x="39" y="50"/>
                      <a:pt x="39" y="50"/>
                    </a:cubicBezTo>
                    <a:cubicBezTo>
                      <a:pt x="38" y="50"/>
                      <a:pt x="37" y="50"/>
                      <a:pt x="37" y="50"/>
                    </a:cubicBezTo>
                    <a:cubicBezTo>
                      <a:pt x="37" y="51"/>
                      <a:pt x="38" y="52"/>
                      <a:pt x="39" y="52"/>
                    </a:cubicBezTo>
                    <a:cubicBezTo>
                      <a:pt x="37" y="52"/>
                      <a:pt x="35" y="52"/>
                      <a:pt x="34" y="54"/>
                    </a:cubicBezTo>
                    <a:cubicBezTo>
                      <a:pt x="34" y="55"/>
                      <a:pt x="30" y="54"/>
                      <a:pt x="30" y="54"/>
                    </a:cubicBezTo>
                    <a:cubicBezTo>
                      <a:pt x="30" y="57"/>
                      <a:pt x="36" y="54"/>
                      <a:pt x="37" y="54"/>
                    </a:cubicBezTo>
                    <a:cubicBezTo>
                      <a:pt x="36" y="54"/>
                      <a:pt x="35" y="56"/>
                      <a:pt x="35" y="56"/>
                    </a:cubicBezTo>
                    <a:cubicBezTo>
                      <a:pt x="32" y="56"/>
                      <a:pt x="34" y="57"/>
                      <a:pt x="33" y="58"/>
                    </a:cubicBezTo>
                    <a:cubicBezTo>
                      <a:pt x="32" y="59"/>
                      <a:pt x="30" y="57"/>
                      <a:pt x="29" y="58"/>
                    </a:cubicBezTo>
                    <a:cubicBezTo>
                      <a:pt x="29" y="59"/>
                      <a:pt x="26" y="61"/>
                      <a:pt x="26" y="61"/>
                    </a:cubicBezTo>
                    <a:cubicBezTo>
                      <a:pt x="26" y="62"/>
                      <a:pt x="27" y="62"/>
                      <a:pt x="27" y="62"/>
                    </a:cubicBezTo>
                    <a:cubicBezTo>
                      <a:pt x="27" y="63"/>
                      <a:pt x="24" y="63"/>
                      <a:pt x="24" y="63"/>
                    </a:cubicBezTo>
                    <a:cubicBezTo>
                      <a:pt x="24" y="63"/>
                      <a:pt x="25" y="64"/>
                      <a:pt x="25" y="65"/>
                    </a:cubicBezTo>
                    <a:cubicBezTo>
                      <a:pt x="25" y="66"/>
                      <a:pt x="27" y="65"/>
                      <a:pt x="28" y="65"/>
                    </a:cubicBezTo>
                    <a:cubicBezTo>
                      <a:pt x="29" y="64"/>
                      <a:pt x="30" y="65"/>
                      <a:pt x="31" y="64"/>
                    </a:cubicBezTo>
                    <a:cubicBezTo>
                      <a:pt x="31" y="64"/>
                      <a:pt x="30" y="63"/>
                      <a:pt x="30" y="62"/>
                    </a:cubicBezTo>
                    <a:cubicBezTo>
                      <a:pt x="30" y="62"/>
                      <a:pt x="32" y="63"/>
                      <a:pt x="33" y="64"/>
                    </a:cubicBezTo>
                    <a:cubicBezTo>
                      <a:pt x="33" y="64"/>
                      <a:pt x="30" y="66"/>
                      <a:pt x="30" y="66"/>
                    </a:cubicBezTo>
                    <a:cubicBezTo>
                      <a:pt x="29" y="66"/>
                      <a:pt x="28" y="67"/>
                      <a:pt x="28" y="66"/>
                    </a:cubicBezTo>
                    <a:cubicBezTo>
                      <a:pt x="27" y="65"/>
                      <a:pt x="26" y="67"/>
                      <a:pt x="25" y="67"/>
                    </a:cubicBezTo>
                    <a:cubicBezTo>
                      <a:pt x="24" y="66"/>
                      <a:pt x="24" y="63"/>
                      <a:pt x="23" y="66"/>
                    </a:cubicBezTo>
                    <a:cubicBezTo>
                      <a:pt x="21" y="70"/>
                      <a:pt x="20" y="65"/>
                      <a:pt x="21" y="65"/>
                    </a:cubicBezTo>
                    <a:cubicBezTo>
                      <a:pt x="19" y="65"/>
                      <a:pt x="21" y="69"/>
                      <a:pt x="19" y="68"/>
                    </a:cubicBezTo>
                    <a:cubicBezTo>
                      <a:pt x="15" y="68"/>
                      <a:pt x="18" y="70"/>
                      <a:pt x="17" y="71"/>
                    </a:cubicBezTo>
                    <a:cubicBezTo>
                      <a:pt x="16" y="71"/>
                      <a:pt x="16" y="69"/>
                      <a:pt x="16" y="69"/>
                    </a:cubicBezTo>
                    <a:cubicBezTo>
                      <a:pt x="14" y="69"/>
                      <a:pt x="12" y="70"/>
                      <a:pt x="11" y="71"/>
                    </a:cubicBezTo>
                    <a:cubicBezTo>
                      <a:pt x="11" y="72"/>
                      <a:pt x="15" y="72"/>
                      <a:pt x="16" y="72"/>
                    </a:cubicBezTo>
                    <a:cubicBezTo>
                      <a:pt x="16" y="72"/>
                      <a:pt x="19" y="71"/>
                      <a:pt x="19" y="71"/>
                    </a:cubicBezTo>
                    <a:cubicBezTo>
                      <a:pt x="20" y="72"/>
                      <a:pt x="15" y="72"/>
                      <a:pt x="15" y="72"/>
                    </a:cubicBezTo>
                    <a:cubicBezTo>
                      <a:pt x="14" y="72"/>
                      <a:pt x="14" y="73"/>
                      <a:pt x="13" y="73"/>
                    </a:cubicBezTo>
                    <a:cubicBezTo>
                      <a:pt x="12" y="73"/>
                      <a:pt x="11" y="73"/>
                      <a:pt x="10" y="73"/>
                    </a:cubicBezTo>
                    <a:cubicBezTo>
                      <a:pt x="8" y="72"/>
                      <a:pt x="7" y="73"/>
                      <a:pt x="9" y="74"/>
                    </a:cubicBezTo>
                    <a:cubicBezTo>
                      <a:pt x="10" y="74"/>
                      <a:pt x="12" y="74"/>
                      <a:pt x="12" y="76"/>
                    </a:cubicBezTo>
                    <a:cubicBezTo>
                      <a:pt x="12" y="76"/>
                      <a:pt x="11" y="78"/>
                      <a:pt x="11" y="77"/>
                    </a:cubicBezTo>
                    <a:cubicBezTo>
                      <a:pt x="10" y="77"/>
                      <a:pt x="12" y="75"/>
                      <a:pt x="10" y="74"/>
                    </a:cubicBezTo>
                    <a:cubicBezTo>
                      <a:pt x="7" y="74"/>
                      <a:pt x="9" y="75"/>
                      <a:pt x="8" y="76"/>
                    </a:cubicBezTo>
                    <a:cubicBezTo>
                      <a:pt x="8" y="76"/>
                      <a:pt x="8" y="73"/>
                      <a:pt x="7" y="73"/>
                    </a:cubicBezTo>
                    <a:cubicBezTo>
                      <a:pt x="7" y="72"/>
                      <a:pt x="5" y="78"/>
                      <a:pt x="6" y="77"/>
                    </a:cubicBezTo>
                    <a:cubicBezTo>
                      <a:pt x="5" y="77"/>
                      <a:pt x="5" y="75"/>
                      <a:pt x="5" y="75"/>
                    </a:cubicBezTo>
                    <a:cubicBezTo>
                      <a:pt x="4" y="75"/>
                      <a:pt x="4" y="77"/>
                      <a:pt x="4" y="77"/>
                    </a:cubicBezTo>
                    <a:cubicBezTo>
                      <a:pt x="3" y="78"/>
                      <a:pt x="1" y="77"/>
                      <a:pt x="1" y="78"/>
                    </a:cubicBezTo>
                    <a:cubicBezTo>
                      <a:pt x="1" y="79"/>
                      <a:pt x="0" y="80"/>
                      <a:pt x="1" y="80"/>
                    </a:cubicBezTo>
                    <a:cubicBezTo>
                      <a:pt x="2" y="80"/>
                      <a:pt x="3" y="80"/>
                      <a:pt x="4" y="81"/>
                    </a:cubicBezTo>
                    <a:cubicBezTo>
                      <a:pt x="4" y="81"/>
                      <a:pt x="0" y="82"/>
                      <a:pt x="1" y="83"/>
                    </a:cubicBezTo>
                    <a:cubicBezTo>
                      <a:pt x="1" y="84"/>
                      <a:pt x="3" y="84"/>
                      <a:pt x="3" y="84"/>
                    </a:cubicBezTo>
                    <a:cubicBezTo>
                      <a:pt x="3" y="84"/>
                      <a:pt x="6" y="83"/>
                      <a:pt x="6" y="84"/>
                    </a:cubicBezTo>
                    <a:cubicBezTo>
                      <a:pt x="5" y="85"/>
                      <a:pt x="2" y="84"/>
                      <a:pt x="1" y="86"/>
                    </a:cubicBezTo>
                    <a:cubicBezTo>
                      <a:pt x="0" y="87"/>
                      <a:pt x="6" y="87"/>
                      <a:pt x="4" y="89"/>
                    </a:cubicBezTo>
                    <a:cubicBezTo>
                      <a:pt x="4" y="89"/>
                      <a:pt x="3" y="87"/>
                      <a:pt x="2" y="88"/>
                    </a:cubicBezTo>
                    <a:cubicBezTo>
                      <a:pt x="1" y="89"/>
                      <a:pt x="1" y="90"/>
                      <a:pt x="2" y="91"/>
                    </a:cubicBezTo>
                    <a:cubicBezTo>
                      <a:pt x="3" y="91"/>
                      <a:pt x="5" y="92"/>
                      <a:pt x="6" y="92"/>
                    </a:cubicBezTo>
                    <a:cubicBezTo>
                      <a:pt x="7" y="91"/>
                      <a:pt x="8" y="89"/>
                      <a:pt x="9" y="90"/>
                    </a:cubicBezTo>
                    <a:cubicBezTo>
                      <a:pt x="8" y="90"/>
                      <a:pt x="7" y="91"/>
                      <a:pt x="7" y="91"/>
                    </a:cubicBezTo>
                    <a:cubicBezTo>
                      <a:pt x="7" y="92"/>
                      <a:pt x="6" y="92"/>
                      <a:pt x="5" y="92"/>
                    </a:cubicBezTo>
                    <a:cubicBezTo>
                      <a:pt x="5" y="92"/>
                      <a:pt x="7" y="93"/>
                      <a:pt x="7" y="94"/>
                    </a:cubicBezTo>
                    <a:cubicBezTo>
                      <a:pt x="7" y="94"/>
                      <a:pt x="4" y="92"/>
                      <a:pt x="5" y="94"/>
                    </a:cubicBezTo>
                    <a:cubicBezTo>
                      <a:pt x="5" y="95"/>
                      <a:pt x="8" y="96"/>
                      <a:pt x="8" y="96"/>
                    </a:cubicBezTo>
                    <a:cubicBezTo>
                      <a:pt x="8" y="97"/>
                      <a:pt x="5" y="95"/>
                      <a:pt x="4" y="96"/>
                    </a:cubicBezTo>
                    <a:cubicBezTo>
                      <a:pt x="2" y="96"/>
                      <a:pt x="4" y="93"/>
                      <a:pt x="3" y="93"/>
                    </a:cubicBezTo>
                    <a:cubicBezTo>
                      <a:pt x="3" y="93"/>
                      <a:pt x="1" y="95"/>
                      <a:pt x="2" y="96"/>
                    </a:cubicBezTo>
                    <a:cubicBezTo>
                      <a:pt x="3" y="96"/>
                      <a:pt x="2" y="98"/>
                      <a:pt x="2" y="98"/>
                    </a:cubicBezTo>
                    <a:cubicBezTo>
                      <a:pt x="3" y="99"/>
                      <a:pt x="4" y="97"/>
                      <a:pt x="5" y="96"/>
                    </a:cubicBezTo>
                    <a:cubicBezTo>
                      <a:pt x="5" y="96"/>
                      <a:pt x="5" y="97"/>
                      <a:pt x="5" y="97"/>
                    </a:cubicBezTo>
                    <a:cubicBezTo>
                      <a:pt x="6" y="97"/>
                      <a:pt x="6" y="96"/>
                      <a:pt x="7" y="96"/>
                    </a:cubicBezTo>
                    <a:cubicBezTo>
                      <a:pt x="7" y="96"/>
                      <a:pt x="7" y="98"/>
                      <a:pt x="6" y="98"/>
                    </a:cubicBezTo>
                    <a:cubicBezTo>
                      <a:pt x="4" y="99"/>
                      <a:pt x="8" y="101"/>
                      <a:pt x="8" y="100"/>
                    </a:cubicBezTo>
                    <a:cubicBezTo>
                      <a:pt x="8" y="102"/>
                      <a:pt x="1" y="100"/>
                      <a:pt x="5" y="103"/>
                    </a:cubicBezTo>
                    <a:cubicBezTo>
                      <a:pt x="7" y="104"/>
                      <a:pt x="8" y="105"/>
                      <a:pt x="10" y="105"/>
                    </a:cubicBezTo>
                    <a:cubicBezTo>
                      <a:pt x="10" y="105"/>
                      <a:pt x="13" y="107"/>
                      <a:pt x="14" y="107"/>
                    </a:cubicBezTo>
                    <a:cubicBezTo>
                      <a:pt x="17" y="107"/>
                      <a:pt x="21" y="104"/>
                      <a:pt x="23" y="102"/>
                    </a:cubicBezTo>
                    <a:cubicBezTo>
                      <a:pt x="24" y="100"/>
                      <a:pt x="25" y="100"/>
                      <a:pt x="27" y="99"/>
                    </a:cubicBezTo>
                    <a:cubicBezTo>
                      <a:pt x="28" y="98"/>
                      <a:pt x="28" y="95"/>
                      <a:pt x="29" y="95"/>
                    </a:cubicBezTo>
                    <a:cubicBezTo>
                      <a:pt x="29" y="95"/>
                      <a:pt x="29" y="98"/>
                      <a:pt x="30" y="98"/>
                    </a:cubicBezTo>
                    <a:cubicBezTo>
                      <a:pt x="32" y="99"/>
                      <a:pt x="31" y="99"/>
                      <a:pt x="31" y="100"/>
                    </a:cubicBezTo>
                    <a:cubicBezTo>
                      <a:pt x="32" y="100"/>
                      <a:pt x="33" y="100"/>
                      <a:pt x="34" y="101"/>
                    </a:cubicBezTo>
                    <a:cubicBezTo>
                      <a:pt x="34" y="102"/>
                      <a:pt x="33" y="100"/>
                      <a:pt x="34" y="10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1" name="Freeform 720"/>
              <p:cNvSpPr>
                <a:spLocks noEditPoints="1"/>
              </p:cNvSpPr>
              <p:nvPr/>
            </p:nvSpPr>
            <p:spPr bwMode="auto">
              <a:xfrm>
                <a:off x="12945416" y="4366247"/>
                <a:ext cx="7563702" cy="2637633"/>
              </a:xfrm>
              <a:custGeom>
                <a:avLst/>
                <a:gdLst>
                  <a:gd name="T0" fmla="*/ 785 w 810"/>
                  <a:gd name="T1" fmla="*/ 109 h 282"/>
                  <a:gd name="T2" fmla="*/ 725 w 810"/>
                  <a:gd name="T3" fmla="*/ 77 h 282"/>
                  <a:gd name="T4" fmla="*/ 665 w 810"/>
                  <a:gd name="T5" fmla="*/ 80 h 282"/>
                  <a:gd name="T6" fmla="*/ 607 w 810"/>
                  <a:gd name="T7" fmla="*/ 65 h 282"/>
                  <a:gd name="T8" fmla="*/ 578 w 810"/>
                  <a:gd name="T9" fmla="*/ 56 h 282"/>
                  <a:gd name="T10" fmla="*/ 555 w 810"/>
                  <a:gd name="T11" fmla="*/ 61 h 282"/>
                  <a:gd name="T12" fmla="*/ 521 w 810"/>
                  <a:gd name="T13" fmla="*/ 59 h 282"/>
                  <a:gd name="T14" fmla="*/ 495 w 810"/>
                  <a:gd name="T15" fmla="*/ 44 h 282"/>
                  <a:gd name="T16" fmla="*/ 469 w 810"/>
                  <a:gd name="T17" fmla="*/ 49 h 282"/>
                  <a:gd name="T18" fmla="*/ 423 w 810"/>
                  <a:gd name="T19" fmla="*/ 43 h 282"/>
                  <a:gd name="T20" fmla="*/ 383 w 810"/>
                  <a:gd name="T21" fmla="*/ 50 h 282"/>
                  <a:gd name="T22" fmla="*/ 423 w 810"/>
                  <a:gd name="T23" fmla="*/ 17 h 282"/>
                  <a:gd name="T24" fmla="*/ 378 w 810"/>
                  <a:gd name="T25" fmla="*/ 7 h 282"/>
                  <a:gd name="T26" fmla="*/ 355 w 810"/>
                  <a:gd name="T27" fmla="*/ 17 h 282"/>
                  <a:gd name="T28" fmla="*/ 320 w 810"/>
                  <a:gd name="T29" fmla="*/ 22 h 282"/>
                  <a:gd name="T30" fmla="*/ 297 w 810"/>
                  <a:gd name="T31" fmla="*/ 32 h 282"/>
                  <a:gd name="T32" fmla="*/ 269 w 810"/>
                  <a:gd name="T33" fmla="*/ 49 h 282"/>
                  <a:gd name="T34" fmla="*/ 247 w 810"/>
                  <a:gd name="T35" fmla="*/ 58 h 282"/>
                  <a:gd name="T36" fmla="*/ 242 w 810"/>
                  <a:gd name="T37" fmla="*/ 50 h 282"/>
                  <a:gd name="T38" fmla="*/ 259 w 810"/>
                  <a:gd name="T39" fmla="*/ 97 h 282"/>
                  <a:gd name="T40" fmla="*/ 227 w 810"/>
                  <a:gd name="T41" fmla="*/ 107 h 282"/>
                  <a:gd name="T42" fmla="*/ 231 w 810"/>
                  <a:gd name="T43" fmla="*/ 88 h 282"/>
                  <a:gd name="T44" fmla="*/ 206 w 810"/>
                  <a:gd name="T45" fmla="*/ 60 h 282"/>
                  <a:gd name="T46" fmla="*/ 191 w 810"/>
                  <a:gd name="T47" fmla="*/ 83 h 282"/>
                  <a:gd name="T48" fmla="*/ 131 w 810"/>
                  <a:gd name="T49" fmla="*/ 90 h 282"/>
                  <a:gd name="T50" fmla="*/ 92 w 810"/>
                  <a:gd name="T51" fmla="*/ 100 h 282"/>
                  <a:gd name="T52" fmla="*/ 84 w 810"/>
                  <a:gd name="T53" fmla="*/ 107 h 282"/>
                  <a:gd name="T54" fmla="*/ 53 w 810"/>
                  <a:gd name="T55" fmla="*/ 120 h 282"/>
                  <a:gd name="T56" fmla="*/ 31 w 810"/>
                  <a:gd name="T57" fmla="*/ 102 h 282"/>
                  <a:gd name="T58" fmla="*/ 29 w 810"/>
                  <a:gd name="T59" fmla="*/ 84 h 282"/>
                  <a:gd name="T60" fmla="*/ 5 w 810"/>
                  <a:gd name="T61" fmla="*/ 88 h 282"/>
                  <a:gd name="T62" fmla="*/ 7 w 810"/>
                  <a:gd name="T63" fmla="*/ 152 h 282"/>
                  <a:gd name="T64" fmla="*/ 16 w 810"/>
                  <a:gd name="T65" fmla="*/ 187 h 282"/>
                  <a:gd name="T66" fmla="*/ 40 w 810"/>
                  <a:gd name="T67" fmla="*/ 223 h 282"/>
                  <a:gd name="T68" fmla="*/ 53 w 810"/>
                  <a:gd name="T69" fmla="*/ 244 h 282"/>
                  <a:gd name="T70" fmla="*/ 82 w 810"/>
                  <a:gd name="T71" fmla="*/ 272 h 282"/>
                  <a:gd name="T72" fmla="*/ 109 w 810"/>
                  <a:gd name="T73" fmla="*/ 250 h 282"/>
                  <a:gd name="T74" fmla="*/ 108 w 810"/>
                  <a:gd name="T75" fmla="*/ 222 h 282"/>
                  <a:gd name="T76" fmla="*/ 160 w 810"/>
                  <a:gd name="T77" fmla="*/ 223 h 282"/>
                  <a:gd name="T78" fmla="*/ 196 w 810"/>
                  <a:gd name="T79" fmla="*/ 196 h 282"/>
                  <a:gd name="T80" fmla="*/ 252 w 810"/>
                  <a:gd name="T81" fmla="*/ 204 h 282"/>
                  <a:gd name="T82" fmla="*/ 331 w 810"/>
                  <a:gd name="T83" fmla="*/ 226 h 282"/>
                  <a:gd name="T84" fmla="*/ 415 w 810"/>
                  <a:gd name="T85" fmla="*/ 231 h 282"/>
                  <a:gd name="T86" fmla="*/ 483 w 810"/>
                  <a:gd name="T87" fmla="*/ 207 h 282"/>
                  <a:gd name="T88" fmla="*/ 521 w 810"/>
                  <a:gd name="T89" fmla="*/ 258 h 282"/>
                  <a:gd name="T90" fmla="*/ 558 w 810"/>
                  <a:gd name="T91" fmla="*/ 226 h 282"/>
                  <a:gd name="T92" fmla="*/ 543 w 810"/>
                  <a:gd name="T93" fmla="*/ 199 h 282"/>
                  <a:gd name="T94" fmla="*/ 591 w 810"/>
                  <a:gd name="T95" fmla="*/ 162 h 282"/>
                  <a:gd name="T96" fmla="*/ 627 w 810"/>
                  <a:gd name="T97" fmla="*/ 165 h 282"/>
                  <a:gd name="T98" fmla="*/ 657 w 810"/>
                  <a:gd name="T99" fmla="*/ 153 h 282"/>
                  <a:gd name="T100" fmla="*/ 669 w 810"/>
                  <a:gd name="T101" fmla="*/ 154 h 282"/>
                  <a:gd name="T102" fmla="*/ 649 w 810"/>
                  <a:gd name="T103" fmla="*/ 210 h 282"/>
                  <a:gd name="T104" fmla="*/ 667 w 810"/>
                  <a:gd name="T105" fmla="*/ 171 h 282"/>
                  <a:gd name="T106" fmla="*/ 710 w 810"/>
                  <a:gd name="T107" fmla="*/ 156 h 282"/>
                  <a:gd name="T108" fmla="*/ 738 w 810"/>
                  <a:gd name="T109" fmla="*/ 121 h 282"/>
                  <a:gd name="T110" fmla="*/ 765 w 810"/>
                  <a:gd name="T111" fmla="*/ 116 h 282"/>
                  <a:gd name="T112" fmla="*/ 802 w 810"/>
                  <a:gd name="T113" fmla="*/ 115 h 282"/>
                  <a:gd name="T114" fmla="*/ 388 w 810"/>
                  <a:gd name="T115" fmla="*/ 21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10" h="282">
                    <a:moveTo>
                      <a:pt x="808" y="111"/>
                    </a:moveTo>
                    <a:cubicBezTo>
                      <a:pt x="806" y="109"/>
                      <a:pt x="803" y="108"/>
                      <a:pt x="801" y="106"/>
                    </a:cubicBezTo>
                    <a:cubicBezTo>
                      <a:pt x="800" y="105"/>
                      <a:pt x="799" y="104"/>
                      <a:pt x="797" y="103"/>
                    </a:cubicBezTo>
                    <a:cubicBezTo>
                      <a:pt x="796" y="103"/>
                      <a:pt x="794" y="103"/>
                      <a:pt x="793" y="102"/>
                    </a:cubicBezTo>
                    <a:cubicBezTo>
                      <a:pt x="793" y="103"/>
                      <a:pt x="794" y="103"/>
                      <a:pt x="794" y="103"/>
                    </a:cubicBezTo>
                    <a:cubicBezTo>
                      <a:pt x="795" y="103"/>
                      <a:pt x="792" y="104"/>
                      <a:pt x="791" y="103"/>
                    </a:cubicBezTo>
                    <a:cubicBezTo>
                      <a:pt x="791" y="103"/>
                      <a:pt x="792" y="103"/>
                      <a:pt x="792" y="102"/>
                    </a:cubicBezTo>
                    <a:cubicBezTo>
                      <a:pt x="791" y="101"/>
                      <a:pt x="786" y="103"/>
                      <a:pt x="785" y="102"/>
                    </a:cubicBezTo>
                    <a:cubicBezTo>
                      <a:pt x="787" y="103"/>
                      <a:pt x="787" y="103"/>
                      <a:pt x="787" y="106"/>
                    </a:cubicBezTo>
                    <a:cubicBezTo>
                      <a:pt x="786" y="107"/>
                      <a:pt x="788" y="109"/>
                      <a:pt x="788" y="109"/>
                    </a:cubicBezTo>
                    <a:cubicBezTo>
                      <a:pt x="787" y="109"/>
                      <a:pt x="787" y="108"/>
                      <a:pt x="787" y="108"/>
                    </a:cubicBezTo>
                    <a:cubicBezTo>
                      <a:pt x="786" y="107"/>
                      <a:pt x="786" y="109"/>
                      <a:pt x="785" y="109"/>
                    </a:cubicBezTo>
                    <a:cubicBezTo>
                      <a:pt x="785" y="109"/>
                      <a:pt x="783" y="105"/>
                      <a:pt x="783" y="105"/>
                    </a:cubicBezTo>
                    <a:cubicBezTo>
                      <a:pt x="783" y="104"/>
                      <a:pt x="783" y="104"/>
                      <a:pt x="783" y="104"/>
                    </a:cubicBezTo>
                    <a:cubicBezTo>
                      <a:pt x="783" y="103"/>
                      <a:pt x="782" y="102"/>
                      <a:pt x="783" y="101"/>
                    </a:cubicBezTo>
                    <a:cubicBezTo>
                      <a:pt x="784" y="99"/>
                      <a:pt x="782" y="100"/>
                      <a:pt x="781" y="99"/>
                    </a:cubicBezTo>
                    <a:cubicBezTo>
                      <a:pt x="781" y="98"/>
                      <a:pt x="779" y="97"/>
                      <a:pt x="778" y="97"/>
                    </a:cubicBezTo>
                    <a:cubicBezTo>
                      <a:pt x="771" y="93"/>
                      <a:pt x="765" y="89"/>
                      <a:pt x="758" y="87"/>
                    </a:cubicBezTo>
                    <a:cubicBezTo>
                      <a:pt x="756" y="86"/>
                      <a:pt x="755" y="85"/>
                      <a:pt x="754" y="84"/>
                    </a:cubicBezTo>
                    <a:cubicBezTo>
                      <a:pt x="753" y="83"/>
                      <a:pt x="751" y="82"/>
                      <a:pt x="749" y="82"/>
                    </a:cubicBezTo>
                    <a:cubicBezTo>
                      <a:pt x="746" y="81"/>
                      <a:pt x="743" y="80"/>
                      <a:pt x="739" y="78"/>
                    </a:cubicBezTo>
                    <a:cubicBezTo>
                      <a:pt x="736" y="78"/>
                      <a:pt x="732" y="78"/>
                      <a:pt x="730" y="78"/>
                    </a:cubicBezTo>
                    <a:cubicBezTo>
                      <a:pt x="728" y="78"/>
                      <a:pt x="727" y="78"/>
                      <a:pt x="726" y="78"/>
                    </a:cubicBezTo>
                    <a:cubicBezTo>
                      <a:pt x="726" y="78"/>
                      <a:pt x="725" y="77"/>
                      <a:pt x="725" y="77"/>
                    </a:cubicBezTo>
                    <a:cubicBezTo>
                      <a:pt x="724" y="78"/>
                      <a:pt x="724" y="79"/>
                      <a:pt x="723" y="78"/>
                    </a:cubicBezTo>
                    <a:cubicBezTo>
                      <a:pt x="720" y="78"/>
                      <a:pt x="717" y="77"/>
                      <a:pt x="714" y="76"/>
                    </a:cubicBezTo>
                    <a:cubicBezTo>
                      <a:pt x="713" y="76"/>
                      <a:pt x="710" y="75"/>
                      <a:pt x="710" y="77"/>
                    </a:cubicBezTo>
                    <a:cubicBezTo>
                      <a:pt x="709" y="79"/>
                      <a:pt x="708" y="79"/>
                      <a:pt x="710" y="80"/>
                    </a:cubicBezTo>
                    <a:cubicBezTo>
                      <a:pt x="712" y="82"/>
                      <a:pt x="714" y="86"/>
                      <a:pt x="709" y="87"/>
                    </a:cubicBezTo>
                    <a:cubicBezTo>
                      <a:pt x="708" y="88"/>
                      <a:pt x="705" y="88"/>
                      <a:pt x="704" y="86"/>
                    </a:cubicBezTo>
                    <a:cubicBezTo>
                      <a:pt x="703" y="85"/>
                      <a:pt x="703" y="84"/>
                      <a:pt x="700" y="84"/>
                    </a:cubicBezTo>
                    <a:cubicBezTo>
                      <a:pt x="697" y="83"/>
                      <a:pt x="699" y="82"/>
                      <a:pt x="698" y="81"/>
                    </a:cubicBezTo>
                    <a:cubicBezTo>
                      <a:pt x="698" y="80"/>
                      <a:pt x="695" y="79"/>
                      <a:pt x="694" y="80"/>
                    </a:cubicBezTo>
                    <a:cubicBezTo>
                      <a:pt x="691" y="83"/>
                      <a:pt x="686" y="80"/>
                      <a:pt x="682" y="80"/>
                    </a:cubicBezTo>
                    <a:cubicBezTo>
                      <a:pt x="678" y="80"/>
                      <a:pt x="674" y="79"/>
                      <a:pt x="670" y="79"/>
                    </a:cubicBezTo>
                    <a:cubicBezTo>
                      <a:pt x="668" y="79"/>
                      <a:pt x="667" y="79"/>
                      <a:pt x="665" y="80"/>
                    </a:cubicBezTo>
                    <a:cubicBezTo>
                      <a:pt x="663" y="81"/>
                      <a:pt x="664" y="84"/>
                      <a:pt x="664" y="86"/>
                    </a:cubicBezTo>
                    <a:cubicBezTo>
                      <a:pt x="664" y="86"/>
                      <a:pt x="664" y="86"/>
                      <a:pt x="664" y="86"/>
                    </a:cubicBezTo>
                    <a:cubicBezTo>
                      <a:pt x="663" y="86"/>
                      <a:pt x="662" y="81"/>
                      <a:pt x="661" y="80"/>
                    </a:cubicBezTo>
                    <a:cubicBezTo>
                      <a:pt x="660" y="80"/>
                      <a:pt x="656" y="80"/>
                      <a:pt x="655" y="78"/>
                    </a:cubicBezTo>
                    <a:cubicBezTo>
                      <a:pt x="655" y="75"/>
                      <a:pt x="659" y="74"/>
                      <a:pt x="655" y="71"/>
                    </a:cubicBezTo>
                    <a:cubicBezTo>
                      <a:pt x="653" y="70"/>
                      <a:pt x="651" y="69"/>
                      <a:pt x="648" y="68"/>
                    </a:cubicBezTo>
                    <a:cubicBezTo>
                      <a:pt x="642" y="66"/>
                      <a:pt x="635" y="68"/>
                      <a:pt x="629" y="69"/>
                    </a:cubicBezTo>
                    <a:cubicBezTo>
                      <a:pt x="626" y="69"/>
                      <a:pt x="623" y="69"/>
                      <a:pt x="619" y="69"/>
                    </a:cubicBezTo>
                    <a:cubicBezTo>
                      <a:pt x="618" y="69"/>
                      <a:pt x="618" y="69"/>
                      <a:pt x="617" y="69"/>
                    </a:cubicBezTo>
                    <a:cubicBezTo>
                      <a:pt x="615" y="68"/>
                      <a:pt x="617" y="68"/>
                      <a:pt x="618" y="67"/>
                    </a:cubicBezTo>
                    <a:cubicBezTo>
                      <a:pt x="618" y="66"/>
                      <a:pt x="613" y="65"/>
                      <a:pt x="613" y="65"/>
                    </a:cubicBezTo>
                    <a:cubicBezTo>
                      <a:pt x="612" y="64"/>
                      <a:pt x="608" y="65"/>
                      <a:pt x="607" y="65"/>
                    </a:cubicBezTo>
                    <a:cubicBezTo>
                      <a:pt x="607" y="65"/>
                      <a:pt x="611" y="64"/>
                      <a:pt x="610" y="63"/>
                    </a:cubicBezTo>
                    <a:cubicBezTo>
                      <a:pt x="609" y="63"/>
                      <a:pt x="608" y="64"/>
                      <a:pt x="607" y="64"/>
                    </a:cubicBezTo>
                    <a:cubicBezTo>
                      <a:pt x="606" y="63"/>
                      <a:pt x="604" y="62"/>
                      <a:pt x="604" y="62"/>
                    </a:cubicBezTo>
                    <a:cubicBezTo>
                      <a:pt x="603" y="62"/>
                      <a:pt x="600" y="60"/>
                      <a:pt x="602" y="60"/>
                    </a:cubicBezTo>
                    <a:cubicBezTo>
                      <a:pt x="603" y="60"/>
                      <a:pt x="605" y="60"/>
                      <a:pt x="606" y="60"/>
                    </a:cubicBezTo>
                    <a:cubicBezTo>
                      <a:pt x="609" y="60"/>
                      <a:pt x="605" y="57"/>
                      <a:pt x="604" y="57"/>
                    </a:cubicBezTo>
                    <a:cubicBezTo>
                      <a:pt x="602" y="55"/>
                      <a:pt x="597" y="56"/>
                      <a:pt x="594" y="55"/>
                    </a:cubicBezTo>
                    <a:cubicBezTo>
                      <a:pt x="592" y="55"/>
                      <a:pt x="591" y="57"/>
                      <a:pt x="589" y="59"/>
                    </a:cubicBezTo>
                    <a:cubicBezTo>
                      <a:pt x="589" y="59"/>
                      <a:pt x="582" y="63"/>
                      <a:pt x="582" y="60"/>
                    </a:cubicBezTo>
                    <a:cubicBezTo>
                      <a:pt x="583" y="58"/>
                      <a:pt x="584" y="60"/>
                      <a:pt x="586" y="59"/>
                    </a:cubicBezTo>
                    <a:cubicBezTo>
                      <a:pt x="586" y="59"/>
                      <a:pt x="585" y="56"/>
                      <a:pt x="584" y="56"/>
                    </a:cubicBezTo>
                    <a:cubicBezTo>
                      <a:pt x="584" y="56"/>
                      <a:pt x="578" y="56"/>
                      <a:pt x="578" y="56"/>
                    </a:cubicBezTo>
                    <a:cubicBezTo>
                      <a:pt x="579" y="55"/>
                      <a:pt x="581" y="54"/>
                      <a:pt x="583" y="54"/>
                    </a:cubicBezTo>
                    <a:cubicBezTo>
                      <a:pt x="584" y="55"/>
                      <a:pt x="591" y="55"/>
                      <a:pt x="591" y="55"/>
                    </a:cubicBezTo>
                    <a:cubicBezTo>
                      <a:pt x="591" y="54"/>
                      <a:pt x="585" y="54"/>
                      <a:pt x="584" y="53"/>
                    </a:cubicBezTo>
                    <a:cubicBezTo>
                      <a:pt x="582" y="53"/>
                      <a:pt x="580" y="53"/>
                      <a:pt x="578" y="53"/>
                    </a:cubicBezTo>
                    <a:cubicBezTo>
                      <a:pt x="574" y="52"/>
                      <a:pt x="570" y="52"/>
                      <a:pt x="566" y="51"/>
                    </a:cubicBezTo>
                    <a:cubicBezTo>
                      <a:pt x="565" y="51"/>
                      <a:pt x="561" y="50"/>
                      <a:pt x="561" y="50"/>
                    </a:cubicBezTo>
                    <a:cubicBezTo>
                      <a:pt x="561" y="51"/>
                      <a:pt x="562" y="52"/>
                      <a:pt x="561" y="52"/>
                    </a:cubicBezTo>
                    <a:cubicBezTo>
                      <a:pt x="560" y="53"/>
                      <a:pt x="559" y="53"/>
                      <a:pt x="558" y="53"/>
                    </a:cubicBezTo>
                    <a:cubicBezTo>
                      <a:pt x="557" y="53"/>
                      <a:pt x="552" y="54"/>
                      <a:pt x="553" y="56"/>
                    </a:cubicBezTo>
                    <a:cubicBezTo>
                      <a:pt x="554" y="58"/>
                      <a:pt x="556" y="55"/>
                      <a:pt x="557" y="56"/>
                    </a:cubicBezTo>
                    <a:cubicBezTo>
                      <a:pt x="557" y="56"/>
                      <a:pt x="554" y="57"/>
                      <a:pt x="555" y="59"/>
                    </a:cubicBezTo>
                    <a:cubicBezTo>
                      <a:pt x="556" y="59"/>
                      <a:pt x="555" y="60"/>
                      <a:pt x="555" y="61"/>
                    </a:cubicBezTo>
                    <a:cubicBezTo>
                      <a:pt x="556" y="61"/>
                      <a:pt x="557" y="62"/>
                      <a:pt x="557" y="63"/>
                    </a:cubicBezTo>
                    <a:cubicBezTo>
                      <a:pt x="557" y="63"/>
                      <a:pt x="553" y="63"/>
                      <a:pt x="552" y="63"/>
                    </a:cubicBezTo>
                    <a:cubicBezTo>
                      <a:pt x="550" y="63"/>
                      <a:pt x="552" y="62"/>
                      <a:pt x="552" y="62"/>
                    </a:cubicBezTo>
                    <a:cubicBezTo>
                      <a:pt x="551" y="61"/>
                      <a:pt x="548" y="62"/>
                      <a:pt x="548" y="62"/>
                    </a:cubicBezTo>
                    <a:cubicBezTo>
                      <a:pt x="546" y="63"/>
                      <a:pt x="544" y="62"/>
                      <a:pt x="543" y="62"/>
                    </a:cubicBezTo>
                    <a:cubicBezTo>
                      <a:pt x="542" y="62"/>
                      <a:pt x="546" y="63"/>
                      <a:pt x="546" y="63"/>
                    </a:cubicBezTo>
                    <a:cubicBezTo>
                      <a:pt x="549" y="64"/>
                      <a:pt x="546" y="66"/>
                      <a:pt x="545" y="65"/>
                    </a:cubicBezTo>
                    <a:cubicBezTo>
                      <a:pt x="544" y="65"/>
                      <a:pt x="544" y="64"/>
                      <a:pt x="544" y="63"/>
                    </a:cubicBezTo>
                    <a:cubicBezTo>
                      <a:pt x="543" y="63"/>
                      <a:pt x="542" y="63"/>
                      <a:pt x="541" y="63"/>
                    </a:cubicBezTo>
                    <a:cubicBezTo>
                      <a:pt x="539" y="62"/>
                      <a:pt x="537" y="61"/>
                      <a:pt x="534" y="62"/>
                    </a:cubicBezTo>
                    <a:cubicBezTo>
                      <a:pt x="531" y="62"/>
                      <a:pt x="529" y="65"/>
                      <a:pt x="526" y="63"/>
                    </a:cubicBezTo>
                    <a:cubicBezTo>
                      <a:pt x="524" y="62"/>
                      <a:pt x="522" y="61"/>
                      <a:pt x="521" y="59"/>
                    </a:cubicBezTo>
                    <a:cubicBezTo>
                      <a:pt x="520" y="58"/>
                      <a:pt x="518" y="62"/>
                      <a:pt x="517" y="62"/>
                    </a:cubicBezTo>
                    <a:cubicBezTo>
                      <a:pt x="516" y="64"/>
                      <a:pt x="515" y="70"/>
                      <a:pt x="512" y="69"/>
                    </a:cubicBezTo>
                    <a:cubicBezTo>
                      <a:pt x="510" y="68"/>
                      <a:pt x="508" y="68"/>
                      <a:pt x="506" y="66"/>
                    </a:cubicBezTo>
                    <a:cubicBezTo>
                      <a:pt x="505" y="65"/>
                      <a:pt x="503" y="63"/>
                      <a:pt x="502" y="62"/>
                    </a:cubicBezTo>
                    <a:cubicBezTo>
                      <a:pt x="501" y="60"/>
                      <a:pt x="499" y="59"/>
                      <a:pt x="498" y="58"/>
                    </a:cubicBezTo>
                    <a:cubicBezTo>
                      <a:pt x="496" y="56"/>
                      <a:pt x="500" y="57"/>
                      <a:pt x="501" y="57"/>
                    </a:cubicBezTo>
                    <a:cubicBezTo>
                      <a:pt x="502" y="57"/>
                      <a:pt x="504" y="56"/>
                      <a:pt x="504" y="55"/>
                    </a:cubicBezTo>
                    <a:cubicBezTo>
                      <a:pt x="504" y="55"/>
                      <a:pt x="499" y="52"/>
                      <a:pt x="499" y="52"/>
                    </a:cubicBezTo>
                    <a:cubicBezTo>
                      <a:pt x="499" y="52"/>
                      <a:pt x="502" y="52"/>
                      <a:pt x="502" y="51"/>
                    </a:cubicBezTo>
                    <a:cubicBezTo>
                      <a:pt x="501" y="50"/>
                      <a:pt x="499" y="50"/>
                      <a:pt x="499" y="50"/>
                    </a:cubicBezTo>
                    <a:cubicBezTo>
                      <a:pt x="499" y="48"/>
                      <a:pt x="504" y="47"/>
                      <a:pt x="499" y="46"/>
                    </a:cubicBezTo>
                    <a:cubicBezTo>
                      <a:pt x="498" y="46"/>
                      <a:pt x="497" y="44"/>
                      <a:pt x="495" y="44"/>
                    </a:cubicBezTo>
                    <a:cubicBezTo>
                      <a:pt x="494" y="44"/>
                      <a:pt x="492" y="43"/>
                      <a:pt x="491" y="44"/>
                    </a:cubicBezTo>
                    <a:cubicBezTo>
                      <a:pt x="490" y="44"/>
                      <a:pt x="490" y="45"/>
                      <a:pt x="489" y="45"/>
                    </a:cubicBezTo>
                    <a:cubicBezTo>
                      <a:pt x="488" y="44"/>
                      <a:pt x="488" y="44"/>
                      <a:pt x="487" y="44"/>
                    </a:cubicBezTo>
                    <a:cubicBezTo>
                      <a:pt x="486" y="44"/>
                      <a:pt x="484" y="44"/>
                      <a:pt x="483" y="43"/>
                    </a:cubicBezTo>
                    <a:cubicBezTo>
                      <a:pt x="482" y="43"/>
                      <a:pt x="481" y="43"/>
                      <a:pt x="480" y="41"/>
                    </a:cubicBezTo>
                    <a:cubicBezTo>
                      <a:pt x="479" y="41"/>
                      <a:pt x="480" y="40"/>
                      <a:pt x="478" y="41"/>
                    </a:cubicBezTo>
                    <a:cubicBezTo>
                      <a:pt x="478" y="41"/>
                      <a:pt x="477" y="42"/>
                      <a:pt x="476" y="42"/>
                    </a:cubicBezTo>
                    <a:cubicBezTo>
                      <a:pt x="475" y="42"/>
                      <a:pt x="475" y="41"/>
                      <a:pt x="474" y="42"/>
                    </a:cubicBezTo>
                    <a:cubicBezTo>
                      <a:pt x="474" y="43"/>
                      <a:pt x="473" y="44"/>
                      <a:pt x="473" y="45"/>
                    </a:cubicBezTo>
                    <a:cubicBezTo>
                      <a:pt x="473" y="46"/>
                      <a:pt x="475" y="46"/>
                      <a:pt x="474" y="47"/>
                    </a:cubicBezTo>
                    <a:cubicBezTo>
                      <a:pt x="473" y="48"/>
                      <a:pt x="474" y="48"/>
                      <a:pt x="473" y="48"/>
                    </a:cubicBezTo>
                    <a:cubicBezTo>
                      <a:pt x="472" y="48"/>
                      <a:pt x="470" y="48"/>
                      <a:pt x="469" y="49"/>
                    </a:cubicBezTo>
                    <a:cubicBezTo>
                      <a:pt x="470" y="48"/>
                      <a:pt x="473" y="50"/>
                      <a:pt x="473" y="50"/>
                    </a:cubicBezTo>
                    <a:cubicBezTo>
                      <a:pt x="472" y="51"/>
                      <a:pt x="469" y="49"/>
                      <a:pt x="467" y="49"/>
                    </a:cubicBezTo>
                    <a:cubicBezTo>
                      <a:pt x="465" y="49"/>
                      <a:pt x="462" y="49"/>
                      <a:pt x="459" y="49"/>
                    </a:cubicBezTo>
                    <a:cubicBezTo>
                      <a:pt x="458" y="49"/>
                      <a:pt x="458" y="48"/>
                      <a:pt x="457" y="48"/>
                    </a:cubicBezTo>
                    <a:cubicBezTo>
                      <a:pt x="456" y="47"/>
                      <a:pt x="453" y="48"/>
                      <a:pt x="452" y="48"/>
                    </a:cubicBezTo>
                    <a:cubicBezTo>
                      <a:pt x="451" y="47"/>
                      <a:pt x="449" y="47"/>
                      <a:pt x="448" y="46"/>
                    </a:cubicBezTo>
                    <a:cubicBezTo>
                      <a:pt x="448" y="45"/>
                      <a:pt x="450" y="45"/>
                      <a:pt x="450" y="44"/>
                    </a:cubicBezTo>
                    <a:cubicBezTo>
                      <a:pt x="451" y="43"/>
                      <a:pt x="442" y="43"/>
                      <a:pt x="441" y="43"/>
                    </a:cubicBezTo>
                    <a:cubicBezTo>
                      <a:pt x="436" y="42"/>
                      <a:pt x="432" y="43"/>
                      <a:pt x="427" y="43"/>
                    </a:cubicBezTo>
                    <a:cubicBezTo>
                      <a:pt x="424" y="43"/>
                      <a:pt x="425" y="43"/>
                      <a:pt x="426" y="45"/>
                    </a:cubicBezTo>
                    <a:cubicBezTo>
                      <a:pt x="426" y="46"/>
                      <a:pt x="424" y="45"/>
                      <a:pt x="424" y="45"/>
                    </a:cubicBezTo>
                    <a:cubicBezTo>
                      <a:pt x="422" y="45"/>
                      <a:pt x="423" y="44"/>
                      <a:pt x="423" y="43"/>
                    </a:cubicBezTo>
                    <a:cubicBezTo>
                      <a:pt x="423" y="41"/>
                      <a:pt x="422" y="38"/>
                      <a:pt x="420" y="40"/>
                    </a:cubicBezTo>
                    <a:cubicBezTo>
                      <a:pt x="420" y="42"/>
                      <a:pt x="416" y="42"/>
                      <a:pt x="414" y="41"/>
                    </a:cubicBezTo>
                    <a:cubicBezTo>
                      <a:pt x="413" y="40"/>
                      <a:pt x="415" y="38"/>
                      <a:pt x="411" y="39"/>
                    </a:cubicBezTo>
                    <a:cubicBezTo>
                      <a:pt x="410" y="39"/>
                      <a:pt x="409" y="39"/>
                      <a:pt x="408" y="39"/>
                    </a:cubicBezTo>
                    <a:cubicBezTo>
                      <a:pt x="407" y="38"/>
                      <a:pt x="406" y="39"/>
                      <a:pt x="404" y="40"/>
                    </a:cubicBezTo>
                    <a:cubicBezTo>
                      <a:pt x="402" y="42"/>
                      <a:pt x="407" y="41"/>
                      <a:pt x="407" y="42"/>
                    </a:cubicBezTo>
                    <a:cubicBezTo>
                      <a:pt x="407" y="44"/>
                      <a:pt x="403" y="43"/>
                      <a:pt x="402" y="44"/>
                    </a:cubicBezTo>
                    <a:cubicBezTo>
                      <a:pt x="401" y="45"/>
                      <a:pt x="399" y="45"/>
                      <a:pt x="397" y="46"/>
                    </a:cubicBezTo>
                    <a:cubicBezTo>
                      <a:pt x="395" y="47"/>
                      <a:pt x="393" y="47"/>
                      <a:pt x="390" y="47"/>
                    </a:cubicBezTo>
                    <a:cubicBezTo>
                      <a:pt x="388" y="47"/>
                      <a:pt x="388" y="47"/>
                      <a:pt x="387" y="49"/>
                    </a:cubicBezTo>
                    <a:cubicBezTo>
                      <a:pt x="386" y="50"/>
                      <a:pt x="382" y="51"/>
                      <a:pt x="381" y="51"/>
                    </a:cubicBezTo>
                    <a:cubicBezTo>
                      <a:pt x="381" y="50"/>
                      <a:pt x="383" y="50"/>
                      <a:pt x="383" y="50"/>
                    </a:cubicBezTo>
                    <a:cubicBezTo>
                      <a:pt x="385" y="49"/>
                      <a:pt x="385" y="47"/>
                      <a:pt x="386" y="46"/>
                    </a:cubicBezTo>
                    <a:cubicBezTo>
                      <a:pt x="387" y="44"/>
                      <a:pt x="388" y="46"/>
                      <a:pt x="389" y="45"/>
                    </a:cubicBezTo>
                    <a:cubicBezTo>
                      <a:pt x="390" y="45"/>
                      <a:pt x="390" y="44"/>
                      <a:pt x="391" y="44"/>
                    </a:cubicBezTo>
                    <a:cubicBezTo>
                      <a:pt x="394" y="42"/>
                      <a:pt x="398" y="41"/>
                      <a:pt x="401" y="39"/>
                    </a:cubicBezTo>
                    <a:cubicBezTo>
                      <a:pt x="403" y="38"/>
                      <a:pt x="405" y="37"/>
                      <a:pt x="407" y="36"/>
                    </a:cubicBezTo>
                    <a:cubicBezTo>
                      <a:pt x="411" y="33"/>
                      <a:pt x="416" y="31"/>
                      <a:pt x="420" y="29"/>
                    </a:cubicBezTo>
                    <a:cubicBezTo>
                      <a:pt x="423" y="28"/>
                      <a:pt x="426" y="26"/>
                      <a:pt x="423" y="23"/>
                    </a:cubicBezTo>
                    <a:cubicBezTo>
                      <a:pt x="422" y="22"/>
                      <a:pt x="422" y="24"/>
                      <a:pt x="421" y="23"/>
                    </a:cubicBezTo>
                    <a:cubicBezTo>
                      <a:pt x="420" y="22"/>
                      <a:pt x="419" y="22"/>
                      <a:pt x="418" y="21"/>
                    </a:cubicBezTo>
                    <a:cubicBezTo>
                      <a:pt x="418" y="20"/>
                      <a:pt x="423" y="22"/>
                      <a:pt x="423" y="22"/>
                    </a:cubicBezTo>
                    <a:cubicBezTo>
                      <a:pt x="424" y="22"/>
                      <a:pt x="427" y="22"/>
                      <a:pt x="425" y="20"/>
                    </a:cubicBezTo>
                    <a:cubicBezTo>
                      <a:pt x="424" y="19"/>
                      <a:pt x="424" y="18"/>
                      <a:pt x="423" y="17"/>
                    </a:cubicBezTo>
                    <a:cubicBezTo>
                      <a:pt x="422" y="15"/>
                      <a:pt x="421" y="19"/>
                      <a:pt x="420" y="19"/>
                    </a:cubicBezTo>
                    <a:cubicBezTo>
                      <a:pt x="420" y="18"/>
                      <a:pt x="420" y="17"/>
                      <a:pt x="420" y="17"/>
                    </a:cubicBezTo>
                    <a:cubicBezTo>
                      <a:pt x="420" y="16"/>
                      <a:pt x="420" y="16"/>
                      <a:pt x="419" y="15"/>
                    </a:cubicBezTo>
                    <a:cubicBezTo>
                      <a:pt x="419" y="14"/>
                      <a:pt x="417" y="13"/>
                      <a:pt x="416" y="13"/>
                    </a:cubicBezTo>
                    <a:cubicBezTo>
                      <a:pt x="414" y="12"/>
                      <a:pt x="413" y="12"/>
                      <a:pt x="411" y="11"/>
                    </a:cubicBezTo>
                    <a:cubicBezTo>
                      <a:pt x="409" y="11"/>
                      <a:pt x="409" y="11"/>
                      <a:pt x="406" y="12"/>
                    </a:cubicBezTo>
                    <a:cubicBezTo>
                      <a:pt x="404" y="12"/>
                      <a:pt x="397" y="9"/>
                      <a:pt x="396" y="12"/>
                    </a:cubicBezTo>
                    <a:cubicBezTo>
                      <a:pt x="395" y="13"/>
                      <a:pt x="389" y="14"/>
                      <a:pt x="388" y="13"/>
                    </a:cubicBezTo>
                    <a:cubicBezTo>
                      <a:pt x="388" y="13"/>
                      <a:pt x="394" y="9"/>
                      <a:pt x="392" y="8"/>
                    </a:cubicBezTo>
                    <a:cubicBezTo>
                      <a:pt x="392" y="8"/>
                      <a:pt x="385" y="9"/>
                      <a:pt x="384" y="8"/>
                    </a:cubicBezTo>
                    <a:cubicBezTo>
                      <a:pt x="384" y="7"/>
                      <a:pt x="386" y="7"/>
                      <a:pt x="386" y="7"/>
                    </a:cubicBezTo>
                    <a:cubicBezTo>
                      <a:pt x="386" y="6"/>
                      <a:pt x="378" y="7"/>
                      <a:pt x="378" y="7"/>
                    </a:cubicBezTo>
                    <a:cubicBezTo>
                      <a:pt x="379" y="5"/>
                      <a:pt x="383" y="6"/>
                      <a:pt x="384" y="5"/>
                    </a:cubicBezTo>
                    <a:cubicBezTo>
                      <a:pt x="385" y="4"/>
                      <a:pt x="387" y="5"/>
                      <a:pt x="386" y="4"/>
                    </a:cubicBezTo>
                    <a:cubicBezTo>
                      <a:pt x="386" y="3"/>
                      <a:pt x="386" y="2"/>
                      <a:pt x="385" y="2"/>
                    </a:cubicBezTo>
                    <a:cubicBezTo>
                      <a:pt x="382" y="2"/>
                      <a:pt x="381" y="1"/>
                      <a:pt x="378" y="1"/>
                    </a:cubicBezTo>
                    <a:cubicBezTo>
                      <a:pt x="376" y="0"/>
                      <a:pt x="374" y="1"/>
                      <a:pt x="372" y="2"/>
                    </a:cubicBezTo>
                    <a:cubicBezTo>
                      <a:pt x="368" y="3"/>
                      <a:pt x="364" y="6"/>
                      <a:pt x="362" y="8"/>
                    </a:cubicBezTo>
                    <a:cubicBezTo>
                      <a:pt x="361" y="9"/>
                      <a:pt x="361" y="9"/>
                      <a:pt x="362" y="10"/>
                    </a:cubicBezTo>
                    <a:cubicBezTo>
                      <a:pt x="363" y="10"/>
                      <a:pt x="362" y="11"/>
                      <a:pt x="362" y="12"/>
                    </a:cubicBezTo>
                    <a:cubicBezTo>
                      <a:pt x="362" y="14"/>
                      <a:pt x="366" y="13"/>
                      <a:pt x="366" y="14"/>
                    </a:cubicBezTo>
                    <a:cubicBezTo>
                      <a:pt x="366" y="13"/>
                      <a:pt x="361" y="14"/>
                      <a:pt x="360" y="14"/>
                    </a:cubicBezTo>
                    <a:cubicBezTo>
                      <a:pt x="359" y="14"/>
                      <a:pt x="353" y="13"/>
                      <a:pt x="352" y="14"/>
                    </a:cubicBezTo>
                    <a:cubicBezTo>
                      <a:pt x="352" y="13"/>
                      <a:pt x="355" y="17"/>
                      <a:pt x="355" y="17"/>
                    </a:cubicBezTo>
                    <a:cubicBezTo>
                      <a:pt x="356" y="18"/>
                      <a:pt x="351" y="16"/>
                      <a:pt x="350" y="16"/>
                    </a:cubicBezTo>
                    <a:cubicBezTo>
                      <a:pt x="349" y="16"/>
                      <a:pt x="347" y="17"/>
                      <a:pt x="345" y="18"/>
                    </a:cubicBezTo>
                    <a:cubicBezTo>
                      <a:pt x="345" y="18"/>
                      <a:pt x="345" y="18"/>
                      <a:pt x="344" y="18"/>
                    </a:cubicBezTo>
                    <a:cubicBezTo>
                      <a:pt x="342" y="18"/>
                      <a:pt x="344" y="18"/>
                      <a:pt x="343" y="17"/>
                    </a:cubicBezTo>
                    <a:cubicBezTo>
                      <a:pt x="343" y="18"/>
                      <a:pt x="338" y="20"/>
                      <a:pt x="338" y="20"/>
                    </a:cubicBezTo>
                    <a:cubicBezTo>
                      <a:pt x="338" y="19"/>
                      <a:pt x="340" y="18"/>
                      <a:pt x="340" y="18"/>
                    </a:cubicBezTo>
                    <a:cubicBezTo>
                      <a:pt x="340" y="17"/>
                      <a:pt x="335" y="18"/>
                      <a:pt x="334" y="17"/>
                    </a:cubicBezTo>
                    <a:cubicBezTo>
                      <a:pt x="334" y="17"/>
                      <a:pt x="336" y="16"/>
                      <a:pt x="336" y="16"/>
                    </a:cubicBezTo>
                    <a:cubicBezTo>
                      <a:pt x="335" y="17"/>
                      <a:pt x="330" y="18"/>
                      <a:pt x="328" y="18"/>
                    </a:cubicBezTo>
                    <a:cubicBezTo>
                      <a:pt x="323" y="19"/>
                      <a:pt x="329" y="19"/>
                      <a:pt x="330" y="20"/>
                    </a:cubicBezTo>
                    <a:cubicBezTo>
                      <a:pt x="329" y="19"/>
                      <a:pt x="324" y="21"/>
                      <a:pt x="323" y="21"/>
                    </a:cubicBezTo>
                    <a:cubicBezTo>
                      <a:pt x="322" y="21"/>
                      <a:pt x="321" y="21"/>
                      <a:pt x="320" y="22"/>
                    </a:cubicBezTo>
                    <a:cubicBezTo>
                      <a:pt x="319" y="23"/>
                      <a:pt x="317" y="22"/>
                      <a:pt x="315" y="22"/>
                    </a:cubicBezTo>
                    <a:cubicBezTo>
                      <a:pt x="314" y="22"/>
                      <a:pt x="313" y="24"/>
                      <a:pt x="311" y="24"/>
                    </a:cubicBezTo>
                    <a:cubicBezTo>
                      <a:pt x="309" y="25"/>
                      <a:pt x="308" y="24"/>
                      <a:pt x="307" y="25"/>
                    </a:cubicBezTo>
                    <a:cubicBezTo>
                      <a:pt x="306" y="26"/>
                      <a:pt x="305" y="27"/>
                      <a:pt x="304" y="27"/>
                    </a:cubicBezTo>
                    <a:cubicBezTo>
                      <a:pt x="302" y="27"/>
                      <a:pt x="300" y="27"/>
                      <a:pt x="299" y="27"/>
                    </a:cubicBezTo>
                    <a:cubicBezTo>
                      <a:pt x="299" y="27"/>
                      <a:pt x="302" y="29"/>
                      <a:pt x="302" y="29"/>
                    </a:cubicBezTo>
                    <a:cubicBezTo>
                      <a:pt x="301" y="30"/>
                      <a:pt x="295" y="30"/>
                      <a:pt x="295" y="30"/>
                    </a:cubicBezTo>
                    <a:cubicBezTo>
                      <a:pt x="295" y="30"/>
                      <a:pt x="299" y="30"/>
                      <a:pt x="299" y="30"/>
                    </a:cubicBezTo>
                    <a:cubicBezTo>
                      <a:pt x="299" y="30"/>
                      <a:pt x="297" y="30"/>
                      <a:pt x="296" y="30"/>
                    </a:cubicBezTo>
                    <a:cubicBezTo>
                      <a:pt x="297" y="30"/>
                      <a:pt x="299" y="31"/>
                      <a:pt x="299" y="31"/>
                    </a:cubicBezTo>
                    <a:cubicBezTo>
                      <a:pt x="298" y="31"/>
                      <a:pt x="298" y="31"/>
                      <a:pt x="297" y="31"/>
                    </a:cubicBezTo>
                    <a:cubicBezTo>
                      <a:pt x="298" y="31"/>
                      <a:pt x="297" y="32"/>
                      <a:pt x="297" y="32"/>
                    </a:cubicBezTo>
                    <a:cubicBezTo>
                      <a:pt x="297" y="33"/>
                      <a:pt x="294" y="32"/>
                      <a:pt x="294" y="32"/>
                    </a:cubicBezTo>
                    <a:cubicBezTo>
                      <a:pt x="294" y="33"/>
                      <a:pt x="296" y="33"/>
                      <a:pt x="296" y="34"/>
                    </a:cubicBezTo>
                    <a:cubicBezTo>
                      <a:pt x="297" y="34"/>
                      <a:pt x="295" y="34"/>
                      <a:pt x="295" y="34"/>
                    </a:cubicBezTo>
                    <a:cubicBezTo>
                      <a:pt x="295" y="36"/>
                      <a:pt x="299" y="34"/>
                      <a:pt x="298" y="36"/>
                    </a:cubicBezTo>
                    <a:cubicBezTo>
                      <a:pt x="296" y="38"/>
                      <a:pt x="301" y="39"/>
                      <a:pt x="298" y="40"/>
                    </a:cubicBezTo>
                    <a:cubicBezTo>
                      <a:pt x="296" y="40"/>
                      <a:pt x="294" y="40"/>
                      <a:pt x="292" y="40"/>
                    </a:cubicBezTo>
                    <a:cubicBezTo>
                      <a:pt x="291" y="41"/>
                      <a:pt x="291" y="42"/>
                      <a:pt x="289" y="41"/>
                    </a:cubicBezTo>
                    <a:cubicBezTo>
                      <a:pt x="288" y="41"/>
                      <a:pt x="287" y="41"/>
                      <a:pt x="286" y="41"/>
                    </a:cubicBezTo>
                    <a:cubicBezTo>
                      <a:pt x="282" y="42"/>
                      <a:pt x="278" y="42"/>
                      <a:pt x="274" y="42"/>
                    </a:cubicBezTo>
                    <a:cubicBezTo>
                      <a:pt x="272" y="42"/>
                      <a:pt x="270" y="42"/>
                      <a:pt x="269" y="43"/>
                    </a:cubicBezTo>
                    <a:cubicBezTo>
                      <a:pt x="268" y="44"/>
                      <a:pt x="267" y="45"/>
                      <a:pt x="267" y="46"/>
                    </a:cubicBezTo>
                    <a:cubicBezTo>
                      <a:pt x="267" y="47"/>
                      <a:pt x="269" y="48"/>
                      <a:pt x="269" y="49"/>
                    </a:cubicBezTo>
                    <a:cubicBezTo>
                      <a:pt x="268" y="51"/>
                      <a:pt x="268" y="52"/>
                      <a:pt x="269" y="53"/>
                    </a:cubicBezTo>
                    <a:cubicBezTo>
                      <a:pt x="271" y="55"/>
                      <a:pt x="274" y="54"/>
                      <a:pt x="276" y="56"/>
                    </a:cubicBezTo>
                    <a:cubicBezTo>
                      <a:pt x="276" y="56"/>
                      <a:pt x="278" y="60"/>
                      <a:pt x="278" y="60"/>
                    </a:cubicBezTo>
                    <a:cubicBezTo>
                      <a:pt x="274" y="60"/>
                      <a:pt x="273" y="60"/>
                      <a:pt x="270" y="58"/>
                    </a:cubicBezTo>
                    <a:cubicBezTo>
                      <a:pt x="267" y="56"/>
                      <a:pt x="262" y="54"/>
                      <a:pt x="258" y="54"/>
                    </a:cubicBezTo>
                    <a:cubicBezTo>
                      <a:pt x="256" y="54"/>
                      <a:pt x="257" y="53"/>
                      <a:pt x="255" y="52"/>
                    </a:cubicBezTo>
                    <a:cubicBezTo>
                      <a:pt x="254" y="52"/>
                      <a:pt x="250" y="52"/>
                      <a:pt x="250" y="54"/>
                    </a:cubicBezTo>
                    <a:cubicBezTo>
                      <a:pt x="250" y="55"/>
                      <a:pt x="254" y="55"/>
                      <a:pt x="254" y="55"/>
                    </a:cubicBezTo>
                    <a:cubicBezTo>
                      <a:pt x="254" y="55"/>
                      <a:pt x="251" y="56"/>
                      <a:pt x="252" y="56"/>
                    </a:cubicBezTo>
                    <a:cubicBezTo>
                      <a:pt x="254" y="57"/>
                      <a:pt x="255" y="56"/>
                      <a:pt x="256" y="58"/>
                    </a:cubicBezTo>
                    <a:cubicBezTo>
                      <a:pt x="256" y="60"/>
                      <a:pt x="253" y="59"/>
                      <a:pt x="252" y="59"/>
                    </a:cubicBezTo>
                    <a:cubicBezTo>
                      <a:pt x="250" y="58"/>
                      <a:pt x="249" y="57"/>
                      <a:pt x="247" y="58"/>
                    </a:cubicBezTo>
                    <a:cubicBezTo>
                      <a:pt x="245" y="58"/>
                      <a:pt x="246" y="61"/>
                      <a:pt x="247" y="62"/>
                    </a:cubicBezTo>
                    <a:cubicBezTo>
                      <a:pt x="248" y="63"/>
                      <a:pt x="250" y="63"/>
                      <a:pt x="251" y="63"/>
                    </a:cubicBezTo>
                    <a:cubicBezTo>
                      <a:pt x="253" y="64"/>
                      <a:pt x="255" y="64"/>
                      <a:pt x="256" y="65"/>
                    </a:cubicBezTo>
                    <a:cubicBezTo>
                      <a:pt x="257" y="66"/>
                      <a:pt x="257" y="67"/>
                      <a:pt x="257" y="67"/>
                    </a:cubicBezTo>
                    <a:cubicBezTo>
                      <a:pt x="258" y="67"/>
                      <a:pt x="259" y="67"/>
                      <a:pt x="260" y="67"/>
                    </a:cubicBezTo>
                    <a:cubicBezTo>
                      <a:pt x="260" y="67"/>
                      <a:pt x="257" y="68"/>
                      <a:pt x="257" y="68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2" y="65"/>
                      <a:pt x="249" y="65"/>
                      <a:pt x="246" y="65"/>
                    </a:cubicBezTo>
                    <a:cubicBezTo>
                      <a:pt x="245" y="65"/>
                      <a:pt x="240" y="64"/>
                      <a:pt x="242" y="62"/>
                    </a:cubicBezTo>
                    <a:cubicBezTo>
                      <a:pt x="243" y="62"/>
                      <a:pt x="242" y="61"/>
                      <a:pt x="242" y="60"/>
                    </a:cubicBezTo>
                    <a:cubicBezTo>
                      <a:pt x="241" y="59"/>
                      <a:pt x="242" y="58"/>
                      <a:pt x="242" y="57"/>
                    </a:cubicBezTo>
                    <a:cubicBezTo>
                      <a:pt x="243" y="55"/>
                      <a:pt x="244" y="51"/>
                      <a:pt x="242" y="50"/>
                    </a:cubicBezTo>
                    <a:cubicBezTo>
                      <a:pt x="238" y="49"/>
                      <a:pt x="241" y="54"/>
                      <a:pt x="240" y="56"/>
                    </a:cubicBezTo>
                    <a:cubicBezTo>
                      <a:pt x="238" y="58"/>
                      <a:pt x="235" y="59"/>
                      <a:pt x="233" y="61"/>
                    </a:cubicBezTo>
                    <a:cubicBezTo>
                      <a:pt x="230" y="64"/>
                      <a:pt x="231" y="63"/>
                      <a:pt x="233" y="65"/>
                    </a:cubicBezTo>
                    <a:cubicBezTo>
                      <a:pt x="234" y="66"/>
                      <a:pt x="237" y="69"/>
                      <a:pt x="237" y="71"/>
                    </a:cubicBezTo>
                    <a:cubicBezTo>
                      <a:pt x="237" y="71"/>
                      <a:pt x="236" y="73"/>
                      <a:pt x="235" y="73"/>
                    </a:cubicBezTo>
                    <a:cubicBezTo>
                      <a:pt x="234" y="75"/>
                      <a:pt x="233" y="77"/>
                      <a:pt x="233" y="79"/>
                    </a:cubicBezTo>
                    <a:cubicBezTo>
                      <a:pt x="233" y="79"/>
                      <a:pt x="234" y="84"/>
                      <a:pt x="235" y="84"/>
                    </a:cubicBezTo>
                    <a:cubicBezTo>
                      <a:pt x="237" y="84"/>
                      <a:pt x="239" y="84"/>
                      <a:pt x="241" y="83"/>
                    </a:cubicBezTo>
                    <a:cubicBezTo>
                      <a:pt x="243" y="82"/>
                      <a:pt x="246" y="83"/>
                      <a:pt x="248" y="84"/>
                    </a:cubicBezTo>
                    <a:cubicBezTo>
                      <a:pt x="251" y="84"/>
                      <a:pt x="253" y="86"/>
                      <a:pt x="254" y="89"/>
                    </a:cubicBezTo>
                    <a:cubicBezTo>
                      <a:pt x="255" y="91"/>
                      <a:pt x="251" y="94"/>
                      <a:pt x="253" y="95"/>
                    </a:cubicBezTo>
                    <a:cubicBezTo>
                      <a:pt x="253" y="95"/>
                      <a:pt x="259" y="97"/>
                      <a:pt x="259" y="97"/>
                    </a:cubicBezTo>
                    <a:cubicBezTo>
                      <a:pt x="259" y="98"/>
                      <a:pt x="252" y="96"/>
                      <a:pt x="251" y="96"/>
                    </a:cubicBezTo>
                    <a:cubicBezTo>
                      <a:pt x="251" y="96"/>
                      <a:pt x="250" y="93"/>
                      <a:pt x="250" y="93"/>
                    </a:cubicBezTo>
                    <a:cubicBezTo>
                      <a:pt x="251" y="91"/>
                      <a:pt x="252" y="90"/>
                      <a:pt x="250" y="89"/>
                    </a:cubicBezTo>
                    <a:cubicBezTo>
                      <a:pt x="248" y="88"/>
                      <a:pt x="249" y="86"/>
                      <a:pt x="247" y="85"/>
                    </a:cubicBezTo>
                    <a:cubicBezTo>
                      <a:pt x="245" y="85"/>
                      <a:pt x="243" y="86"/>
                      <a:pt x="241" y="86"/>
                    </a:cubicBezTo>
                    <a:cubicBezTo>
                      <a:pt x="241" y="86"/>
                      <a:pt x="237" y="87"/>
                      <a:pt x="237" y="88"/>
                    </a:cubicBezTo>
                    <a:cubicBezTo>
                      <a:pt x="238" y="88"/>
                      <a:pt x="239" y="88"/>
                      <a:pt x="238" y="88"/>
                    </a:cubicBezTo>
                    <a:cubicBezTo>
                      <a:pt x="238" y="89"/>
                      <a:pt x="236" y="90"/>
                      <a:pt x="237" y="91"/>
                    </a:cubicBezTo>
                    <a:cubicBezTo>
                      <a:pt x="241" y="93"/>
                      <a:pt x="238" y="96"/>
                      <a:pt x="236" y="98"/>
                    </a:cubicBezTo>
                    <a:cubicBezTo>
                      <a:pt x="235" y="99"/>
                      <a:pt x="234" y="101"/>
                      <a:pt x="234" y="102"/>
                    </a:cubicBezTo>
                    <a:cubicBezTo>
                      <a:pt x="233" y="103"/>
                      <a:pt x="231" y="104"/>
                      <a:pt x="229" y="104"/>
                    </a:cubicBezTo>
                    <a:cubicBezTo>
                      <a:pt x="228" y="105"/>
                      <a:pt x="227" y="105"/>
                      <a:pt x="227" y="107"/>
                    </a:cubicBezTo>
                    <a:cubicBezTo>
                      <a:pt x="226" y="109"/>
                      <a:pt x="224" y="108"/>
                      <a:pt x="223" y="108"/>
                    </a:cubicBezTo>
                    <a:cubicBezTo>
                      <a:pt x="220" y="107"/>
                      <a:pt x="218" y="108"/>
                      <a:pt x="216" y="107"/>
                    </a:cubicBezTo>
                    <a:cubicBezTo>
                      <a:pt x="215" y="107"/>
                      <a:pt x="214" y="106"/>
                      <a:pt x="213" y="106"/>
                    </a:cubicBezTo>
                    <a:cubicBezTo>
                      <a:pt x="211" y="106"/>
                      <a:pt x="211" y="105"/>
                      <a:pt x="210" y="104"/>
                    </a:cubicBezTo>
                    <a:cubicBezTo>
                      <a:pt x="210" y="104"/>
                      <a:pt x="212" y="103"/>
                      <a:pt x="212" y="104"/>
                    </a:cubicBezTo>
                    <a:cubicBezTo>
                      <a:pt x="213" y="106"/>
                      <a:pt x="215" y="106"/>
                      <a:pt x="215" y="105"/>
                    </a:cubicBezTo>
                    <a:cubicBezTo>
                      <a:pt x="216" y="104"/>
                      <a:pt x="221" y="107"/>
                      <a:pt x="223" y="105"/>
                    </a:cubicBezTo>
                    <a:cubicBezTo>
                      <a:pt x="223" y="104"/>
                      <a:pt x="221" y="103"/>
                      <a:pt x="223" y="103"/>
                    </a:cubicBezTo>
                    <a:cubicBezTo>
                      <a:pt x="224" y="102"/>
                      <a:pt x="226" y="101"/>
                      <a:pt x="227" y="100"/>
                    </a:cubicBezTo>
                    <a:cubicBezTo>
                      <a:pt x="228" y="98"/>
                      <a:pt x="227" y="98"/>
                      <a:pt x="230" y="97"/>
                    </a:cubicBezTo>
                    <a:cubicBezTo>
                      <a:pt x="233" y="95"/>
                      <a:pt x="229" y="93"/>
                      <a:pt x="231" y="91"/>
                    </a:cubicBezTo>
                    <a:cubicBezTo>
                      <a:pt x="233" y="90"/>
                      <a:pt x="233" y="89"/>
                      <a:pt x="231" y="88"/>
                    </a:cubicBezTo>
                    <a:cubicBezTo>
                      <a:pt x="230" y="88"/>
                      <a:pt x="229" y="87"/>
                      <a:pt x="228" y="86"/>
                    </a:cubicBezTo>
                    <a:cubicBezTo>
                      <a:pt x="227" y="84"/>
                      <a:pt x="228" y="81"/>
                      <a:pt x="228" y="79"/>
                    </a:cubicBezTo>
                    <a:cubicBezTo>
                      <a:pt x="228" y="77"/>
                      <a:pt x="227" y="75"/>
                      <a:pt x="228" y="73"/>
                    </a:cubicBezTo>
                    <a:cubicBezTo>
                      <a:pt x="228" y="71"/>
                      <a:pt x="230" y="71"/>
                      <a:pt x="230" y="69"/>
                    </a:cubicBezTo>
                    <a:cubicBezTo>
                      <a:pt x="229" y="67"/>
                      <a:pt x="227" y="66"/>
                      <a:pt x="226" y="65"/>
                    </a:cubicBezTo>
                    <a:cubicBezTo>
                      <a:pt x="225" y="64"/>
                      <a:pt x="224" y="63"/>
                      <a:pt x="225" y="62"/>
                    </a:cubicBezTo>
                    <a:cubicBezTo>
                      <a:pt x="227" y="61"/>
                      <a:pt x="227" y="59"/>
                      <a:pt x="228" y="57"/>
                    </a:cubicBezTo>
                    <a:cubicBezTo>
                      <a:pt x="229" y="56"/>
                      <a:pt x="230" y="53"/>
                      <a:pt x="229" y="52"/>
                    </a:cubicBezTo>
                    <a:cubicBezTo>
                      <a:pt x="229" y="51"/>
                      <a:pt x="225" y="50"/>
                      <a:pt x="223" y="49"/>
                    </a:cubicBezTo>
                    <a:cubicBezTo>
                      <a:pt x="221" y="49"/>
                      <a:pt x="219" y="49"/>
                      <a:pt x="217" y="49"/>
                    </a:cubicBezTo>
                    <a:cubicBezTo>
                      <a:pt x="216" y="49"/>
                      <a:pt x="213" y="48"/>
                      <a:pt x="212" y="49"/>
                    </a:cubicBezTo>
                    <a:cubicBezTo>
                      <a:pt x="209" y="51"/>
                      <a:pt x="209" y="58"/>
                      <a:pt x="206" y="60"/>
                    </a:cubicBezTo>
                    <a:cubicBezTo>
                      <a:pt x="204" y="63"/>
                      <a:pt x="198" y="64"/>
                      <a:pt x="198" y="68"/>
                    </a:cubicBezTo>
                    <a:cubicBezTo>
                      <a:pt x="198" y="69"/>
                      <a:pt x="201" y="68"/>
                      <a:pt x="201" y="68"/>
                    </a:cubicBezTo>
                    <a:cubicBezTo>
                      <a:pt x="202" y="69"/>
                      <a:pt x="201" y="73"/>
                      <a:pt x="201" y="73"/>
                    </a:cubicBezTo>
                    <a:cubicBezTo>
                      <a:pt x="200" y="75"/>
                      <a:pt x="202" y="76"/>
                      <a:pt x="199" y="76"/>
                    </a:cubicBezTo>
                    <a:cubicBezTo>
                      <a:pt x="199" y="77"/>
                      <a:pt x="198" y="77"/>
                      <a:pt x="198" y="78"/>
                    </a:cubicBezTo>
                    <a:cubicBezTo>
                      <a:pt x="199" y="79"/>
                      <a:pt x="200" y="79"/>
                      <a:pt x="201" y="79"/>
                    </a:cubicBezTo>
                    <a:cubicBezTo>
                      <a:pt x="202" y="79"/>
                      <a:pt x="206" y="79"/>
                      <a:pt x="206" y="80"/>
                    </a:cubicBezTo>
                    <a:cubicBezTo>
                      <a:pt x="206" y="82"/>
                      <a:pt x="206" y="84"/>
                      <a:pt x="208" y="85"/>
                    </a:cubicBezTo>
                    <a:cubicBezTo>
                      <a:pt x="210" y="86"/>
                      <a:pt x="212" y="85"/>
                      <a:pt x="210" y="87"/>
                    </a:cubicBezTo>
                    <a:cubicBezTo>
                      <a:pt x="209" y="88"/>
                      <a:pt x="209" y="90"/>
                      <a:pt x="208" y="91"/>
                    </a:cubicBezTo>
                    <a:cubicBezTo>
                      <a:pt x="207" y="93"/>
                      <a:pt x="202" y="88"/>
                      <a:pt x="201" y="87"/>
                    </a:cubicBezTo>
                    <a:cubicBezTo>
                      <a:pt x="198" y="85"/>
                      <a:pt x="194" y="84"/>
                      <a:pt x="191" y="83"/>
                    </a:cubicBezTo>
                    <a:cubicBezTo>
                      <a:pt x="189" y="82"/>
                      <a:pt x="188" y="81"/>
                      <a:pt x="186" y="80"/>
                    </a:cubicBezTo>
                    <a:cubicBezTo>
                      <a:pt x="185" y="80"/>
                      <a:pt x="183" y="79"/>
                      <a:pt x="182" y="79"/>
                    </a:cubicBezTo>
                    <a:cubicBezTo>
                      <a:pt x="179" y="79"/>
                      <a:pt x="176" y="78"/>
                      <a:pt x="173" y="78"/>
                    </a:cubicBezTo>
                    <a:cubicBezTo>
                      <a:pt x="169" y="78"/>
                      <a:pt x="165" y="78"/>
                      <a:pt x="168" y="83"/>
                    </a:cubicBezTo>
                    <a:cubicBezTo>
                      <a:pt x="170" y="84"/>
                      <a:pt x="169" y="86"/>
                      <a:pt x="167" y="87"/>
                    </a:cubicBezTo>
                    <a:cubicBezTo>
                      <a:pt x="166" y="88"/>
                      <a:pt x="163" y="86"/>
                      <a:pt x="164" y="89"/>
                    </a:cubicBezTo>
                    <a:cubicBezTo>
                      <a:pt x="165" y="90"/>
                      <a:pt x="157" y="90"/>
                      <a:pt x="161" y="87"/>
                    </a:cubicBezTo>
                    <a:cubicBezTo>
                      <a:pt x="162" y="86"/>
                      <a:pt x="159" y="84"/>
                      <a:pt x="158" y="85"/>
                    </a:cubicBezTo>
                    <a:cubicBezTo>
                      <a:pt x="156" y="85"/>
                      <a:pt x="154" y="86"/>
                      <a:pt x="153" y="87"/>
                    </a:cubicBezTo>
                    <a:cubicBezTo>
                      <a:pt x="150" y="89"/>
                      <a:pt x="147" y="87"/>
                      <a:pt x="144" y="88"/>
                    </a:cubicBezTo>
                    <a:cubicBezTo>
                      <a:pt x="141" y="89"/>
                      <a:pt x="139" y="91"/>
                      <a:pt x="137" y="91"/>
                    </a:cubicBezTo>
                    <a:cubicBezTo>
                      <a:pt x="136" y="91"/>
                      <a:pt x="130" y="91"/>
                      <a:pt x="131" y="90"/>
                    </a:cubicBezTo>
                    <a:cubicBezTo>
                      <a:pt x="133" y="90"/>
                      <a:pt x="133" y="90"/>
                      <a:pt x="133" y="89"/>
                    </a:cubicBezTo>
                    <a:cubicBezTo>
                      <a:pt x="133" y="86"/>
                      <a:pt x="135" y="87"/>
                      <a:pt x="135" y="85"/>
                    </a:cubicBezTo>
                    <a:cubicBezTo>
                      <a:pt x="136" y="84"/>
                      <a:pt x="129" y="86"/>
                      <a:pt x="129" y="86"/>
                    </a:cubicBezTo>
                    <a:cubicBezTo>
                      <a:pt x="128" y="86"/>
                      <a:pt x="127" y="86"/>
                      <a:pt x="127" y="87"/>
                    </a:cubicBezTo>
                    <a:cubicBezTo>
                      <a:pt x="127" y="88"/>
                      <a:pt x="127" y="89"/>
                      <a:pt x="127" y="90"/>
                    </a:cubicBezTo>
                    <a:cubicBezTo>
                      <a:pt x="126" y="90"/>
                      <a:pt x="124" y="89"/>
                      <a:pt x="123" y="89"/>
                    </a:cubicBezTo>
                    <a:cubicBezTo>
                      <a:pt x="121" y="89"/>
                      <a:pt x="118" y="90"/>
                      <a:pt x="116" y="91"/>
                    </a:cubicBezTo>
                    <a:cubicBezTo>
                      <a:pt x="113" y="92"/>
                      <a:pt x="110" y="94"/>
                      <a:pt x="107" y="95"/>
                    </a:cubicBezTo>
                    <a:cubicBezTo>
                      <a:pt x="105" y="95"/>
                      <a:pt x="104" y="96"/>
                      <a:pt x="103" y="98"/>
                    </a:cubicBezTo>
                    <a:cubicBezTo>
                      <a:pt x="103" y="99"/>
                      <a:pt x="103" y="102"/>
                      <a:pt x="101" y="102"/>
                    </a:cubicBezTo>
                    <a:cubicBezTo>
                      <a:pt x="99" y="102"/>
                      <a:pt x="97" y="103"/>
                      <a:pt x="95" y="103"/>
                    </a:cubicBezTo>
                    <a:cubicBezTo>
                      <a:pt x="94" y="103"/>
                      <a:pt x="93" y="101"/>
                      <a:pt x="92" y="100"/>
                    </a:cubicBezTo>
                    <a:cubicBezTo>
                      <a:pt x="90" y="98"/>
                      <a:pt x="87" y="99"/>
                      <a:pt x="89" y="96"/>
                    </a:cubicBezTo>
                    <a:cubicBezTo>
                      <a:pt x="90" y="94"/>
                      <a:pt x="93" y="95"/>
                      <a:pt x="94" y="94"/>
                    </a:cubicBezTo>
                    <a:cubicBezTo>
                      <a:pt x="96" y="94"/>
                      <a:pt x="98" y="95"/>
                      <a:pt x="97" y="93"/>
                    </a:cubicBezTo>
                    <a:cubicBezTo>
                      <a:pt x="96" y="92"/>
                      <a:pt x="95" y="90"/>
                      <a:pt x="94" y="89"/>
                    </a:cubicBezTo>
                    <a:cubicBezTo>
                      <a:pt x="92" y="87"/>
                      <a:pt x="89" y="88"/>
                      <a:pt x="87" y="88"/>
                    </a:cubicBezTo>
                    <a:cubicBezTo>
                      <a:pt x="86" y="88"/>
                      <a:pt x="80" y="87"/>
                      <a:pt x="80" y="87"/>
                    </a:cubicBezTo>
                    <a:cubicBezTo>
                      <a:pt x="80" y="87"/>
                      <a:pt x="83" y="88"/>
                      <a:pt x="83" y="88"/>
                    </a:cubicBezTo>
                    <a:cubicBezTo>
                      <a:pt x="84" y="89"/>
                      <a:pt x="84" y="90"/>
                      <a:pt x="84" y="91"/>
                    </a:cubicBezTo>
                    <a:cubicBezTo>
                      <a:pt x="84" y="92"/>
                      <a:pt x="84" y="94"/>
                      <a:pt x="84" y="95"/>
                    </a:cubicBezTo>
                    <a:cubicBezTo>
                      <a:pt x="83" y="96"/>
                      <a:pt x="82" y="97"/>
                      <a:pt x="82" y="98"/>
                    </a:cubicBezTo>
                    <a:cubicBezTo>
                      <a:pt x="83" y="100"/>
                      <a:pt x="87" y="100"/>
                      <a:pt x="86" y="103"/>
                    </a:cubicBezTo>
                    <a:cubicBezTo>
                      <a:pt x="85" y="104"/>
                      <a:pt x="84" y="106"/>
                      <a:pt x="84" y="107"/>
                    </a:cubicBezTo>
                    <a:cubicBezTo>
                      <a:pt x="84" y="107"/>
                      <a:pt x="84" y="111"/>
                      <a:pt x="84" y="111"/>
                    </a:cubicBezTo>
                    <a:cubicBezTo>
                      <a:pt x="84" y="111"/>
                      <a:pt x="83" y="108"/>
                      <a:pt x="83" y="108"/>
                    </a:cubicBezTo>
                    <a:cubicBezTo>
                      <a:pt x="82" y="108"/>
                      <a:pt x="81" y="110"/>
                      <a:pt x="80" y="109"/>
                    </a:cubicBezTo>
                    <a:cubicBezTo>
                      <a:pt x="80" y="109"/>
                      <a:pt x="82" y="108"/>
                      <a:pt x="82" y="107"/>
                    </a:cubicBezTo>
                    <a:cubicBezTo>
                      <a:pt x="81" y="106"/>
                      <a:pt x="79" y="106"/>
                      <a:pt x="78" y="106"/>
                    </a:cubicBezTo>
                    <a:cubicBezTo>
                      <a:pt x="77" y="106"/>
                      <a:pt x="76" y="105"/>
                      <a:pt x="75" y="106"/>
                    </a:cubicBezTo>
                    <a:cubicBezTo>
                      <a:pt x="73" y="106"/>
                      <a:pt x="72" y="108"/>
                      <a:pt x="70" y="108"/>
                    </a:cubicBezTo>
                    <a:cubicBezTo>
                      <a:pt x="68" y="110"/>
                      <a:pt x="67" y="110"/>
                      <a:pt x="65" y="112"/>
                    </a:cubicBezTo>
                    <a:cubicBezTo>
                      <a:pt x="63" y="114"/>
                      <a:pt x="61" y="114"/>
                      <a:pt x="64" y="116"/>
                    </a:cubicBezTo>
                    <a:cubicBezTo>
                      <a:pt x="65" y="117"/>
                      <a:pt x="67" y="120"/>
                      <a:pt x="66" y="121"/>
                    </a:cubicBezTo>
                    <a:cubicBezTo>
                      <a:pt x="65" y="122"/>
                      <a:pt x="59" y="120"/>
                      <a:pt x="58" y="120"/>
                    </a:cubicBezTo>
                    <a:cubicBezTo>
                      <a:pt x="57" y="119"/>
                      <a:pt x="54" y="120"/>
                      <a:pt x="53" y="120"/>
                    </a:cubicBezTo>
                    <a:cubicBezTo>
                      <a:pt x="54" y="119"/>
                      <a:pt x="49" y="115"/>
                      <a:pt x="48" y="117"/>
                    </a:cubicBezTo>
                    <a:cubicBezTo>
                      <a:pt x="43" y="121"/>
                      <a:pt x="54" y="122"/>
                      <a:pt x="54" y="124"/>
                    </a:cubicBezTo>
                    <a:cubicBezTo>
                      <a:pt x="53" y="128"/>
                      <a:pt x="50" y="126"/>
                      <a:pt x="47" y="126"/>
                    </a:cubicBezTo>
                    <a:cubicBezTo>
                      <a:pt x="44" y="125"/>
                      <a:pt x="43" y="123"/>
                      <a:pt x="40" y="122"/>
                    </a:cubicBezTo>
                    <a:cubicBezTo>
                      <a:pt x="38" y="121"/>
                      <a:pt x="38" y="120"/>
                      <a:pt x="37" y="118"/>
                    </a:cubicBezTo>
                    <a:cubicBezTo>
                      <a:pt x="37" y="116"/>
                      <a:pt x="36" y="116"/>
                      <a:pt x="35" y="115"/>
                    </a:cubicBezTo>
                    <a:cubicBezTo>
                      <a:pt x="35" y="114"/>
                      <a:pt x="38" y="112"/>
                      <a:pt x="38" y="112"/>
                    </a:cubicBezTo>
                    <a:cubicBezTo>
                      <a:pt x="39" y="109"/>
                      <a:pt x="34" y="107"/>
                      <a:pt x="32" y="107"/>
                    </a:cubicBezTo>
                    <a:cubicBezTo>
                      <a:pt x="30" y="106"/>
                      <a:pt x="30" y="104"/>
                      <a:pt x="28" y="104"/>
                    </a:cubicBezTo>
                    <a:cubicBezTo>
                      <a:pt x="29" y="103"/>
                      <a:pt x="24" y="99"/>
                      <a:pt x="24" y="99"/>
                    </a:cubicBezTo>
                    <a:cubicBezTo>
                      <a:pt x="26" y="98"/>
                      <a:pt x="28" y="101"/>
                      <a:pt x="29" y="102"/>
                    </a:cubicBezTo>
                    <a:cubicBezTo>
                      <a:pt x="30" y="103"/>
                      <a:pt x="31" y="103"/>
                      <a:pt x="31" y="102"/>
                    </a:cubicBezTo>
                    <a:cubicBezTo>
                      <a:pt x="32" y="102"/>
                      <a:pt x="33" y="103"/>
                      <a:pt x="33" y="103"/>
                    </a:cubicBezTo>
                    <a:cubicBezTo>
                      <a:pt x="36" y="104"/>
                      <a:pt x="38" y="105"/>
                      <a:pt x="41" y="105"/>
                    </a:cubicBezTo>
                    <a:cubicBezTo>
                      <a:pt x="43" y="106"/>
                      <a:pt x="46" y="106"/>
                      <a:pt x="49" y="107"/>
                    </a:cubicBezTo>
                    <a:cubicBezTo>
                      <a:pt x="54" y="109"/>
                      <a:pt x="58" y="109"/>
                      <a:pt x="63" y="106"/>
                    </a:cubicBezTo>
                    <a:cubicBezTo>
                      <a:pt x="65" y="105"/>
                      <a:pt x="66" y="104"/>
                      <a:pt x="68" y="103"/>
                    </a:cubicBezTo>
                    <a:cubicBezTo>
                      <a:pt x="71" y="101"/>
                      <a:pt x="69" y="100"/>
                      <a:pt x="69" y="97"/>
                    </a:cubicBezTo>
                    <a:cubicBezTo>
                      <a:pt x="69" y="94"/>
                      <a:pt x="62" y="93"/>
                      <a:pt x="60" y="91"/>
                    </a:cubicBezTo>
                    <a:cubicBezTo>
                      <a:pt x="57" y="89"/>
                      <a:pt x="53" y="87"/>
                      <a:pt x="50" y="86"/>
                    </a:cubicBezTo>
                    <a:cubicBezTo>
                      <a:pt x="47" y="84"/>
                      <a:pt x="43" y="82"/>
                      <a:pt x="40" y="82"/>
                    </a:cubicBezTo>
                    <a:cubicBezTo>
                      <a:pt x="39" y="81"/>
                      <a:pt x="39" y="82"/>
                      <a:pt x="38" y="82"/>
                    </a:cubicBezTo>
                    <a:cubicBezTo>
                      <a:pt x="37" y="82"/>
                      <a:pt x="36" y="81"/>
                      <a:pt x="35" y="81"/>
                    </a:cubicBezTo>
                    <a:cubicBezTo>
                      <a:pt x="33" y="80"/>
                      <a:pt x="31" y="84"/>
                      <a:pt x="29" y="84"/>
                    </a:cubicBezTo>
                    <a:cubicBezTo>
                      <a:pt x="29" y="83"/>
                      <a:pt x="33" y="80"/>
                      <a:pt x="29" y="80"/>
                    </a:cubicBezTo>
                    <a:cubicBezTo>
                      <a:pt x="28" y="80"/>
                      <a:pt x="24" y="78"/>
                      <a:pt x="24" y="78"/>
                    </a:cubicBezTo>
                    <a:cubicBezTo>
                      <a:pt x="25" y="77"/>
                      <a:pt x="29" y="80"/>
                      <a:pt x="29" y="78"/>
                    </a:cubicBezTo>
                    <a:cubicBezTo>
                      <a:pt x="29" y="77"/>
                      <a:pt x="25" y="75"/>
                      <a:pt x="24" y="75"/>
                    </a:cubicBezTo>
                    <a:cubicBezTo>
                      <a:pt x="23" y="76"/>
                      <a:pt x="20" y="78"/>
                      <a:pt x="20" y="78"/>
                    </a:cubicBezTo>
                    <a:cubicBezTo>
                      <a:pt x="20" y="77"/>
                      <a:pt x="20" y="77"/>
                      <a:pt x="19" y="76"/>
                    </a:cubicBezTo>
                    <a:cubicBezTo>
                      <a:pt x="17" y="76"/>
                      <a:pt x="17" y="77"/>
                      <a:pt x="16" y="78"/>
                    </a:cubicBezTo>
                    <a:cubicBezTo>
                      <a:pt x="16" y="78"/>
                      <a:pt x="16" y="78"/>
                      <a:pt x="16" y="77"/>
                    </a:cubicBezTo>
                    <a:cubicBezTo>
                      <a:pt x="15" y="78"/>
                      <a:pt x="14" y="80"/>
                      <a:pt x="13" y="80"/>
                    </a:cubicBezTo>
                    <a:cubicBezTo>
                      <a:pt x="12" y="81"/>
                      <a:pt x="10" y="81"/>
                      <a:pt x="10" y="81"/>
                    </a:cubicBezTo>
                    <a:cubicBezTo>
                      <a:pt x="9" y="83"/>
                      <a:pt x="5" y="83"/>
                      <a:pt x="6" y="85"/>
                    </a:cubicBezTo>
                    <a:cubicBezTo>
                      <a:pt x="9" y="87"/>
                      <a:pt x="5" y="85"/>
                      <a:pt x="5" y="88"/>
                    </a:cubicBezTo>
                    <a:cubicBezTo>
                      <a:pt x="5" y="90"/>
                      <a:pt x="9" y="91"/>
                      <a:pt x="10" y="92"/>
                    </a:cubicBezTo>
                    <a:cubicBezTo>
                      <a:pt x="12" y="93"/>
                      <a:pt x="14" y="95"/>
                      <a:pt x="13" y="97"/>
                    </a:cubicBezTo>
                    <a:cubicBezTo>
                      <a:pt x="12" y="99"/>
                      <a:pt x="9" y="100"/>
                      <a:pt x="9" y="102"/>
                    </a:cubicBezTo>
                    <a:cubicBezTo>
                      <a:pt x="10" y="104"/>
                      <a:pt x="12" y="106"/>
                      <a:pt x="13" y="108"/>
                    </a:cubicBezTo>
                    <a:cubicBezTo>
                      <a:pt x="14" y="110"/>
                      <a:pt x="12" y="110"/>
                      <a:pt x="12" y="112"/>
                    </a:cubicBezTo>
                    <a:cubicBezTo>
                      <a:pt x="12" y="114"/>
                      <a:pt x="15" y="116"/>
                      <a:pt x="13" y="117"/>
                    </a:cubicBezTo>
                    <a:cubicBezTo>
                      <a:pt x="11" y="118"/>
                      <a:pt x="14" y="121"/>
                      <a:pt x="14" y="122"/>
                    </a:cubicBezTo>
                    <a:cubicBezTo>
                      <a:pt x="16" y="124"/>
                      <a:pt x="18" y="124"/>
                      <a:pt x="15" y="126"/>
                    </a:cubicBezTo>
                    <a:cubicBezTo>
                      <a:pt x="13" y="128"/>
                      <a:pt x="14" y="128"/>
                      <a:pt x="15" y="129"/>
                    </a:cubicBezTo>
                    <a:cubicBezTo>
                      <a:pt x="20" y="132"/>
                      <a:pt x="23" y="134"/>
                      <a:pt x="18" y="138"/>
                    </a:cubicBezTo>
                    <a:cubicBezTo>
                      <a:pt x="13" y="143"/>
                      <a:pt x="8" y="147"/>
                      <a:pt x="4" y="152"/>
                    </a:cubicBezTo>
                    <a:cubicBezTo>
                      <a:pt x="6" y="152"/>
                      <a:pt x="6" y="151"/>
                      <a:pt x="7" y="152"/>
                    </a:cubicBezTo>
                    <a:cubicBezTo>
                      <a:pt x="8" y="154"/>
                      <a:pt x="10" y="154"/>
                      <a:pt x="11" y="155"/>
                    </a:cubicBezTo>
                    <a:cubicBezTo>
                      <a:pt x="17" y="157"/>
                      <a:pt x="9" y="157"/>
                      <a:pt x="7" y="157"/>
                    </a:cubicBezTo>
                    <a:cubicBezTo>
                      <a:pt x="5" y="157"/>
                      <a:pt x="4" y="158"/>
                      <a:pt x="4" y="160"/>
                    </a:cubicBezTo>
                    <a:cubicBezTo>
                      <a:pt x="4" y="162"/>
                      <a:pt x="2" y="163"/>
                      <a:pt x="1" y="165"/>
                    </a:cubicBezTo>
                    <a:cubicBezTo>
                      <a:pt x="0" y="166"/>
                      <a:pt x="1" y="168"/>
                      <a:pt x="2" y="170"/>
                    </a:cubicBezTo>
                    <a:cubicBezTo>
                      <a:pt x="2" y="172"/>
                      <a:pt x="0" y="174"/>
                      <a:pt x="1" y="175"/>
                    </a:cubicBezTo>
                    <a:cubicBezTo>
                      <a:pt x="3" y="176"/>
                      <a:pt x="3" y="176"/>
                      <a:pt x="3" y="178"/>
                    </a:cubicBezTo>
                    <a:cubicBezTo>
                      <a:pt x="2" y="180"/>
                      <a:pt x="4" y="181"/>
                      <a:pt x="4" y="183"/>
                    </a:cubicBezTo>
                    <a:cubicBezTo>
                      <a:pt x="4" y="184"/>
                      <a:pt x="7" y="186"/>
                      <a:pt x="8" y="186"/>
                    </a:cubicBezTo>
                    <a:cubicBezTo>
                      <a:pt x="8" y="186"/>
                      <a:pt x="9" y="185"/>
                      <a:pt x="10" y="185"/>
                    </a:cubicBezTo>
                    <a:cubicBezTo>
                      <a:pt x="11" y="185"/>
                      <a:pt x="11" y="187"/>
                      <a:pt x="12" y="187"/>
                    </a:cubicBezTo>
                    <a:cubicBezTo>
                      <a:pt x="14" y="186"/>
                      <a:pt x="14" y="185"/>
                      <a:pt x="16" y="187"/>
                    </a:cubicBezTo>
                    <a:cubicBezTo>
                      <a:pt x="18" y="188"/>
                      <a:pt x="18" y="188"/>
                      <a:pt x="18" y="190"/>
                    </a:cubicBezTo>
                    <a:cubicBezTo>
                      <a:pt x="17" y="195"/>
                      <a:pt x="21" y="199"/>
                      <a:pt x="24" y="201"/>
                    </a:cubicBezTo>
                    <a:cubicBezTo>
                      <a:pt x="26" y="202"/>
                      <a:pt x="27" y="203"/>
                      <a:pt x="25" y="204"/>
                    </a:cubicBezTo>
                    <a:cubicBezTo>
                      <a:pt x="24" y="206"/>
                      <a:pt x="23" y="205"/>
                      <a:pt x="21" y="205"/>
                    </a:cubicBezTo>
                    <a:cubicBezTo>
                      <a:pt x="19" y="205"/>
                      <a:pt x="22" y="214"/>
                      <a:pt x="24" y="213"/>
                    </a:cubicBezTo>
                    <a:cubicBezTo>
                      <a:pt x="25" y="212"/>
                      <a:pt x="26" y="209"/>
                      <a:pt x="27" y="210"/>
                    </a:cubicBezTo>
                    <a:cubicBezTo>
                      <a:pt x="28" y="210"/>
                      <a:pt x="29" y="211"/>
                      <a:pt x="31" y="211"/>
                    </a:cubicBezTo>
                    <a:cubicBezTo>
                      <a:pt x="33" y="211"/>
                      <a:pt x="35" y="212"/>
                      <a:pt x="35" y="214"/>
                    </a:cubicBezTo>
                    <a:cubicBezTo>
                      <a:pt x="35" y="215"/>
                      <a:pt x="34" y="215"/>
                      <a:pt x="34" y="215"/>
                    </a:cubicBezTo>
                    <a:cubicBezTo>
                      <a:pt x="33" y="216"/>
                      <a:pt x="34" y="218"/>
                      <a:pt x="35" y="218"/>
                    </a:cubicBezTo>
                    <a:cubicBezTo>
                      <a:pt x="36" y="219"/>
                      <a:pt x="38" y="218"/>
                      <a:pt x="39" y="219"/>
                    </a:cubicBezTo>
                    <a:cubicBezTo>
                      <a:pt x="40" y="220"/>
                      <a:pt x="40" y="222"/>
                      <a:pt x="40" y="223"/>
                    </a:cubicBezTo>
                    <a:cubicBezTo>
                      <a:pt x="40" y="224"/>
                      <a:pt x="43" y="223"/>
                      <a:pt x="44" y="223"/>
                    </a:cubicBezTo>
                    <a:cubicBezTo>
                      <a:pt x="45" y="224"/>
                      <a:pt x="47" y="227"/>
                      <a:pt x="48" y="225"/>
                    </a:cubicBezTo>
                    <a:cubicBezTo>
                      <a:pt x="49" y="223"/>
                      <a:pt x="50" y="224"/>
                      <a:pt x="51" y="225"/>
                    </a:cubicBezTo>
                    <a:cubicBezTo>
                      <a:pt x="53" y="227"/>
                      <a:pt x="53" y="226"/>
                      <a:pt x="55" y="226"/>
                    </a:cubicBezTo>
                    <a:cubicBezTo>
                      <a:pt x="56" y="226"/>
                      <a:pt x="57" y="229"/>
                      <a:pt x="58" y="228"/>
                    </a:cubicBezTo>
                    <a:cubicBezTo>
                      <a:pt x="60" y="227"/>
                      <a:pt x="62" y="229"/>
                      <a:pt x="63" y="230"/>
                    </a:cubicBezTo>
                    <a:cubicBezTo>
                      <a:pt x="65" y="231"/>
                      <a:pt x="62" y="232"/>
                      <a:pt x="62" y="232"/>
                    </a:cubicBezTo>
                    <a:cubicBezTo>
                      <a:pt x="60" y="233"/>
                      <a:pt x="63" y="234"/>
                      <a:pt x="63" y="234"/>
                    </a:cubicBezTo>
                    <a:cubicBezTo>
                      <a:pt x="63" y="234"/>
                      <a:pt x="60" y="234"/>
                      <a:pt x="61" y="236"/>
                    </a:cubicBezTo>
                    <a:cubicBezTo>
                      <a:pt x="63" y="237"/>
                      <a:pt x="62" y="238"/>
                      <a:pt x="61" y="239"/>
                    </a:cubicBezTo>
                    <a:cubicBezTo>
                      <a:pt x="61" y="240"/>
                      <a:pt x="58" y="240"/>
                      <a:pt x="57" y="240"/>
                    </a:cubicBezTo>
                    <a:cubicBezTo>
                      <a:pt x="55" y="240"/>
                      <a:pt x="54" y="242"/>
                      <a:pt x="53" y="244"/>
                    </a:cubicBezTo>
                    <a:cubicBezTo>
                      <a:pt x="54" y="244"/>
                      <a:pt x="58" y="244"/>
                      <a:pt x="58" y="245"/>
                    </a:cubicBezTo>
                    <a:cubicBezTo>
                      <a:pt x="58" y="246"/>
                      <a:pt x="53" y="247"/>
                      <a:pt x="53" y="248"/>
                    </a:cubicBezTo>
                    <a:cubicBezTo>
                      <a:pt x="53" y="249"/>
                      <a:pt x="55" y="249"/>
                      <a:pt x="55" y="251"/>
                    </a:cubicBezTo>
                    <a:cubicBezTo>
                      <a:pt x="55" y="251"/>
                      <a:pt x="52" y="252"/>
                      <a:pt x="52" y="252"/>
                    </a:cubicBezTo>
                    <a:cubicBezTo>
                      <a:pt x="51" y="253"/>
                      <a:pt x="51" y="254"/>
                      <a:pt x="50" y="255"/>
                    </a:cubicBezTo>
                    <a:cubicBezTo>
                      <a:pt x="50" y="256"/>
                      <a:pt x="48" y="255"/>
                      <a:pt x="48" y="257"/>
                    </a:cubicBezTo>
                    <a:cubicBezTo>
                      <a:pt x="47" y="258"/>
                      <a:pt x="49" y="260"/>
                      <a:pt x="51" y="260"/>
                    </a:cubicBezTo>
                    <a:cubicBezTo>
                      <a:pt x="53" y="261"/>
                      <a:pt x="55" y="262"/>
                      <a:pt x="58" y="264"/>
                    </a:cubicBezTo>
                    <a:cubicBezTo>
                      <a:pt x="59" y="265"/>
                      <a:pt x="60" y="266"/>
                      <a:pt x="61" y="266"/>
                    </a:cubicBezTo>
                    <a:cubicBezTo>
                      <a:pt x="62" y="268"/>
                      <a:pt x="62" y="267"/>
                      <a:pt x="64" y="266"/>
                    </a:cubicBezTo>
                    <a:cubicBezTo>
                      <a:pt x="67" y="266"/>
                      <a:pt x="70" y="269"/>
                      <a:pt x="73" y="269"/>
                    </a:cubicBezTo>
                    <a:cubicBezTo>
                      <a:pt x="76" y="269"/>
                      <a:pt x="79" y="271"/>
                      <a:pt x="82" y="272"/>
                    </a:cubicBezTo>
                    <a:cubicBezTo>
                      <a:pt x="85" y="273"/>
                      <a:pt x="87" y="272"/>
                      <a:pt x="90" y="272"/>
                    </a:cubicBezTo>
                    <a:cubicBezTo>
                      <a:pt x="91" y="273"/>
                      <a:pt x="92" y="274"/>
                      <a:pt x="92" y="275"/>
                    </a:cubicBezTo>
                    <a:cubicBezTo>
                      <a:pt x="92" y="276"/>
                      <a:pt x="93" y="276"/>
                      <a:pt x="94" y="276"/>
                    </a:cubicBezTo>
                    <a:cubicBezTo>
                      <a:pt x="97" y="277"/>
                      <a:pt x="99" y="282"/>
                      <a:pt x="103" y="280"/>
                    </a:cubicBezTo>
                    <a:cubicBezTo>
                      <a:pt x="104" y="279"/>
                      <a:pt x="106" y="278"/>
                      <a:pt x="105" y="277"/>
                    </a:cubicBezTo>
                    <a:cubicBezTo>
                      <a:pt x="104" y="276"/>
                      <a:pt x="103" y="275"/>
                      <a:pt x="102" y="274"/>
                    </a:cubicBezTo>
                    <a:cubicBezTo>
                      <a:pt x="100" y="272"/>
                      <a:pt x="99" y="270"/>
                      <a:pt x="100" y="267"/>
                    </a:cubicBezTo>
                    <a:cubicBezTo>
                      <a:pt x="100" y="265"/>
                      <a:pt x="99" y="263"/>
                      <a:pt x="97" y="262"/>
                    </a:cubicBezTo>
                    <a:cubicBezTo>
                      <a:pt x="95" y="261"/>
                      <a:pt x="98" y="259"/>
                      <a:pt x="99" y="258"/>
                    </a:cubicBezTo>
                    <a:cubicBezTo>
                      <a:pt x="100" y="256"/>
                      <a:pt x="100" y="254"/>
                      <a:pt x="103" y="254"/>
                    </a:cubicBezTo>
                    <a:cubicBezTo>
                      <a:pt x="104" y="254"/>
                      <a:pt x="105" y="253"/>
                      <a:pt x="106" y="252"/>
                    </a:cubicBezTo>
                    <a:cubicBezTo>
                      <a:pt x="107" y="251"/>
                      <a:pt x="108" y="251"/>
                      <a:pt x="109" y="250"/>
                    </a:cubicBezTo>
                    <a:cubicBezTo>
                      <a:pt x="108" y="250"/>
                      <a:pt x="106" y="249"/>
                      <a:pt x="106" y="248"/>
                    </a:cubicBezTo>
                    <a:cubicBezTo>
                      <a:pt x="106" y="247"/>
                      <a:pt x="108" y="248"/>
                      <a:pt x="108" y="248"/>
                    </a:cubicBezTo>
                    <a:cubicBezTo>
                      <a:pt x="108" y="247"/>
                      <a:pt x="106" y="244"/>
                      <a:pt x="105" y="243"/>
                    </a:cubicBezTo>
                    <a:cubicBezTo>
                      <a:pt x="104" y="241"/>
                      <a:pt x="103" y="241"/>
                      <a:pt x="101" y="241"/>
                    </a:cubicBezTo>
                    <a:cubicBezTo>
                      <a:pt x="98" y="241"/>
                      <a:pt x="100" y="239"/>
                      <a:pt x="98" y="238"/>
                    </a:cubicBezTo>
                    <a:cubicBezTo>
                      <a:pt x="97" y="237"/>
                      <a:pt x="94" y="237"/>
                      <a:pt x="96" y="235"/>
                    </a:cubicBezTo>
                    <a:cubicBezTo>
                      <a:pt x="97" y="233"/>
                      <a:pt x="99" y="232"/>
                      <a:pt x="97" y="231"/>
                    </a:cubicBezTo>
                    <a:cubicBezTo>
                      <a:pt x="96" y="229"/>
                      <a:pt x="98" y="228"/>
                      <a:pt x="99" y="227"/>
                    </a:cubicBezTo>
                    <a:cubicBezTo>
                      <a:pt x="99" y="226"/>
                      <a:pt x="101" y="223"/>
                      <a:pt x="101" y="224"/>
                    </a:cubicBezTo>
                    <a:cubicBezTo>
                      <a:pt x="102" y="225"/>
                      <a:pt x="103" y="227"/>
                      <a:pt x="104" y="228"/>
                    </a:cubicBezTo>
                    <a:cubicBezTo>
                      <a:pt x="106" y="228"/>
                      <a:pt x="107" y="227"/>
                      <a:pt x="107" y="226"/>
                    </a:cubicBezTo>
                    <a:cubicBezTo>
                      <a:pt x="106" y="224"/>
                      <a:pt x="106" y="223"/>
                      <a:pt x="108" y="222"/>
                    </a:cubicBezTo>
                    <a:cubicBezTo>
                      <a:pt x="110" y="221"/>
                      <a:pt x="110" y="219"/>
                      <a:pt x="112" y="219"/>
                    </a:cubicBezTo>
                    <a:cubicBezTo>
                      <a:pt x="114" y="218"/>
                      <a:pt x="116" y="215"/>
                      <a:pt x="118" y="216"/>
                    </a:cubicBezTo>
                    <a:cubicBezTo>
                      <a:pt x="120" y="216"/>
                      <a:pt x="120" y="218"/>
                      <a:pt x="122" y="216"/>
                    </a:cubicBezTo>
                    <a:cubicBezTo>
                      <a:pt x="124" y="215"/>
                      <a:pt x="124" y="216"/>
                      <a:pt x="126" y="217"/>
                    </a:cubicBezTo>
                    <a:cubicBezTo>
                      <a:pt x="128" y="217"/>
                      <a:pt x="130" y="217"/>
                      <a:pt x="132" y="218"/>
                    </a:cubicBezTo>
                    <a:cubicBezTo>
                      <a:pt x="134" y="219"/>
                      <a:pt x="134" y="221"/>
                      <a:pt x="136" y="223"/>
                    </a:cubicBezTo>
                    <a:cubicBezTo>
                      <a:pt x="136" y="223"/>
                      <a:pt x="136" y="220"/>
                      <a:pt x="138" y="221"/>
                    </a:cubicBezTo>
                    <a:cubicBezTo>
                      <a:pt x="139" y="221"/>
                      <a:pt x="140" y="223"/>
                      <a:pt x="142" y="223"/>
                    </a:cubicBezTo>
                    <a:cubicBezTo>
                      <a:pt x="143" y="224"/>
                      <a:pt x="144" y="222"/>
                      <a:pt x="145" y="221"/>
                    </a:cubicBezTo>
                    <a:cubicBezTo>
                      <a:pt x="147" y="219"/>
                      <a:pt x="148" y="221"/>
                      <a:pt x="150" y="221"/>
                    </a:cubicBezTo>
                    <a:cubicBezTo>
                      <a:pt x="152" y="221"/>
                      <a:pt x="153" y="219"/>
                      <a:pt x="155" y="220"/>
                    </a:cubicBezTo>
                    <a:cubicBezTo>
                      <a:pt x="157" y="221"/>
                      <a:pt x="158" y="222"/>
                      <a:pt x="160" y="223"/>
                    </a:cubicBezTo>
                    <a:cubicBezTo>
                      <a:pt x="162" y="224"/>
                      <a:pt x="161" y="223"/>
                      <a:pt x="163" y="222"/>
                    </a:cubicBezTo>
                    <a:cubicBezTo>
                      <a:pt x="164" y="221"/>
                      <a:pt x="168" y="222"/>
                      <a:pt x="169" y="222"/>
                    </a:cubicBezTo>
                    <a:cubicBezTo>
                      <a:pt x="170" y="222"/>
                      <a:pt x="172" y="220"/>
                      <a:pt x="172" y="219"/>
                    </a:cubicBezTo>
                    <a:cubicBezTo>
                      <a:pt x="172" y="217"/>
                      <a:pt x="169" y="217"/>
                      <a:pt x="168" y="216"/>
                    </a:cubicBezTo>
                    <a:cubicBezTo>
                      <a:pt x="161" y="213"/>
                      <a:pt x="171" y="214"/>
                      <a:pt x="169" y="210"/>
                    </a:cubicBezTo>
                    <a:cubicBezTo>
                      <a:pt x="168" y="209"/>
                      <a:pt x="166" y="209"/>
                      <a:pt x="169" y="208"/>
                    </a:cubicBezTo>
                    <a:cubicBezTo>
                      <a:pt x="170" y="207"/>
                      <a:pt x="172" y="208"/>
                      <a:pt x="173" y="207"/>
                    </a:cubicBezTo>
                    <a:cubicBezTo>
                      <a:pt x="177" y="207"/>
                      <a:pt x="166" y="202"/>
                      <a:pt x="171" y="200"/>
                    </a:cubicBezTo>
                    <a:cubicBezTo>
                      <a:pt x="172" y="200"/>
                      <a:pt x="174" y="200"/>
                      <a:pt x="175" y="200"/>
                    </a:cubicBezTo>
                    <a:cubicBezTo>
                      <a:pt x="178" y="200"/>
                      <a:pt x="180" y="200"/>
                      <a:pt x="183" y="199"/>
                    </a:cubicBezTo>
                    <a:cubicBezTo>
                      <a:pt x="185" y="198"/>
                      <a:pt x="187" y="198"/>
                      <a:pt x="189" y="198"/>
                    </a:cubicBezTo>
                    <a:cubicBezTo>
                      <a:pt x="191" y="197"/>
                      <a:pt x="193" y="196"/>
                      <a:pt x="196" y="196"/>
                    </a:cubicBezTo>
                    <a:cubicBezTo>
                      <a:pt x="200" y="195"/>
                      <a:pt x="204" y="194"/>
                      <a:pt x="208" y="192"/>
                    </a:cubicBezTo>
                    <a:cubicBezTo>
                      <a:pt x="211" y="190"/>
                      <a:pt x="217" y="190"/>
                      <a:pt x="219" y="194"/>
                    </a:cubicBezTo>
                    <a:cubicBezTo>
                      <a:pt x="220" y="196"/>
                      <a:pt x="219" y="196"/>
                      <a:pt x="220" y="198"/>
                    </a:cubicBezTo>
                    <a:cubicBezTo>
                      <a:pt x="220" y="201"/>
                      <a:pt x="224" y="198"/>
                      <a:pt x="226" y="199"/>
                    </a:cubicBezTo>
                    <a:cubicBezTo>
                      <a:pt x="227" y="199"/>
                      <a:pt x="226" y="200"/>
                      <a:pt x="227" y="200"/>
                    </a:cubicBezTo>
                    <a:cubicBezTo>
                      <a:pt x="228" y="201"/>
                      <a:pt x="228" y="200"/>
                      <a:pt x="228" y="200"/>
                    </a:cubicBezTo>
                    <a:cubicBezTo>
                      <a:pt x="229" y="199"/>
                      <a:pt x="230" y="200"/>
                      <a:pt x="231" y="201"/>
                    </a:cubicBezTo>
                    <a:cubicBezTo>
                      <a:pt x="232" y="201"/>
                      <a:pt x="232" y="201"/>
                      <a:pt x="231" y="202"/>
                    </a:cubicBezTo>
                    <a:cubicBezTo>
                      <a:pt x="230" y="205"/>
                      <a:pt x="237" y="203"/>
                      <a:pt x="239" y="202"/>
                    </a:cubicBezTo>
                    <a:cubicBezTo>
                      <a:pt x="239" y="202"/>
                      <a:pt x="248" y="197"/>
                      <a:pt x="248" y="198"/>
                    </a:cubicBezTo>
                    <a:cubicBezTo>
                      <a:pt x="248" y="199"/>
                      <a:pt x="246" y="201"/>
                      <a:pt x="248" y="202"/>
                    </a:cubicBezTo>
                    <a:cubicBezTo>
                      <a:pt x="250" y="202"/>
                      <a:pt x="251" y="203"/>
                      <a:pt x="252" y="204"/>
                    </a:cubicBezTo>
                    <a:cubicBezTo>
                      <a:pt x="255" y="207"/>
                      <a:pt x="256" y="210"/>
                      <a:pt x="258" y="213"/>
                    </a:cubicBezTo>
                    <a:cubicBezTo>
                      <a:pt x="260" y="216"/>
                      <a:pt x="261" y="219"/>
                      <a:pt x="263" y="221"/>
                    </a:cubicBezTo>
                    <a:cubicBezTo>
                      <a:pt x="266" y="224"/>
                      <a:pt x="266" y="217"/>
                      <a:pt x="269" y="220"/>
                    </a:cubicBezTo>
                    <a:cubicBezTo>
                      <a:pt x="273" y="224"/>
                      <a:pt x="275" y="222"/>
                      <a:pt x="280" y="221"/>
                    </a:cubicBezTo>
                    <a:cubicBezTo>
                      <a:pt x="282" y="220"/>
                      <a:pt x="283" y="223"/>
                      <a:pt x="284" y="224"/>
                    </a:cubicBezTo>
                    <a:cubicBezTo>
                      <a:pt x="285" y="226"/>
                      <a:pt x="287" y="226"/>
                      <a:pt x="288" y="228"/>
                    </a:cubicBezTo>
                    <a:cubicBezTo>
                      <a:pt x="289" y="230"/>
                      <a:pt x="291" y="230"/>
                      <a:pt x="293" y="230"/>
                    </a:cubicBezTo>
                    <a:cubicBezTo>
                      <a:pt x="296" y="229"/>
                      <a:pt x="295" y="230"/>
                      <a:pt x="296" y="231"/>
                    </a:cubicBezTo>
                    <a:cubicBezTo>
                      <a:pt x="298" y="235"/>
                      <a:pt x="304" y="230"/>
                      <a:pt x="307" y="230"/>
                    </a:cubicBezTo>
                    <a:cubicBezTo>
                      <a:pt x="310" y="229"/>
                      <a:pt x="313" y="226"/>
                      <a:pt x="316" y="225"/>
                    </a:cubicBezTo>
                    <a:cubicBezTo>
                      <a:pt x="320" y="222"/>
                      <a:pt x="322" y="222"/>
                      <a:pt x="327" y="223"/>
                    </a:cubicBezTo>
                    <a:cubicBezTo>
                      <a:pt x="329" y="223"/>
                      <a:pt x="329" y="224"/>
                      <a:pt x="331" y="226"/>
                    </a:cubicBezTo>
                    <a:cubicBezTo>
                      <a:pt x="332" y="227"/>
                      <a:pt x="334" y="227"/>
                      <a:pt x="336" y="227"/>
                    </a:cubicBezTo>
                    <a:cubicBezTo>
                      <a:pt x="338" y="227"/>
                      <a:pt x="339" y="228"/>
                      <a:pt x="341" y="228"/>
                    </a:cubicBezTo>
                    <a:cubicBezTo>
                      <a:pt x="343" y="230"/>
                      <a:pt x="344" y="228"/>
                      <a:pt x="346" y="227"/>
                    </a:cubicBezTo>
                    <a:cubicBezTo>
                      <a:pt x="349" y="224"/>
                      <a:pt x="344" y="222"/>
                      <a:pt x="346" y="219"/>
                    </a:cubicBezTo>
                    <a:cubicBezTo>
                      <a:pt x="347" y="217"/>
                      <a:pt x="351" y="213"/>
                      <a:pt x="353" y="214"/>
                    </a:cubicBezTo>
                    <a:cubicBezTo>
                      <a:pt x="357" y="216"/>
                      <a:pt x="362" y="216"/>
                      <a:pt x="366" y="218"/>
                    </a:cubicBezTo>
                    <a:cubicBezTo>
                      <a:pt x="368" y="219"/>
                      <a:pt x="367" y="221"/>
                      <a:pt x="368" y="222"/>
                    </a:cubicBezTo>
                    <a:cubicBezTo>
                      <a:pt x="369" y="225"/>
                      <a:pt x="371" y="225"/>
                      <a:pt x="374" y="226"/>
                    </a:cubicBezTo>
                    <a:cubicBezTo>
                      <a:pt x="378" y="227"/>
                      <a:pt x="382" y="224"/>
                      <a:pt x="386" y="225"/>
                    </a:cubicBezTo>
                    <a:cubicBezTo>
                      <a:pt x="387" y="225"/>
                      <a:pt x="389" y="225"/>
                      <a:pt x="390" y="226"/>
                    </a:cubicBezTo>
                    <a:cubicBezTo>
                      <a:pt x="392" y="227"/>
                      <a:pt x="394" y="227"/>
                      <a:pt x="396" y="229"/>
                    </a:cubicBezTo>
                    <a:cubicBezTo>
                      <a:pt x="401" y="233"/>
                      <a:pt x="409" y="233"/>
                      <a:pt x="415" y="231"/>
                    </a:cubicBezTo>
                    <a:cubicBezTo>
                      <a:pt x="419" y="230"/>
                      <a:pt x="422" y="228"/>
                      <a:pt x="426" y="227"/>
                    </a:cubicBezTo>
                    <a:cubicBezTo>
                      <a:pt x="428" y="225"/>
                      <a:pt x="431" y="227"/>
                      <a:pt x="433" y="227"/>
                    </a:cubicBezTo>
                    <a:cubicBezTo>
                      <a:pt x="435" y="228"/>
                      <a:pt x="436" y="226"/>
                      <a:pt x="438" y="227"/>
                    </a:cubicBezTo>
                    <a:cubicBezTo>
                      <a:pt x="439" y="228"/>
                      <a:pt x="443" y="231"/>
                      <a:pt x="445" y="230"/>
                    </a:cubicBezTo>
                    <a:cubicBezTo>
                      <a:pt x="446" y="230"/>
                      <a:pt x="448" y="229"/>
                      <a:pt x="449" y="228"/>
                    </a:cubicBezTo>
                    <a:cubicBezTo>
                      <a:pt x="452" y="227"/>
                      <a:pt x="453" y="227"/>
                      <a:pt x="453" y="225"/>
                    </a:cubicBezTo>
                    <a:cubicBezTo>
                      <a:pt x="453" y="221"/>
                      <a:pt x="456" y="217"/>
                      <a:pt x="458" y="215"/>
                    </a:cubicBezTo>
                    <a:cubicBezTo>
                      <a:pt x="459" y="214"/>
                      <a:pt x="460" y="212"/>
                      <a:pt x="459" y="211"/>
                    </a:cubicBezTo>
                    <a:cubicBezTo>
                      <a:pt x="458" y="210"/>
                      <a:pt x="455" y="210"/>
                      <a:pt x="457" y="208"/>
                    </a:cubicBezTo>
                    <a:cubicBezTo>
                      <a:pt x="460" y="205"/>
                      <a:pt x="465" y="205"/>
                      <a:pt x="470" y="204"/>
                    </a:cubicBezTo>
                    <a:cubicBezTo>
                      <a:pt x="472" y="204"/>
                      <a:pt x="474" y="204"/>
                      <a:pt x="476" y="205"/>
                    </a:cubicBezTo>
                    <a:cubicBezTo>
                      <a:pt x="478" y="206"/>
                      <a:pt x="481" y="206"/>
                      <a:pt x="483" y="207"/>
                    </a:cubicBezTo>
                    <a:cubicBezTo>
                      <a:pt x="486" y="208"/>
                      <a:pt x="487" y="212"/>
                      <a:pt x="489" y="215"/>
                    </a:cubicBezTo>
                    <a:cubicBezTo>
                      <a:pt x="490" y="218"/>
                      <a:pt x="492" y="221"/>
                      <a:pt x="493" y="224"/>
                    </a:cubicBezTo>
                    <a:cubicBezTo>
                      <a:pt x="493" y="225"/>
                      <a:pt x="493" y="227"/>
                      <a:pt x="494" y="229"/>
                    </a:cubicBezTo>
                    <a:cubicBezTo>
                      <a:pt x="494" y="230"/>
                      <a:pt x="497" y="230"/>
                      <a:pt x="498" y="230"/>
                    </a:cubicBezTo>
                    <a:cubicBezTo>
                      <a:pt x="502" y="231"/>
                      <a:pt x="507" y="233"/>
                      <a:pt x="508" y="237"/>
                    </a:cubicBezTo>
                    <a:cubicBezTo>
                      <a:pt x="509" y="240"/>
                      <a:pt x="510" y="242"/>
                      <a:pt x="514" y="242"/>
                    </a:cubicBezTo>
                    <a:cubicBezTo>
                      <a:pt x="515" y="242"/>
                      <a:pt x="517" y="242"/>
                      <a:pt x="518" y="242"/>
                    </a:cubicBezTo>
                    <a:cubicBezTo>
                      <a:pt x="520" y="242"/>
                      <a:pt x="520" y="240"/>
                      <a:pt x="522" y="240"/>
                    </a:cubicBezTo>
                    <a:cubicBezTo>
                      <a:pt x="525" y="240"/>
                      <a:pt x="528" y="237"/>
                      <a:pt x="530" y="241"/>
                    </a:cubicBezTo>
                    <a:cubicBezTo>
                      <a:pt x="530" y="243"/>
                      <a:pt x="530" y="243"/>
                      <a:pt x="529" y="244"/>
                    </a:cubicBezTo>
                    <a:cubicBezTo>
                      <a:pt x="527" y="246"/>
                      <a:pt x="527" y="247"/>
                      <a:pt x="526" y="249"/>
                    </a:cubicBezTo>
                    <a:cubicBezTo>
                      <a:pt x="525" y="252"/>
                      <a:pt x="523" y="255"/>
                      <a:pt x="521" y="258"/>
                    </a:cubicBezTo>
                    <a:cubicBezTo>
                      <a:pt x="520" y="260"/>
                      <a:pt x="519" y="259"/>
                      <a:pt x="518" y="258"/>
                    </a:cubicBezTo>
                    <a:cubicBezTo>
                      <a:pt x="516" y="257"/>
                      <a:pt x="516" y="258"/>
                      <a:pt x="514" y="259"/>
                    </a:cubicBezTo>
                    <a:cubicBezTo>
                      <a:pt x="513" y="259"/>
                      <a:pt x="511" y="260"/>
                      <a:pt x="511" y="260"/>
                    </a:cubicBezTo>
                    <a:cubicBezTo>
                      <a:pt x="510" y="261"/>
                      <a:pt x="513" y="265"/>
                      <a:pt x="513" y="267"/>
                    </a:cubicBezTo>
                    <a:cubicBezTo>
                      <a:pt x="512" y="268"/>
                      <a:pt x="512" y="270"/>
                      <a:pt x="512" y="271"/>
                    </a:cubicBezTo>
                    <a:cubicBezTo>
                      <a:pt x="511" y="273"/>
                      <a:pt x="509" y="272"/>
                      <a:pt x="509" y="274"/>
                    </a:cubicBezTo>
                    <a:cubicBezTo>
                      <a:pt x="511" y="273"/>
                      <a:pt x="512" y="274"/>
                      <a:pt x="514" y="272"/>
                    </a:cubicBezTo>
                    <a:cubicBezTo>
                      <a:pt x="515" y="270"/>
                      <a:pt x="517" y="272"/>
                      <a:pt x="519" y="272"/>
                    </a:cubicBezTo>
                    <a:cubicBezTo>
                      <a:pt x="523" y="274"/>
                      <a:pt x="527" y="272"/>
                      <a:pt x="531" y="269"/>
                    </a:cubicBezTo>
                    <a:cubicBezTo>
                      <a:pt x="534" y="266"/>
                      <a:pt x="537" y="262"/>
                      <a:pt x="540" y="259"/>
                    </a:cubicBezTo>
                    <a:cubicBezTo>
                      <a:pt x="543" y="255"/>
                      <a:pt x="546" y="251"/>
                      <a:pt x="549" y="247"/>
                    </a:cubicBezTo>
                    <a:cubicBezTo>
                      <a:pt x="554" y="240"/>
                      <a:pt x="559" y="235"/>
                      <a:pt x="558" y="226"/>
                    </a:cubicBezTo>
                    <a:cubicBezTo>
                      <a:pt x="558" y="222"/>
                      <a:pt x="559" y="220"/>
                      <a:pt x="561" y="217"/>
                    </a:cubicBezTo>
                    <a:cubicBezTo>
                      <a:pt x="562" y="215"/>
                      <a:pt x="562" y="214"/>
                      <a:pt x="563" y="212"/>
                    </a:cubicBezTo>
                    <a:cubicBezTo>
                      <a:pt x="563" y="212"/>
                      <a:pt x="563" y="211"/>
                      <a:pt x="563" y="210"/>
                    </a:cubicBezTo>
                    <a:cubicBezTo>
                      <a:pt x="563" y="209"/>
                      <a:pt x="561" y="208"/>
                      <a:pt x="561" y="207"/>
                    </a:cubicBezTo>
                    <a:cubicBezTo>
                      <a:pt x="561" y="207"/>
                      <a:pt x="563" y="208"/>
                      <a:pt x="563" y="207"/>
                    </a:cubicBezTo>
                    <a:cubicBezTo>
                      <a:pt x="562" y="206"/>
                      <a:pt x="562" y="205"/>
                      <a:pt x="561" y="205"/>
                    </a:cubicBezTo>
                    <a:cubicBezTo>
                      <a:pt x="560" y="204"/>
                      <a:pt x="558" y="201"/>
                      <a:pt x="557" y="200"/>
                    </a:cubicBezTo>
                    <a:cubicBezTo>
                      <a:pt x="556" y="200"/>
                      <a:pt x="551" y="198"/>
                      <a:pt x="550" y="199"/>
                    </a:cubicBezTo>
                    <a:cubicBezTo>
                      <a:pt x="550" y="200"/>
                      <a:pt x="551" y="201"/>
                      <a:pt x="550" y="201"/>
                    </a:cubicBezTo>
                    <a:cubicBezTo>
                      <a:pt x="548" y="201"/>
                      <a:pt x="548" y="203"/>
                      <a:pt x="547" y="203"/>
                    </a:cubicBezTo>
                    <a:cubicBezTo>
                      <a:pt x="545" y="205"/>
                      <a:pt x="544" y="202"/>
                      <a:pt x="544" y="201"/>
                    </a:cubicBezTo>
                    <a:cubicBezTo>
                      <a:pt x="544" y="199"/>
                      <a:pt x="546" y="198"/>
                      <a:pt x="543" y="199"/>
                    </a:cubicBezTo>
                    <a:cubicBezTo>
                      <a:pt x="540" y="200"/>
                      <a:pt x="544" y="202"/>
                      <a:pt x="540" y="202"/>
                    </a:cubicBezTo>
                    <a:cubicBezTo>
                      <a:pt x="539" y="202"/>
                      <a:pt x="541" y="197"/>
                      <a:pt x="540" y="196"/>
                    </a:cubicBezTo>
                    <a:cubicBezTo>
                      <a:pt x="540" y="197"/>
                      <a:pt x="529" y="197"/>
                      <a:pt x="534" y="194"/>
                    </a:cubicBezTo>
                    <a:cubicBezTo>
                      <a:pt x="538" y="191"/>
                      <a:pt x="542" y="188"/>
                      <a:pt x="546" y="185"/>
                    </a:cubicBezTo>
                    <a:cubicBezTo>
                      <a:pt x="547" y="184"/>
                      <a:pt x="548" y="182"/>
                      <a:pt x="549" y="181"/>
                    </a:cubicBezTo>
                    <a:cubicBezTo>
                      <a:pt x="552" y="179"/>
                      <a:pt x="555" y="177"/>
                      <a:pt x="557" y="175"/>
                    </a:cubicBezTo>
                    <a:cubicBezTo>
                      <a:pt x="558" y="174"/>
                      <a:pt x="559" y="172"/>
                      <a:pt x="561" y="171"/>
                    </a:cubicBezTo>
                    <a:cubicBezTo>
                      <a:pt x="563" y="169"/>
                      <a:pt x="565" y="167"/>
                      <a:pt x="567" y="165"/>
                    </a:cubicBezTo>
                    <a:cubicBezTo>
                      <a:pt x="571" y="162"/>
                      <a:pt x="577" y="162"/>
                      <a:pt x="582" y="162"/>
                    </a:cubicBezTo>
                    <a:cubicBezTo>
                      <a:pt x="583" y="162"/>
                      <a:pt x="584" y="162"/>
                      <a:pt x="585" y="162"/>
                    </a:cubicBezTo>
                    <a:cubicBezTo>
                      <a:pt x="586" y="163"/>
                      <a:pt x="586" y="164"/>
                      <a:pt x="587" y="164"/>
                    </a:cubicBezTo>
                    <a:cubicBezTo>
                      <a:pt x="588" y="163"/>
                      <a:pt x="590" y="163"/>
                      <a:pt x="591" y="162"/>
                    </a:cubicBezTo>
                    <a:cubicBezTo>
                      <a:pt x="592" y="162"/>
                      <a:pt x="593" y="163"/>
                      <a:pt x="594" y="163"/>
                    </a:cubicBezTo>
                    <a:cubicBezTo>
                      <a:pt x="595" y="163"/>
                      <a:pt x="596" y="163"/>
                      <a:pt x="597" y="163"/>
                    </a:cubicBezTo>
                    <a:cubicBezTo>
                      <a:pt x="597" y="162"/>
                      <a:pt x="598" y="163"/>
                      <a:pt x="599" y="163"/>
                    </a:cubicBezTo>
                    <a:cubicBezTo>
                      <a:pt x="601" y="163"/>
                      <a:pt x="601" y="160"/>
                      <a:pt x="604" y="160"/>
                    </a:cubicBezTo>
                    <a:cubicBezTo>
                      <a:pt x="605" y="160"/>
                      <a:pt x="607" y="160"/>
                      <a:pt x="608" y="160"/>
                    </a:cubicBezTo>
                    <a:cubicBezTo>
                      <a:pt x="609" y="161"/>
                      <a:pt x="610" y="162"/>
                      <a:pt x="611" y="162"/>
                    </a:cubicBezTo>
                    <a:cubicBezTo>
                      <a:pt x="612" y="163"/>
                      <a:pt x="616" y="161"/>
                      <a:pt x="616" y="164"/>
                    </a:cubicBezTo>
                    <a:cubicBezTo>
                      <a:pt x="616" y="164"/>
                      <a:pt x="613" y="164"/>
                      <a:pt x="613" y="165"/>
                    </a:cubicBezTo>
                    <a:cubicBezTo>
                      <a:pt x="612" y="167"/>
                      <a:pt x="616" y="166"/>
                      <a:pt x="616" y="166"/>
                    </a:cubicBezTo>
                    <a:cubicBezTo>
                      <a:pt x="618" y="166"/>
                      <a:pt x="620" y="166"/>
                      <a:pt x="621" y="166"/>
                    </a:cubicBezTo>
                    <a:cubicBezTo>
                      <a:pt x="622" y="165"/>
                      <a:pt x="622" y="165"/>
                      <a:pt x="623" y="164"/>
                    </a:cubicBezTo>
                    <a:cubicBezTo>
                      <a:pt x="624" y="164"/>
                      <a:pt x="625" y="165"/>
                      <a:pt x="627" y="165"/>
                    </a:cubicBezTo>
                    <a:cubicBezTo>
                      <a:pt x="628" y="165"/>
                      <a:pt x="635" y="163"/>
                      <a:pt x="631" y="162"/>
                    </a:cubicBezTo>
                    <a:cubicBezTo>
                      <a:pt x="629" y="162"/>
                      <a:pt x="628" y="163"/>
                      <a:pt x="628" y="160"/>
                    </a:cubicBezTo>
                    <a:cubicBezTo>
                      <a:pt x="628" y="159"/>
                      <a:pt x="630" y="156"/>
                      <a:pt x="631" y="155"/>
                    </a:cubicBezTo>
                    <a:cubicBezTo>
                      <a:pt x="633" y="154"/>
                      <a:pt x="634" y="153"/>
                      <a:pt x="636" y="151"/>
                    </a:cubicBezTo>
                    <a:cubicBezTo>
                      <a:pt x="637" y="150"/>
                      <a:pt x="639" y="150"/>
                      <a:pt x="640" y="148"/>
                    </a:cubicBezTo>
                    <a:cubicBezTo>
                      <a:pt x="641" y="146"/>
                      <a:pt x="642" y="145"/>
                      <a:pt x="644" y="145"/>
                    </a:cubicBezTo>
                    <a:cubicBezTo>
                      <a:pt x="646" y="145"/>
                      <a:pt x="649" y="144"/>
                      <a:pt x="651" y="144"/>
                    </a:cubicBezTo>
                    <a:cubicBezTo>
                      <a:pt x="653" y="144"/>
                      <a:pt x="654" y="146"/>
                      <a:pt x="655" y="146"/>
                    </a:cubicBezTo>
                    <a:cubicBezTo>
                      <a:pt x="656" y="145"/>
                      <a:pt x="657" y="143"/>
                      <a:pt x="658" y="144"/>
                    </a:cubicBezTo>
                    <a:cubicBezTo>
                      <a:pt x="659" y="145"/>
                      <a:pt x="656" y="148"/>
                      <a:pt x="656" y="149"/>
                    </a:cubicBezTo>
                    <a:cubicBezTo>
                      <a:pt x="656" y="151"/>
                      <a:pt x="657" y="149"/>
                      <a:pt x="659" y="150"/>
                    </a:cubicBezTo>
                    <a:cubicBezTo>
                      <a:pt x="659" y="150"/>
                      <a:pt x="657" y="152"/>
                      <a:pt x="657" y="153"/>
                    </a:cubicBezTo>
                    <a:cubicBezTo>
                      <a:pt x="657" y="154"/>
                      <a:pt x="664" y="149"/>
                      <a:pt x="664" y="149"/>
                    </a:cubicBezTo>
                    <a:cubicBezTo>
                      <a:pt x="665" y="148"/>
                      <a:pt x="666" y="147"/>
                      <a:pt x="668" y="146"/>
                    </a:cubicBezTo>
                    <a:cubicBezTo>
                      <a:pt x="669" y="145"/>
                      <a:pt x="672" y="147"/>
                      <a:pt x="672" y="145"/>
                    </a:cubicBezTo>
                    <a:cubicBezTo>
                      <a:pt x="671" y="143"/>
                      <a:pt x="672" y="139"/>
                      <a:pt x="675" y="139"/>
                    </a:cubicBezTo>
                    <a:cubicBezTo>
                      <a:pt x="676" y="138"/>
                      <a:pt x="678" y="137"/>
                      <a:pt x="679" y="138"/>
                    </a:cubicBezTo>
                    <a:cubicBezTo>
                      <a:pt x="680" y="138"/>
                      <a:pt x="682" y="140"/>
                      <a:pt x="683" y="139"/>
                    </a:cubicBezTo>
                    <a:cubicBezTo>
                      <a:pt x="681" y="140"/>
                      <a:pt x="678" y="139"/>
                      <a:pt x="677" y="142"/>
                    </a:cubicBezTo>
                    <a:cubicBezTo>
                      <a:pt x="677" y="143"/>
                      <a:pt x="677" y="144"/>
                      <a:pt x="677" y="145"/>
                    </a:cubicBezTo>
                    <a:cubicBezTo>
                      <a:pt x="677" y="146"/>
                      <a:pt x="675" y="146"/>
                      <a:pt x="676" y="147"/>
                    </a:cubicBezTo>
                    <a:cubicBezTo>
                      <a:pt x="676" y="148"/>
                      <a:pt x="677" y="148"/>
                      <a:pt x="676" y="149"/>
                    </a:cubicBezTo>
                    <a:cubicBezTo>
                      <a:pt x="675" y="149"/>
                      <a:pt x="674" y="150"/>
                      <a:pt x="675" y="151"/>
                    </a:cubicBezTo>
                    <a:cubicBezTo>
                      <a:pt x="675" y="151"/>
                      <a:pt x="669" y="153"/>
                      <a:pt x="669" y="154"/>
                    </a:cubicBezTo>
                    <a:cubicBezTo>
                      <a:pt x="667" y="155"/>
                      <a:pt x="666" y="157"/>
                      <a:pt x="664" y="158"/>
                    </a:cubicBezTo>
                    <a:cubicBezTo>
                      <a:pt x="662" y="160"/>
                      <a:pt x="660" y="161"/>
                      <a:pt x="658" y="163"/>
                    </a:cubicBezTo>
                    <a:cubicBezTo>
                      <a:pt x="654" y="166"/>
                      <a:pt x="651" y="173"/>
                      <a:pt x="646" y="173"/>
                    </a:cubicBezTo>
                    <a:cubicBezTo>
                      <a:pt x="645" y="173"/>
                      <a:pt x="641" y="174"/>
                      <a:pt x="641" y="175"/>
                    </a:cubicBezTo>
                    <a:cubicBezTo>
                      <a:pt x="641" y="178"/>
                      <a:pt x="641" y="179"/>
                      <a:pt x="638" y="181"/>
                    </a:cubicBezTo>
                    <a:cubicBezTo>
                      <a:pt x="634" y="184"/>
                      <a:pt x="634" y="190"/>
                      <a:pt x="635" y="195"/>
                    </a:cubicBezTo>
                    <a:cubicBezTo>
                      <a:pt x="636" y="200"/>
                      <a:pt x="635" y="206"/>
                      <a:pt x="638" y="210"/>
                    </a:cubicBezTo>
                    <a:cubicBezTo>
                      <a:pt x="639" y="212"/>
                      <a:pt x="639" y="215"/>
                      <a:pt x="639" y="217"/>
                    </a:cubicBezTo>
                    <a:cubicBezTo>
                      <a:pt x="639" y="217"/>
                      <a:pt x="639" y="219"/>
                      <a:pt x="640" y="219"/>
                    </a:cubicBezTo>
                    <a:cubicBezTo>
                      <a:pt x="641" y="219"/>
                      <a:pt x="639" y="222"/>
                      <a:pt x="640" y="222"/>
                    </a:cubicBezTo>
                    <a:cubicBezTo>
                      <a:pt x="640" y="222"/>
                      <a:pt x="645" y="218"/>
                      <a:pt x="645" y="217"/>
                    </a:cubicBezTo>
                    <a:cubicBezTo>
                      <a:pt x="647" y="215"/>
                      <a:pt x="648" y="213"/>
                      <a:pt x="649" y="210"/>
                    </a:cubicBezTo>
                    <a:cubicBezTo>
                      <a:pt x="650" y="208"/>
                      <a:pt x="654" y="206"/>
                      <a:pt x="655" y="206"/>
                    </a:cubicBezTo>
                    <a:cubicBezTo>
                      <a:pt x="658" y="208"/>
                      <a:pt x="655" y="202"/>
                      <a:pt x="656" y="201"/>
                    </a:cubicBezTo>
                    <a:cubicBezTo>
                      <a:pt x="658" y="198"/>
                      <a:pt x="659" y="197"/>
                      <a:pt x="662" y="197"/>
                    </a:cubicBezTo>
                    <a:cubicBezTo>
                      <a:pt x="665" y="197"/>
                      <a:pt x="669" y="197"/>
                      <a:pt x="667" y="194"/>
                    </a:cubicBezTo>
                    <a:cubicBezTo>
                      <a:pt x="664" y="191"/>
                      <a:pt x="666" y="188"/>
                      <a:pt x="669" y="186"/>
                    </a:cubicBezTo>
                    <a:cubicBezTo>
                      <a:pt x="670" y="185"/>
                      <a:pt x="670" y="187"/>
                      <a:pt x="671" y="187"/>
                    </a:cubicBezTo>
                    <a:cubicBezTo>
                      <a:pt x="673" y="187"/>
                      <a:pt x="673" y="184"/>
                      <a:pt x="673" y="183"/>
                    </a:cubicBezTo>
                    <a:cubicBezTo>
                      <a:pt x="671" y="181"/>
                      <a:pt x="669" y="180"/>
                      <a:pt x="671" y="177"/>
                    </a:cubicBezTo>
                    <a:cubicBezTo>
                      <a:pt x="671" y="177"/>
                      <a:pt x="674" y="176"/>
                      <a:pt x="673" y="175"/>
                    </a:cubicBezTo>
                    <a:cubicBezTo>
                      <a:pt x="672" y="175"/>
                      <a:pt x="671" y="173"/>
                      <a:pt x="670" y="173"/>
                    </a:cubicBezTo>
                    <a:cubicBezTo>
                      <a:pt x="669" y="173"/>
                      <a:pt x="670" y="174"/>
                      <a:pt x="669" y="174"/>
                    </a:cubicBezTo>
                    <a:cubicBezTo>
                      <a:pt x="667" y="174"/>
                      <a:pt x="666" y="173"/>
                      <a:pt x="667" y="171"/>
                    </a:cubicBezTo>
                    <a:cubicBezTo>
                      <a:pt x="668" y="169"/>
                      <a:pt x="670" y="168"/>
                      <a:pt x="672" y="165"/>
                    </a:cubicBezTo>
                    <a:cubicBezTo>
                      <a:pt x="673" y="163"/>
                      <a:pt x="673" y="160"/>
                      <a:pt x="676" y="158"/>
                    </a:cubicBezTo>
                    <a:cubicBezTo>
                      <a:pt x="677" y="157"/>
                      <a:pt x="677" y="159"/>
                      <a:pt x="677" y="159"/>
                    </a:cubicBezTo>
                    <a:cubicBezTo>
                      <a:pt x="679" y="159"/>
                      <a:pt x="679" y="157"/>
                      <a:pt x="680" y="158"/>
                    </a:cubicBezTo>
                    <a:cubicBezTo>
                      <a:pt x="681" y="158"/>
                      <a:pt x="681" y="159"/>
                      <a:pt x="682" y="158"/>
                    </a:cubicBezTo>
                    <a:cubicBezTo>
                      <a:pt x="684" y="157"/>
                      <a:pt x="685" y="156"/>
                      <a:pt x="687" y="155"/>
                    </a:cubicBezTo>
                    <a:cubicBezTo>
                      <a:pt x="690" y="154"/>
                      <a:pt x="686" y="158"/>
                      <a:pt x="688" y="159"/>
                    </a:cubicBezTo>
                    <a:cubicBezTo>
                      <a:pt x="688" y="160"/>
                      <a:pt x="692" y="156"/>
                      <a:pt x="693" y="156"/>
                    </a:cubicBezTo>
                    <a:cubicBezTo>
                      <a:pt x="695" y="155"/>
                      <a:pt x="697" y="154"/>
                      <a:pt x="700" y="154"/>
                    </a:cubicBezTo>
                    <a:cubicBezTo>
                      <a:pt x="702" y="154"/>
                      <a:pt x="704" y="154"/>
                      <a:pt x="705" y="156"/>
                    </a:cubicBezTo>
                    <a:cubicBezTo>
                      <a:pt x="706" y="156"/>
                      <a:pt x="707" y="157"/>
                      <a:pt x="708" y="158"/>
                    </a:cubicBezTo>
                    <a:cubicBezTo>
                      <a:pt x="709" y="159"/>
                      <a:pt x="709" y="156"/>
                      <a:pt x="710" y="156"/>
                    </a:cubicBezTo>
                    <a:cubicBezTo>
                      <a:pt x="718" y="149"/>
                      <a:pt x="727" y="146"/>
                      <a:pt x="736" y="142"/>
                    </a:cubicBezTo>
                    <a:cubicBezTo>
                      <a:pt x="738" y="141"/>
                      <a:pt x="741" y="140"/>
                      <a:pt x="742" y="138"/>
                    </a:cubicBezTo>
                    <a:cubicBezTo>
                      <a:pt x="743" y="136"/>
                      <a:pt x="743" y="139"/>
                      <a:pt x="745" y="139"/>
                    </a:cubicBezTo>
                    <a:cubicBezTo>
                      <a:pt x="746" y="139"/>
                      <a:pt x="748" y="139"/>
                      <a:pt x="749" y="139"/>
                    </a:cubicBezTo>
                    <a:cubicBezTo>
                      <a:pt x="750" y="140"/>
                      <a:pt x="751" y="141"/>
                      <a:pt x="752" y="141"/>
                    </a:cubicBezTo>
                    <a:cubicBezTo>
                      <a:pt x="755" y="141"/>
                      <a:pt x="755" y="137"/>
                      <a:pt x="754" y="135"/>
                    </a:cubicBezTo>
                    <a:cubicBezTo>
                      <a:pt x="754" y="134"/>
                      <a:pt x="750" y="132"/>
                      <a:pt x="751" y="131"/>
                    </a:cubicBezTo>
                    <a:cubicBezTo>
                      <a:pt x="751" y="130"/>
                      <a:pt x="749" y="125"/>
                      <a:pt x="748" y="126"/>
                    </a:cubicBezTo>
                    <a:cubicBezTo>
                      <a:pt x="748" y="127"/>
                      <a:pt x="746" y="125"/>
                      <a:pt x="745" y="125"/>
                    </a:cubicBezTo>
                    <a:cubicBezTo>
                      <a:pt x="744" y="124"/>
                      <a:pt x="745" y="123"/>
                      <a:pt x="744" y="122"/>
                    </a:cubicBezTo>
                    <a:cubicBezTo>
                      <a:pt x="744" y="121"/>
                      <a:pt x="741" y="122"/>
                      <a:pt x="741" y="122"/>
                    </a:cubicBezTo>
                    <a:cubicBezTo>
                      <a:pt x="740" y="123"/>
                      <a:pt x="737" y="122"/>
                      <a:pt x="738" y="121"/>
                    </a:cubicBezTo>
                    <a:cubicBezTo>
                      <a:pt x="738" y="120"/>
                      <a:pt x="741" y="121"/>
                      <a:pt x="742" y="121"/>
                    </a:cubicBezTo>
                    <a:cubicBezTo>
                      <a:pt x="742" y="120"/>
                      <a:pt x="739" y="120"/>
                      <a:pt x="739" y="120"/>
                    </a:cubicBezTo>
                    <a:cubicBezTo>
                      <a:pt x="739" y="117"/>
                      <a:pt x="747" y="122"/>
                      <a:pt x="748" y="122"/>
                    </a:cubicBezTo>
                    <a:cubicBezTo>
                      <a:pt x="750" y="123"/>
                      <a:pt x="756" y="121"/>
                      <a:pt x="758" y="119"/>
                    </a:cubicBezTo>
                    <a:cubicBezTo>
                      <a:pt x="759" y="118"/>
                      <a:pt x="757" y="118"/>
                      <a:pt x="757" y="117"/>
                    </a:cubicBezTo>
                    <a:cubicBezTo>
                      <a:pt x="757" y="117"/>
                      <a:pt x="761" y="117"/>
                      <a:pt x="761" y="115"/>
                    </a:cubicBezTo>
                    <a:cubicBezTo>
                      <a:pt x="760" y="114"/>
                      <a:pt x="758" y="113"/>
                      <a:pt x="759" y="112"/>
                    </a:cubicBezTo>
                    <a:cubicBezTo>
                      <a:pt x="759" y="111"/>
                      <a:pt x="761" y="109"/>
                      <a:pt x="761" y="109"/>
                    </a:cubicBezTo>
                    <a:cubicBezTo>
                      <a:pt x="762" y="109"/>
                      <a:pt x="766" y="110"/>
                      <a:pt x="766" y="109"/>
                    </a:cubicBezTo>
                    <a:cubicBezTo>
                      <a:pt x="765" y="110"/>
                      <a:pt x="762" y="111"/>
                      <a:pt x="763" y="112"/>
                    </a:cubicBezTo>
                    <a:cubicBezTo>
                      <a:pt x="764" y="113"/>
                      <a:pt x="765" y="114"/>
                      <a:pt x="765" y="114"/>
                    </a:cubicBezTo>
                    <a:cubicBezTo>
                      <a:pt x="765" y="115"/>
                      <a:pt x="764" y="116"/>
                      <a:pt x="765" y="116"/>
                    </a:cubicBezTo>
                    <a:cubicBezTo>
                      <a:pt x="767" y="116"/>
                      <a:pt x="769" y="115"/>
                      <a:pt x="771" y="115"/>
                    </a:cubicBezTo>
                    <a:cubicBezTo>
                      <a:pt x="773" y="115"/>
                      <a:pt x="775" y="115"/>
                      <a:pt x="777" y="116"/>
                    </a:cubicBezTo>
                    <a:cubicBezTo>
                      <a:pt x="778" y="117"/>
                      <a:pt x="778" y="117"/>
                      <a:pt x="778" y="119"/>
                    </a:cubicBezTo>
                    <a:cubicBezTo>
                      <a:pt x="778" y="120"/>
                      <a:pt x="782" y="121"/>
                      <a:pt x="783" y="121"/>
                    </a:cubicBezTo>
                    <a:cubicBezTo>
                      <a:pt x="784" y="122"/>
                      <a:pt x="790" y="126"/>
                      <a:pt x="791" y="124"/>
                    </a:cubicBezTo>
                    <a:cubicBezTo>
                      <a:pt x="790" y="127"/>
                      <a:pt x="796" y="124"/>
                      <a:pt x="796" y="124"/>
                    </a:cubicBezTo>
                    <a:cubicBezTo>
                      <a:pt x="796" y="123"/>
                      <a:pt x="792" y="123"/>
                      <a:pt x="793" y="122"/>
                    </a:cubicBezTo>
                    <a:cubicBezTo>
                      <a:pt x="793" y="120"/>
                      <a:pt x="796" y="122"/>
                      <a:pt x="796" y="122"/>
                    </a:cubicBezTo>
                    <a:cubicBezTo>
                      <a:pt x="796" y="120"/>
                      <a:pt x="795" y="122"/>
                      <a:pt x="796" y="119"/>
                    </a:cubicBezTo>
                    <a:cubicBezTo>
                      <a:pt x="796" y="118"/>
                      <a:pt x="796" y="117"/>
                      <a:pt x="796" y="116"/>
                    </a:cubicBezTo>
                    <a:cubicBezTo>
                      <a:pt x="795" y="115"/>
                      <a:pt x="794" y="115"/>
                      <a:pt x="794" y="114"/>
                    </a:cubicBezTo>
                    <a:cubicBezTo>
                      <a:pt x="794" y="114"/>
                      <a:pt x="801" y="116"/>
                      <a:pt x="802" y="115"/>
                    </a:cubicBezTo>
                    <a:cubicBezTo>
                      <a:pt x="802" y="115"/>
                      <a:pt x="801" y="114"/>
                      <a:pt x="800" y="114"/>
                    </a:cubicBezTo>
                    <a:cubicBezTo>
                      <a:pt x="801" y="114"/>
                      <a:pt x="804" y="115"/>
                      <a:pt x="805" y="114"/>
                    </a:cubicBezTo>
                    <a:cubicBezTo>
                      <a:pt x="805" y="113"/>
                      <a:pt x="805" y="112"/>
                      <a:pt x="806" y="111"/>
                    </a:cubicBezTo>
                    <a:cubicBezTo>
                      <a:pt x="806" y="111"/>
                      <a:pt x="809" y="111"/>
                      <a:pt x="809" y="111"/>
                    </a:cubicBezTo>
                    <a:cubicBezTo>
                      <a:pt x="809" y="111"/>
                      <a:pt x="808" y="111"/>
                      <a:pt x="808" y="111"/>
                    </a:cubicBezTo>
                    <a:cubicBezTo>
                      <a:pt x="807" y="110"/>
                      <a:pt x="810" y="111"/>
                      <a:pt x="808" y="111"/>
                    </a:cubicBezTo>
                    <a:close/>
                    <a:moveTo>
                      <a:pt x="405" y="192"/>
                    </a:moveTo>
                    <a:cubicBezTo>
                      <a:pt x="404" y="195"/>
                      <a:pt x="404" y="198"/>
                      <a:pt x="403" y="201"/>
                    </a:cubicBezTo>
                    <a:cubicBezTo>
                      <a:pt x="402" y="203"/>
                      <a:pt x="399" y="202"/>
                      <a:pt x="399" y="204"/>
                    </a:cubicBezTo>
                    <a:cubicBezTo>
                      <a:pt x="399" y="204"/>
                      <a:pt x="401" y="204"/>
                      <a:pt x="402" y="204"/>
                    </a:cubicBezTo>
                    <a:cubicBezTo>
                      <a:pt x="402" y="204"/>
                      <a:pt x="393" y="210"/>
                      <a:pt x="392" y="210"/>
                    </a:cubicBezTo>
                    <a:cubicBezTo>
                      <a:pt x="391" y="211"/>
                      <a:pt x="390" y="212"/>
                      <a:pt x="388" y="212"/>
                    </a:cubicBezTo>
                    <a:cubicBezTo>
                      <a:pt x="387" y="213"/>
                      <a:pt x="386" y="215"/>
                      <a:pt x="385" y="216"/>
                    </a:cubicBezTo>
                    <a:cubicBezTo>
                      <a:pt x="384" y="217"/>
                      <a:pt x="377" y="219"/>
                      <a:pt x="376" y="217"/>
                    </a:cubicBezTo>
                    <a:cubicBezTo>
                      <a:pt x="376" y="216"/>
                      <a:pt x="383" y="214"/>
                      <a:pt x="384" y="213"/>
                    </a:cubicBezTo>
                    <a:cubicBezTo>
                      <a:pt x="387" y="211"/>
                      <a:pt x="390" y="208"/>
                      <a:pt x="393" y="206"/>
                    </a:cubicBezTo>
                    <a:cubicBezTo>
                      <a:pt x="395" y="205"/>
                      <a:pt x="395" y="202"/>
                      <a:pt x="397" y="201"/>
                    </a:cubicBezTo>
                    <a:cubicBezTo>
                      <a:pt x="399" y="198"/>
                      <a:pt x="401" y="195"/>
                      <a:pt x="402" y="192"/>
                    </a:cubicBezTo>
                    <a:cubicBezTo>
                      <a:pt x="402" y="190"/>
                      <a:pt x="402" y="190"/>
                      <a:pt x="404" y="189"/>
                    </a:cubicBezTo>
                    <a:cubicBezTo>
                      <a:pt x="406" y="188"/>
                      <a:pt x="405" y="191"/>
                      <a:pt x="405" y="192"/>
                    </a:cubicBezTo>
                    <a:cubicBezTo>
                      <a:pt x="404" y="193"/>
                      <a:pt x="405" y="190"/>
                      <a:pt x="405" y="19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2" name="Freeform 721"/>
              <p:cNvSpPr>
                <a:spLocks/>
              </p:cNvSpPr>
              <p:nvPr/>
            </p:nvSpPr>
            <p:spPr bwMode="auto">
              <a:xfrm>
                <a:off x="18193828" y="6226607"/>
                <a:ext cx="140127" cy="299442"/>
              </a:xfrm>
              <a:custGeom>
                <a:avLst/>
                <a:gdLst>
                  <a:gd name="T0" fmla="*/ 13 w 15"/>
                  <a:gd name="T1" fmla="*/ 26 h 32"/>
                  <a:gd name="T2" fmla="*/ 10 w 15"/>
                  <a:gd name="T3" fmla="*/ 13 h 32"/>
                  <a:gd name="T4" fmla="*/ 9 w 15"/>
                  <a:gd name="T5" fmla="*/ 4 h 32"/>
                  <a:gd name="T6" fmla="*/ 9 w 15"/>
                  <a:gd name="T7" fmla="*/ 1 h 32"/>
                  <a:gd name="T8" fmla="*/ 6 w 15"/>
                  <a:gd name="T9" fmla="*/ 0 h 32"/>
                  <a:gd name="T10" fmla="*/ 7 w 15"/>
                  <a:gd name="T11" fmla="*/ 3 h 32"/>
                  <a:gd name="T12" fmla="*/ 6 w 15"/>
                  <a:gd name="T13" fmla="*/ 5 h 32"/>
                  <a:gd name="T14" fmla="*/ 4 w 15"/>
                  <a:gd name="T15" fmla="*/ 7 h 32"/>
                  <a:gd name="T16" fmla="*/ 4 w 15"/>
                  <a:gd name="T17" fmla="*/ 9 h 32"/>
                  <a:gd name="T18" fmla="*/ 2 w 15"/>
                  <a:gd name="T19" fmla="*/ 14 h 32"/>
                  <a:gd name="T20" fmla="*/ 5 w 15"/>
                  <a:gd name="T21" fmla="*/ 20 h 32"/>
                  <a:gd name="T22" fmla="*/ 6 w 15"/>
                  <a:gd name="T23" fmla="*/ 32 h 32"/>
                  <a:gd name="T24" fmla="*/ 15 w 15"/>
                  <a:gd name="T25" fmla="*/ 32 h 32"/>
                  <a:gd name="T26" fmla="*/ 13 w 15"/>
                  <a:gd name="T27" fmla="*/ 26 h 32"/>
                  <a:gd name="T28" fmla="*/ 13 w 15"/>
                  <a:gd name="T29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32">
                    <a:moveTo>
                      <a:pt x="13" y="26"/>
                    </a:moveTo>
                    <a:cubicBezTo>
                      <a:pt x="13" y="22"/>
                      <a:pt x="9" y="17"/>
                      <a:pt x="10" y="13"/>
                    </a:cubicBezTo>
                    <a:cubicBezTo>
                      <a:pt x="11" y="10"/>
                      <a:pt x="10" y="7"/>
                      <a:pt x="9" y="4"/>
                    </a:cubicBezTo>
                    <a:cubicBezTo>
                      <a:pt x="9" y="3"/>
                      <a:pt x="9" y="2"/>
                      <a:pt x="9" y="1"/>
                    </a:cubicBezTo>
                    <a:cubicBezTo>
                      <a:pt x="9" y="0"/>
                      <a:pt x="6" y="0"/>
                      <a:pt x="6" y="0"/>
                    </a:cubicBezTo>
                    <a:cubicBezTo>
                      <a:pt x="6" y="1"/>
                      <a:pt x="7" y="2"/>
                      <a:pt x="7" y="3"/>
                    </a:cubicBezTo>
                    <a:cubicBezTo>
                      <a:pt x="8" y="4"/>
                      <a:pt x="7" y="5"/>
                      <a:pt x="6" y="5"/>
                    </a:cubicBezTo>
                    <a:cubicBezTo>
                      <a:pt x="5" y="6"/>
                      <a:pt x="4" y="5"/>
                      <a:pt x="4" y="7"/>
                    </a:cubicBezTo>
                    <a:cubicBezTo>
                      <a:pt x="4" y="8"/>
                      <a:pt x="4" y="8"/>
                      <a:pt x="4" y="9"/>
                    </a:cubicBezTo>
                    <a:cubicBezTo>
                      <a:pt x="3" y="11"/>
                      <a:pt x="3" y="13"/>
                      <a:pt x="2" y="14"/>
                    </a:cubicBezTo>
                    <a:cubicBezTo>
                      <a:pt x="0" y="15"/>
                      <a:pt x="4" y="18"/>
                      <a:pt x="5" y="20"/>
                    </a:cubicBezTo>
                    <a:cubicBezTo>
                      <a:pt x="6" y="22"/>
                      <a:pt x="4" y="32"/>
                      <a:pt x="6" y="32"/>
                    </a:cubicBezTo>
                    <a:cubicBezTo>
                      <a:pt x="9" y="32"/>
                      <a:pt x="12" y="32"/>
                      <a:pt x="15" y="32"/>
                    </a:cubicBezTo>
                    <a:cubicBezTo>
                      <a:pt x="15" y="30"/>
                      <a:pt x="14" y="28"/>
                      <a:pt x="13" y="26"/>
                    </a:cubicBezTo>
                    <a:cubicBezTo>
                      <a:pt x="13" y="24"/>
                      <a:pt x="13" y="27"/>
                      <a:pt x="13" y="2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3" name="Freeform 722"/>
              <p:cNvSpPr>
                <a:spLocks/>
              </p:cNvSpPr>
              <p:nvPr/>
            </p:nvSpPr>
            <p:spPr bwMode="auto">
              <a:xfrm>
                <a:off x="18222490" y="6516489"/>
                <a:ext cx="140127" cy="216615"/>
              </a:xfrm>
              <a:custGeom>
                <a:avLst/>
                <a:gdLst>
                  <a:gd name="T0" fmla="*/ 12 w 15"/>
                  <a:gd name="T1" fmla="*/ 1 h 23"/>
                  <a:gd name="T2" fmla="*/ 7 w 15"/>
                  <a:gd name="T3" fmla="*/ 1 h 23"/>
                  <a:gd name="T4" fmla="*/ 2 w 15"/>
                  <a:gd name="T5" fmla="*/ 2 h 23"/>
                  <a:gd name="T6" fmla="*/ 1 w 15"/>
                  <a:gd name="T7" fmla="*/ 7 h 23"/>
                  <a:gd name="T8" fmla="*/ 2 w 15"/>
                  <a:gd name="T9" fmla="*/ 11 h 23"/>
                  <a:gd name="T10" fmla="*/ 1 w 15"/>
                  <a:gd name="T11" fmla="*/ 23 h 23"/>
                  <a:gd name="T12" fmla="*/ 4 w 15"/>
                  <a:gd name="T13" fmla="*/ 20 h 23"/>
                  <a:gd name="T14" fmla="*/ 7 w 15"/>
                  <a:gd name="T15" fmla="*/ 20 h 23"/>
                  <a:gd name="T16" fmla="*/ 9 w 15"/>
                  <a:gd name="T17" fmla="*/ 23 h 23"/>
                  <a:gd name="T18" fmla="*/ 9 w 15"/>
                  <a:gd name="T19" fmla="*/ 20 h 23"/>
                  <a:gd name="T20" fmla="*/ 6 w 15"/>
                  <a:gd name="T21" fmla="*/ 16 h 23"/>
                  <a:gd name="T22" fmla="*/ 4 w 15"/>
                  <a:gd name="T23" fmla="*/ 7 h 23"/>
                  <a:gd name="T24" fmla="*/ 9 w 15"/>
                  <a:gd name="T25" fmla="*/ 3 h 23"/>
                  <a:gd name="T26" fmla="*/ 15 w 15"/>
                  <a:gd name="T27" fmla="*/ 6 h 23"/>
                  <a:gd name="T28" fmla="*/ 12 w 15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3">
                    <a:moveTo>
                      <a:pt x="12" y="1"/>
                    </a:moveTo>
                    <a:cubicBezTo>
                      <a:pt x="11" y="1"/>
                      <a:pt x="9" y="1"/>
                      <a:pt x="7" y="1"/>
                    </a:cubicBezTo>
                    <a:cubicBezTo>
                      <a:pt x="5" y="1"/>
                      <a:pt x="3" y="0"/>
                      <a:pt x="2" y="2"/>
                    </a:cubicBezTo>
                    <a:cubicBezTo>
                      <a:pt x="2" y="4"/>
                      <a:pt x="1" y="5"/>
                      <a:pt x="1" y="7"/>
                    </a:cubicBezTo>
                    <a:cubicBezTo>
                      <a:pt x="1" y="8"/>
                      <a:pt x="2" y="9"/>
                      <a:pt x="2" y="11"/>
                    </a:cubicBezTo>
                    <a:cubicBezTo>
                      <a:pt x="2" y="12"/>
                      <a:pt x="0" y="23"/>
                      <a:pt x="1" y="23"/>
                    </a:cubicBezTo>
                    <a:cubicBezTo>
                      <a:pt x="3" y="22"/>
                      <a:pt x="1" y="19"/>
                      <a:pt x="4" y="20"/>
                    </a:cubicBezTo>
                    <a:cubicBezTo>
                      <a:pt x="5" y="20"/>
                      <a:pt x="7" y="19"/>
                      <a:pt x="7" y="20"/>
                    </a:cubicBezTo>
                    <a:cubicBezTo>
                      <a:pt x="8" y="20"/>
                      <a:pt x="8" y="23"/>
                      <a:pt x="9" y="23"/>
                    </a:cubicBezTo>
                    <a:cubicBezTo>
                      <a:pt x="9" y="23"/>
                      <a:pt x="9" y="20"/>
                      <a:pt x="9" y="20"/>
                    </a:cubicBezTo>
                    <a:cubicBezTo>
                      <a:pt x="9" y="18"/>
                      <a:pt x="7" y="17"/>
                      <a:pt x="6" y="16"/>
                    </a:cubicBezTo>
                    <a:cubicBezTo>
                      <a:pt x="5" y="14"/>
                      <a:pt x="2" y="9"/>
                      <a:pt x="4" y="7"/>
                    </a:cubicBezTo>
                    <a:cubicBezTo>
                      <a:pt x="7" y="5"/>
                      <a:pt x="6" y="4"/>
                      <a:pt x="9" y="3"/>
                    </a:cubicBezTo>
                    <a:cubicBezTo>
                      <a:pt x="11" y="2"/>
                      <a:pt x="14" y="4"/>
                      <a:pt x="15" y="6"/>
                    </a:cubicBezTo>
                    <a:cubicBezTo>
                      <a:pt x="14" y="4"/>
                      <a:pt x="13" y="2"/>
                      <a:pt x="1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4" name="Freeform 723"/>
              <p:cNvSpPr>
                <a:spLocks/>
              </p:cNvSpPr>
              <p:nvPr/>
            </p:nvSpPr>
            <p:spPr bwMode="auto">
              <a:xfrm>
                <a:off x="17483637" y="7153601"/>
                <a:ext cx="197453" cy="235731"/>
              </a:xfrm>
              <a:custGeom>
                <a:avLst/>
                <a:gdLst>
                  <a:gd name="T0" fmla="*/ 5 w 21"/>
                  <a:gd name="T1" fmla="*/ 1 h 25"/>
                  <a:gd name="T2" fmla="*/ 4 w 21"/>
                  <a:gd name="T3" fmla="*/ 7 h 25"/>
                  <a:gd name="T4" fmla="*/ 1 w 21"/>
                  <a:gd name="T5" fmla="*/ 9 h 25"/>
                  <a:gd name="T6" fmla="*/ 3 w 21"/>
                  <a:gd name="T7" fmla="*/ 11 h 25"/>
                  <a:gd name="T8" fmla="*/ 2 w 21"/>
                  <a:gd name="T9" fmla="*/ 14 h 25"/>
                  <a:gd name="T10" fmla="*/ 3 w 21"/>
                  <a:gd name="T11" fmla="*/ 16 h 25"/>
                  <a:gd name="T12" fmla="*/ 1 w 21"/>
                  <a:gd name="T13" fmla="*/ 20 h 25"/>
                  <a:gd name="T14" fmla="*/ 3 w 21"/>
                  <a:gd name="T15" fmla="*/ 21 h 25"/>
                  <a:gd name="T16" fmla="*/ 0 w 21"/>
                  <a:gd name="T17" fmla="*/ 24 h 25"/>
                  <a:gd name="T18" fmla="*/ 2 w 21"/>
                  <a:gd name="T19" fmla="*/ 23 h 25"/>
                  <a:gd name="T20" fmla="*/ 3 w 21"/>
                  <a:gd name="T21" fmla="*/ 24 h 25"/>
                  <a:gd name="T22" fmla="*/ 6 w 21"/>
                  <a:gd name="T23" fmla="*/ 22 h 25"/>
                  <a:gd name="T24" fmla="*/ 8 w 21"/>
                  <a:gd name="T25" fmla="*/ 22 h 25"/>
                  <a:gd name="T26" fmla="*/ 9 w 21"/>
                  <a:gd name="T27" fmla="*/ 22 h 25"/>
                  <a:gd name="T28" fmla="*/ 12 w 21"/>
                  <a:gd name="T29" fmla="*/ 21 h 25"/>
                  <a:gd name="T30" fmla="*/ 14 w 21"/>
                  <a:gd name="T31" fmla="*/ 20 h 25"/>
                  <a:gd name="T32" fmla="*/ 17 w 21"/>
                  <a:gd name="T33" fmla="*/ 18 h 25"/>
                  <a:gd name="T34" fmla="*/ 20 w 21"/>
                  <a:gd name="T35" fmla="*/ 20 h 25"/>
                  <a:gd name="T36" fmla="*/ 19 w 21"/>
                  <a:gd name="T37" fmla="*/ 16 h 25"/>
                  <a:gd name="T38" fmla="*/ 17 w 21"/>
                  <a:gd name="T39" fmla="*/ 12 h 25"/>
                  <a:gd name="T40" fmla="*/ 12 w 21"/>
                  <a:gd name="T41" fmla="*/ 0 h 25"/>
                  <a:gd name="T42" fmla="*/ 5 w 21"/>
                  <a:gd name="T43" fmla="*/ 1 h 25"/>
                  <a:gd name="T44" fmla="*/ 5 w 21"/>
                  <a:gd name="T45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" h="25">
                    <a:moveTo>
                      <a:pt x="5" y="1"/>
                    </a:moveTo>
                    <a:cubicBezTo>
                      <a:pt x="3" y="2"/>
                      <a:pt x="2" y="6"/>
                      <a:pt x="4" y="7"/>
                    </a:cubicBezTo>
                    <a:cubicBezTo>
                      <a:pt x="7" y="10"/>
                      <a:pt x="2" y="9"/>
                      <a:pt x="1" y="9"/>
                    </a:cubicBezTo>
                    <a:cubicBezTo>
                      <a:pt x="1" y="9"/>
                      <a:pt x="3" y="11"/>
                      <a:pt x="3" y="11"/>
                    </a:cubicBezTo>
                    <a:cubicBezTo>
                      <a:pt x="3" y="13"/>
                      <a:pt x="3" y="13"/>
                      <a:pt x="2" y="14"/>
                    </a:cubicBezTo>
                    <a:cubicBezTo>
                      <a:pt x="2" y="14"/>
                      <a:pt x="3" y="15"/>
                      <a:pt x="3" y="16"/>
                    </a:cubicBezTo>
                    <a:cubicBezTo>
                      <a:pt x="2" y="17"/>
                      <a:pt x="1" y="20"/>
                      <a:pt x="1" y="20"/>
                    </a:cubicBezTo>
                    <a:cubicBezTo>
                      <a:pt x="1" y="20"/>
                      <a:pt x="3" y="20"/>
                      <a:pt x="3" y="21"/>
                    </a:cubicBezTo>
                    <a:cubicBezTo>
                      <a:pt x="3" y="21"/>
                      <a:pt x="0" y="23"/>
                      <a:pt x="0" y="24"/>
                    </a:cubicBezTo>
                    <a:cubicBezTo>
                      <a:pt x="0" y="24"/>
                      <a:pt x="1" y="23"/>
                      <a:pt x="2" y="23"/>
                    </a:cubicBezTo>
                    <a:cubicBezTo>
                      <a:pt x="2" y="23"/>
                      <a:pt x="2" y="25"/>
                      <a:pt x="3" y="24"/>
                    </a:cubicBezTo>
                    <a:cubicBezTo>
                      <a:pt x="3" y="23"/>
                      <a:pt x="5" y="22"/>
                      <a:pt x="6" y="22"/>
                    </a:cubicBezTo>
                    <a:cubicBezTo>
                      <a:pt x="7" y="21"/>
                      <a:pt x="6" y="25"/>
                      <a:pt x="8" y="22"/>
                    </a:cubicBezTo>
                    <a:cubicBezTo>
                      <a:pt x="9" y="20"/>
                      <a:pt x="8" y="21"/>
                      <a:pt x="9" y="22"/>
                    </a:cubicBezTo>
                    <a:cubicBezTo>
                      <a:pt x="9" y="22"/>
                      <a:pt x="12" y="21"/>
                      <a:pt x="12" y="21"/>
                    </a:cubicBezTo>
                    <a:cubicBezTo>
                      <a:pt x="14" y="21"/>
                      <a:pt x="13" y="20"/>
                      <a:pt x="14" y="20"/>
                    </a:cubicBezTo>
                    <a:cubicBezTo>
                      <a:pt x="16" y="20"/>
                      <a:pt x="16" y="19"/>
                      <a:pt x="17" y="18"/>
                    </a:cubicBezTo>
                    <a:cubicBezTo>
                      <a:pt x="18" y="16"/>
                      <a:pt x="19" y="19"/>
                      <a:pt x="20" y="20"/>
                    </a:cubicBezTo>
                    <a:cubicBezTo>
                      <a:pt x="21" y="20"/>
                      <a:pt x="19" y="16"/>
                      <a:pt x="19" y="16"/>
                    </a:cubicBezTo>
                    <a:cubicBezTo>
                      <a:pt x="18" y="15"/>
                      <a:pt x="17" y="14"/>
                      <a:pt x="17" y="12"/>
                    </a:cubicBezTo>
                    <a:cubicBezTo>
                      <a:pt x="17" y="7"/>
                      <a:pt x="14" y="4"/>
                      <a:pt x="12" y="0"/>
                    </a:cubicBezTo>
                    <a:cubicBezTo>
                      <a:pt x="10" y="2"/>
                      <a:pt x="8" y="1"/>
                      <a:pt x="5" y="1"/>
                    </a:cubicBezTo>
                    <a:cubicBezTo>
                      <a:pt x="5" y="2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5" name="Freeform 724"/>
              <p:cNvSpPr>
                <a:spLocks/>
              </p:cNvSpPr>
              <p:nvPr/>
            </p:nvSpPr>
            <p:spPr bwMode="auto">
              <a:xfrm>
                <a:off x="17400836" y="6901941"/>
                <a:ext cx="299364" cy="289887"/>
              </a:xfrm>
              <a:custGeom>
                <a:avLst/>
                <a:gdLst>
                  <a:gd name="T0" fmla="*/ 32 w 32"/>
                  <a:gd name="T1" fmla="*/ 3 h 31"/>
                  <a:gd name="T2" fmla="*/ 29 w 32"/>
                  <a:gd name="T3" fmla="*/ 1 h 31"/>
                  <a:gd name="T4" fmla="*/ 27 w 32"/>
                  <a:gd name="T5" fmla="*/ 4 h 31"/>
                  <a:gd name="T6" fmla="*/ 25 w 32"/>
                  <a:gd name="T7" fmla="*/ 5 h 31"/>
                  <a:gd name="T8" fmla="*/ 20 w 32"/>
                  <a:gd name="T9" fmla="*/ 6 h 31"/>
                  <a:gd name="T10" fmla="*/ 20 w 32"/>
                  <a:gd name="T11" fmla="*/ 10 h 31"/>
                  <a:gd name="T12" fmla="*/ 13 w 32"/>
                  <a:gd name="T13" fmla="*/ 9 h 31"/>
                  <a:gd name="T14" fmla="*/ 10 w 32"/>
                  <a:gd name="T15" fmla="*/ 12 h 31"/>
                  <a:gd name="T16" fmla="*/ 0 w 32"/>
                  <a:gd name="T17" fmla="*/ 19 h 31"/>
                  <a:gd name="T18" fmla="*/ 6 w 32"/>
                  <a:gd name="T19" fmla="*/ 21 h 31"/>
                  <a:gd name="T20" fmla="*/ 5 w 32"/>
                  <a:gd name="T21" fmla="*/ 24 h 31"/>
                  <a:gd name="T22" fmla="*/ 6 w 32"/>
                  <a:gd name="T23" fmla="*/ 26 h 31"/>
                  <a:gd name="T24" fmla="*/ 3 w 32"/>
                  <a:gd name="T25" fmla="*/ 29 h 31"/>
                  <a:gd name="T26" fmla="*/ 5 w 32"/>
                  <a:gd name="T27" fmla="*/ 30 h 31"/>
                  <a:gd name="T28" fmla="*/ 5 w 32"/>
                  <a:gd name="T29" fmla="*/ 31 h 31"/>
                  <a:gd name="T30" fmla="*/ 9 w 32"/>
                  <a:gd name="T31" fmla="*/ 31 h 31"/>
                  <a:gd name="T32" fmla="*/ 12 w 32"/>
                  <a:gd name="T33" fmla="*/ 31 h 31"/>
                  <a:gd name="T34" fmla="*/ 14 w 32"/>
                  <a:gd name="T35" fmla="*/ 28 h 31"/>
                  <a:gd name="T36" fmla="*/ 21 w 32"/>
                  <a:gd name="T37" fmla="*/ 27 h 31"/>
                  <a:gd name="T38" fmla="*/ 16 w 32"/>
                  <a:gd name="T39" fmla="*/ 22 h 31"/>
                  <a:gd name="T40" fmla="*/ 20 w 32"/>
                  <a:gd name="T41" fmla="*/ 19 h 31"/>
                  <a:gd name="T42" fmla="*/ 27 w 32"/>
                  <a:gd name="T43" fmla="*/ 14 h 31"/>
                  <a:gd name="T44" fmla="*/ 27 w 32"/>
                  <a:gd name="T45" fmla="*/ 8 h 31"/>
                  <a:gd name="T46" fmla="*/ 32 w 32"/>
                  <a:gd name="T47" fmla="*/ 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1">
                    <a:moveTo>
                      <a:pt x="32" y="3"/>
                    </a:moveTo>
                    <a:cubicBezTo>
                      <a:pt x="31" y="2"/>
                      <a:pt x="30" y="0"/>
                      <a:pt x="29" y="1"/>
                    </a:cubicBezTo>
                    <a:cubicBezTo>
                      <a:pt x="28" y="1"/>
                      <a:pt x="28" y="3"/>
                      <a:pt x="27" y="4"/>
                    </a:cubicBezTo>
                    <a:cubicBezTo>
                      <a:pt x="27" y="4"/>
                      <a:pt x="26" y="3"/>
                      <a:pt x="25" y="5"/>
                    </a:cubicBezTo>
                    <a:cubicBezTo>
                      <a:pt x="24" y="6"/>
                      <a:pt x="22" y="6"/>
                      <a:pt x="20" y="6"/>
                    </a:cubicBezTo>
                    <a:cubicBezTo>
                      <a:pt x="18" y="7"/>
                      <a:pt x="22" y="9"/>
                      <a:pt x="20" y="10"/>
                    </a:cubicBezTo>
                    <a:cubicBezTo>
                      <a:pt x="17" y="11"/>
                      <a:pt x="16" y="9"/>
                      <a:pt x="13" y="9"/>
                    </a:cubicBezTo>
                    <a:cubicBezTo>
                      <a:pt x="12" y="8"/>
                      <a:pt x="10" y="11"/>
                      <a:pt x="10" y="12"/>
                    </a:cubicBezTo>
                    <a:cubicBezTo>
                      <a:pt x="7" y="15"/>
                      <a:pt x="1" y="15"/>
                      <a:pt x="0" y="19"/>
                    </a:cubicBezTo>
                    <a:cubicBezTo>
                      <a:pt x="0" y="19"/>
                      <a:pt x="6" y="21"/>
                      <a:pt x="6" y="21"/>
                    </a:cubicBezTo>
                    <a:cubicBezTo>
                      <a:pt x="6" y="22"/>
                      <a:pt x="5" y="24"/>
                      <a:pt x="5" y="24"/>
                    </a:cubicBezTo>
                    <a:cubicBezTo>
                      <a:pt x="5" y="26"/>
                      <a:pt x="6" y="25"/>
                      <a:pt x="6" y="26"/>
                    </a:cubicBezTo>
                    <a:cubicBezTo>
                      <a:pt x="6" y="25"/>
                      <a:pt x="2" y="28"/>
                      <a:pt x="3" y="29"/>
                    </a:cubicBezTo>
                    <a:cubicBezTo>
                      <a:pt x="3" y="29"/>
                      <a:pt x="5" y="30"/>
                      <a:pt x="5" y="30"/>
                    </a:cubicBezTo>
                    <a:cubicBezTo>
                      <a:pt x="6" y="30"/>
                      <a:pt x="5" y="30"/>
                      <a:pt x="5" y="31"/>
                    </a:cubicBezTo>
                    <a:cubicBezTo>
                      <a:pt x="5" y="30"/>
                      <a:pt x="9" y="30"/>
                      <a:pt x="9" y="31"/>
                    </a:cubicBezTo>
                    <a:cubicBezTo>
                      <a:pt x="10" y="31"/>
                      <a:pt x="11" y="31"/>
                      <a:pt x="12" y="31"/>
                    </a:cubicBezTo>
                    <a:cubicBezTo>
                      <a:pt x="12" y="31"/>
                      <a:pt x="13" y="29"/>
                      <a:pt x="14" y="28"/>
                    </a:cubicBezTo>
                    <a:cubicBezTo>
                      <a:pt x="17" y="28"/>
                      <a:pt x="19" y="29"/>
                      <a:pt x="21" y="27"/>
                    </a:cubicBezTo>
                    <a:cubicBezTo>
                      <a:pt x="21" y="25"/>
                      <a:pt x="16" y="23"/>
                      <a:pt x="16" y="22"/>
                    </a:cubicBezTo>
                    <a:cubicBezTo>
                      <a:pt x="17" y="21"/>
                      <a:pt x="18" y="20"/>
                      <a:pt x="20" y="19"/>
                    </a:cubicBezTo>
                    <a:cubicBezTo>
                      <a:pt x="22" y="17"/>
                      <a:pt x="24" y="15"/>
                      <a:pt x="27" y="14"/>
                    </a:cubicBezTo>
                    <a:cubicBezTo>
                      <a:pt x="29" y="12"/>
                      <a:pt x="26" y="9"/>
                      <a:pt x="27" y="8"/>
                    </a:cubicBezTo>
                    <a:cubicBezTo>
                      <a:pt x="29" y="6"/>
                      <a:pt x="30" y="4"/>
                      <a:pt x="32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6" name="Freeform 725"/>
              <p:cNvSpPr>
                <a:spLocks/>
              </p:cNvSpPr>
              <p:nvPr/>
            </p:nvSpPr>
            <p:spPr bwMode="auto">
              <a:xfrm>
                <a:off x="11209749" y="6162893"/>
                <a:ext cx="222932" cy="232543"/>
              </a:xfrm>
              <a:custGeom>
                <a:avLst/>
                <a:gdLst>
                  <a:gd name="T0" fmla="*/ 21 w 24"/>
                  <a:gd name="T1" fmla="*/ 8 h 25"/>
                  <a:gd name="T2" fmla="*/ 18 w 24"/>
                  <a:gd name="T3" fmla="*/ 5 h 25"/>
                  <a:gd name="T4" fmla="*/ 15 w 24"/>
                  <a:gd name="T5" fmla="*/ 6 h 25"/>
                  <a:gd name="T6" fmla="*/ 16 w 24"/>
                  <a:gd name="T7" fmla="*/ 1 h 25"/>
                  <a:gd name="T8" fmla="*/ 10 w 24"/>
                  <a:gd name="T9" fmla="*/ 1 h 25"/>
                  <a:gd name="T10" fmla="*/ 10 w 24"/>
                  <a:gd name="T11" fmla="*/ 2 h 25"/>
                  <a:gd name="T12" fmla="*/ 9 w 24"/>
                  <a:gd name="T13" fmla="*/ 3 h 25"/>
                  <a:gd name="T14" fmla="*/ 11 w 24"/>
                  <a:gd name="T15" fmla="*/ 4 h 25"/>
                  <a:gd name="T16" fmla="*/ 9 w 24"/>
                  <a:gd name="T17" fmla="*/ 5 h 25"/>
                  <a:gd name="T18" fmla="*/ 2 w 24"/>
                  <a:gd name="T19" fmla="*/ 6 h 25"/>
                  <a:gd name="T20" fmla="*/ 3 w 24"/>
                  <a:gd name="T21" fmla="*/ 7 h 25"/>
                  <a:gd name="T22" fmla="*/ 2 w 24"/>
                  <a:gd name="T23" fmla="*/ 8 h 25"/>
                  <a:gd name="T24" fmla="*/ 2 w 24"/>
                  <a:gd name="T25" fmla="*/ 8 h 25"/>
                  <a:gd name="T26" fmla="*/ 1 w 24"/>
                  <a:gd name="T27" fmla="*/ 8 h 25"/>
                  <a:gd name="T28" fmla="*/ 3 w 24"/>
                  <a:gd name="T29" fmla="*/ 10 h 25"/>
                  <a:gd name="T30" fmla="*/ 6 w 24"/>
                  <a:gd name="T31" fmla="*/ 13 h 25"/>
                  <a:gd name="T32" fmla="*/ 5 w 24"/>
                  <a:gd name="T33" fmla="*/ 17 h 25"/>
                  <a:gd name="T34" fmla="*/ 1 w 24"/>
                  <a:gd name="T35" fmla="*/ 20 h 25"/>
                  <a:gd name="T36" fmla="*/ 3 w 24"/>
                  <a:gd name="T37" fmla="*/ 20 h 25"/>
                  <a:gd name="T38" fmla="*/ 0 w 24"/>
                  <a:gd name="T39" fmla="*/ 22 h 25"/>
                  <a:gd name="T40" fmla="*/ 3 w 24"/>
                  <a:gd name="T41" fmla="*/ 21 h 25"/>
                  <a:gd name="T42" fmla="*/ 2 w 24"/>
                  <a:gd name="T43" fmla="*/ 24 h 25"/>
                  <a:gd name="T44" fmla="*/ 4 w 24"/>
                  <a:gd name="T45" fmla="*/ 23 h 25"/>
                  <a:gd name="T46" fmla="*/ 4 w 24"/>
                  <a:gd name="T47" fmla="*/ 25 h 25"/>
                  <a:gd name="T48" fmla="*/ 8 w 24"/>
                  <a:gd name="T49" fmla="*/ 24 h 25"/>
                  <a:gd name="T50" fmla="*/ 17 w 24"/>
                  <a:gd name="T51" fmla="*/ 20 h 25"/>
                  <a:gd name="T52" fmla="*/ 22 w 24"/>
                  <a:gd name="T53" fmla="*/ 16 h 25"/>
                  <a:gd name="T54" fmla="*/ 21 w 24"/>
                  <a:gd name="T55" fmla="*/ 8 h 25"/>
                  <a:gd name="T56" fmla="*/ 21 w 24"/>
                  <a:gd name="T57" fmla="*/ 8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4" h="25">
                    <a:moveTo>
                      <a:pt x="21" y="8"/>
                    </a:moveTo>
                    <a:cubicBezTo>
                      <a:pt x="20" y="8"/>
                      <a:pt x="19" y="5"/>
                      <a:pt x="18" y="5"/>
                    </a:cubicBezTo>
                    <a:cubicBezTo>
                      <a:pt x="16" y="6"/>
                      <a:pt x="17" y="7"/>
                      <a:pt x="15" y="6"/>
                    </a:cubicBezTo>
                    <a:cubicBezTo>
                      <a:pt x="11" y="5"/>
                      <a:pt x="15" y="3"/>
                      <a:pt x="16" y="1"/>
                    </a:cubicBezTo>
                    <a:cubicBezTo>
                      <a:pt x="14" y="1"/>
                      <a:pt x="11" y="0"/>
                      <a:pt x="10" y="1"/>
                    </a:cubicBezTo>
                    <a:cubicBezTo>
                      <a:pt x="10" y="1"/>
                      <a:pt x="12" y="1"/>
                      <a:pt x="10" y="2"/>
                    </a:cubicBezTo>
                    <a:cubicBezTo>
                      <a:pt x="10" y="2"/>
                      <a:pt x="8" y="3"/>
                      <a:pt x="9" y="3"/>
                    </a:cubicBezTo>
                    <a:cubicBezTo>
                      <a:pt x="9" y="4"/>
                      <a:pt x="11" y="3"/>
                      <a:pt x="11" y="4"/>
                    </a:cubicBezTo>
                    <a:cubicBezTo>
                      <a:pt x="12" y="5"/>
                      <a:pt x="9" y="5"/>
                      <a:pt x="9" y="5"/>
                    </a:cubicBezTo>
                    <a:cubicBezTo>
                      <a:pt x="7" y="6"/>
                      <a:pt x="3" y="5"/>
                      <a:pt x="2" y="6"/>
                    </a:cubicBezTo>
                    <a:cubicBezTo>
                      <a:pt x="2" y="6"/>
                      <a:pt x="3" y="6"/>
                      <a:pt x="3" y="7"/>
                    </a:cubicBezTo>
                    <a:cubicBezTo>
                      <a:pt x="3" y="7"/>
                      <a:pt x="1" y="7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1" y="8"/>
                      <a:pt x="1" y="8"/>
                    </a:cubicBezTo>
                    <a:cubicBezTo>
                      <a:pt x="1" y="9"/>
                      <a:pt x="5" y="9"/>
                      <a:pt x="3" y="10"/>
                    </a:cubicBezTo>
                    <a:cubicBezTo>
                      <a:pt x="0" y="12"/>
                      <a:pt x="4" y="13"/>
                      <a:pt x="6" y="13"/>
                    </a:cubicBezTo>
                    <a:cubicBezTo>
                      <a:pt x="7" y="13"/>
                      <a:pt x="5" y="16"/>
                      <a:pt x="5" y="17"/>
                    </a:cubicBezTo>
                    <a:cubicBezTo>
                      <a:pt x="4" y="17"/>
                      <a:pt x="2" y="21"/>
                      <a:pt x="1" y="20"/>
                    </a:cubicBezTo>
                    <a:cubicBezTo>
                      <a:pt x="1" y="20"/>
                      <a:pt x="3" y="20"/>
                      <a:pt x="3" y="20"/>
                    </a:cubicBezTo>
                    <a:cubicBezTo>
                      <a:pt x="2" y="21"/>
                      <a:pt x="1" y="20"/>
                      <a:pt x="0" y="22"/>
                    </a:cubicBezTo>
                    <a:cubicBezTo>
                      <a:pt x="0" y="22"/>
                      <a:pt x="3" y="21"/>
                      <a:pt x="3" y="21"/>
                    </a:cubicBezTo>
                    <a:cubicBezTo>
                      <a:pt x="3" y="21"/>
                      <a:pt x="2" y="23"/>
                      <a:pt x="2" y="24"/>
                    </a:cubicBezTo>
                    <a:cubicBezTo>
                      <a:pt x="2" y="24"/>
                      <a:pt x="4" y="23"/>
                      <a:pt x="4" y="23"/>
                    </a:cubicBezTo>
                    <a:cubicBezTo>
                      <a:pt x="4" y="23"/>
                      <a:pt x="4" y="24"/>
                      <a:pt x="4" y="25"/>
                    </a:cubicBezTo>
                    <a:cubicBezTo>
                      <a:pt x="5" y="25"/>
                      <a:pt x="7" y="24"/>
                      <a:pt x="8" y="24"/>
                    </a:cubicBezTo>
                    <a:cubicBezTo>
                      <a:pt x="11" y="23"/>
                      <a:pt x="14" y="20"/>
                      <a:pt x="17" y="20"/>
                    </a:cubicBezTo>
                    <a:cubicBezTo>
                      <a:pt x="21" y="20"/>
                      <a:pt x="20" y="19"/>
                      <a:pt x="22" y="16"/>
                    </a:cubicBezTo>
                    <a:cubicBezTo>
                      <a:pt x="24" y="13"/>
                      <a:pt x="21" y="11"/>
                      <a:pt x="21" y="8"/>
                    </a:cubicBezTo>
                    <a:cubicBezTo>
                      <a:pt x="20" y="8"/>
                      <a:pt x="21" y="9"/>
                      <a:pt x="21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7" name="Freeform 726"/>
              <p:cNvSpPr>
                <a:spLocks/>
              </p:cNvSpPr>
              <p:nvPr/>
            </p:nvSpPr>
            <p:spPr bwMode="auto">
              <a:xfrm>
                <a:off x="11321211" y="6153340"/>
                <a:ext cx="149682" cy="92380"/>
              </a:xfrm>
              <a:custGeom>
                <a:avLst/>
                <a:gdLst>
                  <a:gd name="T0" fmla="*/ 1 w 16"/>
                  <a:gd name="T1" fmla="*/ 6 h 10"/>
                  <a:gd name="T2" fmla="*/ 4 w 16"/>
                  <a:gd name="T3" fmla="*/ 8 h 10"/>
                  <a:gd name="T4" fmla="*/ 5 w 16"/>
                  <a:gd name="T5" fmla="*/ 7 h 10"/>
                  <a:gd name="T6" fmla="*/ 8 w 16"/>
                  <a:gd name="T7" fmla="*/ 8 h 10"/>
                  <a:gd name="T8" fmla="*/ 11 w 16"/>
                  <a:gd name="T9" fmla="*/ 4 h 10"/>
                  <a:gd name="T10" fmla="*/ 11 w 16"/>
                  <a:gd name="T11" fmla="*/ 2 h 10"/>
                  <a:gd name="T12" fmla="*/ 7 w 16"/>
                  <a:gd name="T13" fmla="*/ 1 h 10"/>
                  <a:gd name="T14" fmla="*/ 4 w 16"/>
                  <a:gd name="T15" fmla="*/ 2 h 10"/>
                  <a:gd name="T16" fmla="*/ 1 w 16"/>
                  <a:gd name="T17" fmla="*/ 6 h 10"/>
                  <a:gd name="T18" fmla="*/ 1 w 16"/>
                  <a:gd name="T19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10">
                    <a:moveTo>
                      <a:pt x="1" y="6"/>
                    </a:moveTo>
                    <a:cubicBezTo>
                      <a:pt x="0" y="7"/>
                      <a:pt x="3" y="8"/>
                      <a:pt x="4" y="8"/>
                    </a:cubicBezTo>
                    <a:cubicBezTo>
                      <a:pt x="4" y="8"/>
                      <a:pt x="5" y="7"/>
                      <a:pt x="5" y="7"/>
                    </a:cubicBezTo>
                    <a:cubicBezTo>
                      <a:pt x="6" y="6"/>
                      <a:pt x="7" y="7"/>
                      <a:pt x="8" y="8"/>
                    </a:cubicBezTo>
                    <a:cubicBezTo>
                      <a:pt x="10" y="10"/>
                      <a:pt x="16" y="5"/>
                      <a:pt x="11" y="4"/>
                    </a:cubicBezTo>
                    <a:cubicBezTo>
                      <a:pt x="12" y="4"/>
                      <a:pt x="11" y="2"/>
                      <a:pt x="11" y="2"/>
                    </a:cubicBezTo>
                    <a:cubicBezTo>
                      <a:pt x="10" y="0"/>
                      <a:pt x="9" y="0"/>
                      <a:pt x="7" y="1"/>
                    </a:cubicBezTo>
                    <a:cubicBezTo>
                      <a:pt x="6" y="1"/>
                      <a:pt x="4" y="1"/>
                      <a:pt x="4" y="2"/>
                    </a:cubicBezTo>
                    <a:cubicBezTo>
                      <a:pt x="3" y="3"/>
                      <a:pt x="1" y="4"/>
                      <a:pt x="1" y="6"/>
                    </a:cubicBezTo>
                    <a:cubicBezTo>
                      <a:pt x="1" y="6"/>
                      <a:pt x="1" y="5"/>
                      <a:pt x="1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8" name="Freeform 727"/>
              <p:cNvSpPr>
                <a:spLocks/>
              </p:cNvSpPr>
              <p:nvPr/>
            </p:nvSpPr>
            <p:spPr bwMode="auto">
              <a:xfrm>
                <a:off x="11267072" y="6854158"/>
                <a:ext cx="585987" cy="430050"/>
              </a:xfrm>
              <a:custGeom>
                <a:avLst/>
                <a:gdLst>
                  <a:gd name="T0" fmla="*/ 58 w 63"/>
                  <a:gd name="T1" fmla="*/ 8 h 46"/>
                  <a:gd name="T2" fmla="*/ 52 w 63"/>
                  <a:gd name="T3" fmla="*/ 6 h 46"/>
                  <a:gd name="T4" fmla="*/ 49 w 63"/>
                  <a:gd name="T5" fmla="*/ 6 h 46"/>
                  <a:gd name="T6" fmla="*/ 45 w 63"/>
                  <a:gd name="T7" fmla="*/ 6 h 46"/>
                  <a:gd name="T8" fmla="*/ 40 w 63"/>
                  <a:gd name="T9" fmla="*/ 4 h 46"/>
                  <a:gd name="T10" fmla="*/ 38 w 63"/>
                  <a:gd name="T11" fmla="*/ 2 h 46"/>
                  <a:gd name="T12" fmla="*/ 35 w 63"/>
                  <a:gd name="T13" fmla="*/ 2 h 46"/>
                  <a:gd name="T14" fmla="*/ 31 w 63"/>
                  <a:gd name="T15" fmla="*/ 2 h 46"/>
                  <a:gd name="T16" fmla="*/ 27 w 63"/>
                  <a:gd name="T17" fmla="*/ 2 h 46"/>
                  <a:gd name="T18" fmla="*/ 17 w 63"/>
                  <a:gd name="T19" fmla="*/ 1 h 46"/>
                  <a:gd name="T20" fmla="*/ 8 w 63"/>
                  <a:gd name="T21" fmla="*/ 0 h 46"/>
                  <a:gd name="T22" fmla="*/ 2 w 63"/>
                  <a:gd name="T23" fmla="*/ 3 h 46"/>
                  <a:gd name="T24" fmla="*/ 2 w 63"/>
                  <a:gd name="T25" fmla="*/ 6 h 46"/>
                  <a:gd name="T26" fmla="*/ 2 w 63"/>
                  <a:gd name="T27" fmla="*/ 11 h 46"/>
                  <a:gd name="T28" fmla="*/ 5 w 63"/>
                  <a:gd name="T29" fmla="*/ 10 h 46"/>
                  <a:gd name="T30" fmla="*/ 7 w 63"/>
                  <a:gd name="T31" fmla="*/ 12 h 46"/>
                  <a:gd name="T32" fmla="*/ 12 w 63"/>
                  <a:gd name="T33" fmla="*/ 11 h 46"/>
                  <a:gd name="T34" fmla="*/ 14 w 63"/>
                  <a:gd name="T35" fmla="*/ 14 h 46"/>
                  <a:gd name="T36" fmla="*/ 13 w 63"/>
                  <a:gd name="T37" fmla="*/ 20 h 46"/>
                  <a:gd name="T38" fmla="*/ 12 w 63"/>
                  <a:gd name="T39" fmla="*/ 25 h 46"/>
                  <a:gd name="T40" fmla="*/ 12 w 63"/>
                  <a:gd name="T41" fmla="*/ 28 h 46"/>
                  <a:gd name="T42" fmla="*/ 10 w 63"/>
                  <a:gd name="T43" fmla="*/ 33 h 46"/>
                  <a:gd name="T44" fmla="*/ 10 w 63"/>
                  <a:gd name="T45" fmla="*/ 38 h 46"/>
                  <a:gd name="T46" fmla="*/ 17 w 63"/>
                  <a:gd name="T47" fmla="*/ 44 h 46"/>
                  <a:gd name="T48" fmla="*/ 20 w 63"/>
                  <a:gd name="T49" fmla="*/ 45 h 46"/>
                  <a:gd name="T50" fmla="*/ 21 w 63"/>
                  <a:gd name="T51" fmla="*/ 43 h 46"/>
                  <a:gd name="T52" fmla="*/ 24 w 63"/>
                  <a:gd name="T53" fmla="*/ 42 h 46"/>
                  <a:gd name="T54" fmla="*/ 36 w 63"/>
                  <a:gd name="T55" fmla="*/ 41 h 46"/>
                  <a:gd name="T56" fmla="*/ 39 w 63"/>
                  <a:gd name="T57" fmla="*/ 38 h 46"/>
                  <a:gd name="T58" fmla="*/ 43 w 63"/>
                  <a:gd name="T59" fmla="*/ 35 h 46"/>
                  <a:gd name="T60" fmla="*/ 47 w 63"/>
                  <a:gd name="T61" fmla="*/ 30 h 46"/>
                  <a:gd name="T62" fmla="*/ 45 w 63"/>
                  <a:gd name="T63" fmla="*/ 26 h 46"/>
                  <a:gd name="T64" fmla="*/ 48 w 63"/>
                  <a:gd name="T65" fmla="*/ 21 h 46"/>
                  <a:gd name="T66" fmla="*/ 50 w 63"/>
                  <a:gd name="T67" fmla="*/ 19 h 46"/>
                  <a:gd name="T68" fmla="*/ 51 w 63"/>
                  <a:gd name="T69" fmla="*/ 17 h 46"/>
                  <a:gd name="T70" fmla="*/ 60 w 63"/>
                  <a:gd name="T71" fmla="*/ 13 h 46"/>
                  <a:gd name="T72" fmla="*/ 63 w 63"/>
                  <a:gd name="T73" fmla="*/ 9 h 46"/>
                  <a:gd name="T74" fmla="*/ 58 w 63"/>
                  <a:gd name="T75" fmla="*/ 8 h 46"/>
                  <a:gd name="T76" fmla="*/ 58 w 63"/>
                  <a:gd name="T77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63" h="46">
                    <a:moveTo>
                      <a:pt x="58" y="8"/>
                    </a:moveTo>
                    <a:cubicBezTo>
                      <a:pt x="55" y="8"/>
                      <a:pt x="54" y="7"/>
                      <a:pt x="52" y="6"/>
                    </a:cubicBezTo>
                    <a:cubicBezTo>
                      <a:pt x="51" y="5"/>
                      <a:pt x="50" y="6"/>
                      <a:pt x="49" y="6"/>
                    </a:cubicBezTo>
                    <a:cubicBezTo>
                      <a:pt x="48" y="6"/>
                      <a:pt x="46" y="6"/>
                      <a:pt x="45" y="6"/>
                    </a:cubicBezTo>
                    <a:cubicBezTo>
                      <a:pt x="43" y="5"/>
                      <a:pt x="41" y="4"/>
                      <a:pt x="40" y="4"/>
                    </a:cubicBezTo>
                    <a:cubicBezTo>
                      <a:pt x="39" y="3"/>
                      <a:pt x="39" y="3"/>
                      <a:pt x="38" y="2"/>
                    </a:cubicBezTo>
                    <a:cubicBezTo>
                      <a:pt x="37" y="3"/>
                      <a:pt x="36" y="2"/>
                      <a:pt x="35" y="2"/>
                    </a:cubicBezTo>
                    <a:cubicBezTo>
                      <a:pt x="33" y="1"/>
                      <a:pt x="32" y="2"/>
                      <a:pt x="31" y="2"/>
                    </a:cubicBezTo>
                    <a:cubicBezTo>
                      <a:pt x="29" y="2"/>
                      <a:pt x="28" y="2"/>
                      <a:pt x="27" y="2"/>
                    </a:cubicBezTo>
                    <a:cubicBezTo>
                      <a:pt x="24" y="2"/>
                      <a:pt x="21" y="1"/>
                      <a:pt x="17" y="1"/>
                    </a:cubicBezTo>
                    <a:cubicBezTo>
                      <a:pt x="15" y="1"/>
                      <a:pt x="11" y="0"/>
                      <a:pt x="8" y="0"/>
                    </a:cubicBezTo>
                    <a:cubicBezTo>
                      <a:pt x="7" y="1"/>
                      <a:pt x="4" y="2"/>
                      <a:pt x="2" y="3"/>
                    </a:cubicBezTo>
                    <a:cubicBezTo>
                      <a:pt x="0" y="4"/>
                      <a:pt x="1" y="5"/>
                      <a:pt x="2" y="6"/>
                    </a:cubicBezTo>
                    <a:cubicBezTo>
                      <a:pt x="2" y="8"/>
                      <a:pt x="2" y="9"/>
                      <a:pt x="2" y="11"/>
                    </a:cubicBezTo>
                    <a:cubicBezTo>
                      <a:pt x="3" y="11"/>
                      <a:pt x="5" y="10"/>
                      <a:pt x="5" y="10"/>
                    </a:cubicBezTo>
                    <a:cubicBezTo>
                      <a:pt x="6" y="10"/>
                      <a:pt x="5" y="12"/>
                      <a:pt x="7" y="12"/>
                    </a:cubicBezTo>
                    <a:cubicBezTo>
                      <a:pt x="9" y="12"/>
                      <a:pt x="10" y="11"/>
                      <a:pt x="12" y="11"/>
                    </a:cubicBezTo>
                    <a:cubicBezTo>
                      <a:pt x="14" y="10"/>
                      <a:pt x="16" y="13"/>
                      <a:pt x="14" y="14"/>
                    </a:cubicBezTo>
                    <a:cubicBezTo>
                      <a:pt x="12" y="16"/>
                      <a:pt x="13" y="17"/>
                      <a:pt x="13" y="20"/>
                    </a:cubicBezTo>
                    <a:cubicBezTo>
                      <a:pt x="12" y="21"/>
                      <a:pt x="13" y="24"/>
                      <a:pt x="12" y="25"/>
                    </a:cubicBezTo>
                    <a:cubicBezTo>
                      <a:pt x="9" y="25"/>
                      <a:pt x="10" y="26"/>
                      <a:pt x="12" y="28"/>
                    </a:cubicBezTo>
                    <a:cubicBezTo>
                      <a:pt x="13" y="29"/>
                      <a:pt x="10" y="31"/>
                      <a:pt x="10" y="33"/>
                    </a:cubicBezTo>
                    <a:cubicBezTo>
                      <a:pt x="12" y="35"/>
                      <a:pt x="10" y="36"/>
                      <a:pt x="10" y="38"/>
                    </a:cubicBezTo>
                    <a:cubicBezTo>
                      <a:pt x="13" y="37"/>
                      <a:pt x="15" y="42"/>
                      <a:pt x="17" y="44"/>
                    </a:cubicBezTo>
                    <a:cubicBezTo>
                      <a:pt x="17" y="45"/>
                      <a:pt x="19" y="46"/>
                      <a:pt x="20" y="45"/>
                    </a:cubicBezTo>
                    <a:cubicBezTo>
                      <a:pt x="20" y="45"/>
                      <a:pt x="21" y="44"/>
                      <a:pt x="21" y="43"/>
                    </a:cubicBezTo>
                    <a:cubicBezTo>
                      <a:pt x="22" y="43"/>
                      <a:pt x="24" y="42"/>
                      <a:pt x="24" y="42"/>
                    </a:cubicBezTo>
                    <a:cubicBezTo>
                      <a:pt x="28" y="41"/>
                      <a:pt x="32" y="42"/>
                      <a:pt x="36" y="41"/>
                    </a:cubicBezTo>
                    <a:cubicBezTo>
                      <a:pt x="37" y="40"/>
                      <a:pt x="37" y="39"/>
                      <a:pt x="39" y="38"/>
                    </a:cubicBezTo>
                    <a:cubicBezTo>
                      <a:pt x="41" y="37"/>
                      <a:pt x="42" y="36"/>
                      <a:pt x="43" y="35"/>
                    </a:cubicBezTo>
                    <a:cubicBezTo>
                      <a:pt x="44" y="32"/>
                      <a:pt x="45" y="31"/>
                      <a:pt x="47" y="30"/>
                    </a:cubicBezTo>
                    <a:cubicBezTo>
                      <a:pt x="48" y="29"/>
                      <a:pt x="46" y="27"/>
                      <a:pt x="45" y="26"/>
                    </a:cubicBezTo>
                    <a:cubicBezTo>
                      <a:pt x="45" y="25"/>
                      <a:pt x="47" y="22"/>
                      <a:pt x="48" y="21"/>
                    </a:cubicBezTo>
                    <a:cubicBezTo>
                      <a:pt x="48" y="21"/>
                      <a:pt x="49" y="20"/>
                      <a:pt x="50" y="19"/>
                    </a:cubicBezTo>
                    <a:cubicBezTo>
                      <a:pt x="50" y="19"/>
                      <a:pt x="50" y="17"/>
                      <a:pt x="51" y="17"/>
                    </a:cubicBezTo>
                    <a:cubicBezTo>
                      <a:pt x="54" y="15"/>
                      <a:pt x="57" y="14"/>
                      <a:pt x="60" y="13"/>
                    </a:cubicBezTo>
                    <a:cubicBezTo>
                      <a:pt x="61" y="12"/>
                      <a:pt x="63" y="11"/>
                      <a:pt x="63" y="9"/>
                    </a:cubicBezTo>
                    <a:cubicBezTo>
                      <a:pt x="62" y="7"/>
                      <a:pt x="60" y="9"/>
                      <a:pt x="58" y="8"/>
                    </a:cubicBezTo>
                    <a:cubicBezTo>
                      <a:pt x="55" y="8"/>
                      <a:pt x="60" y="9"/>
                      <a:pt x="58" y="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29" name="Freeform 728"/>
              <p:cNvSpPr>
                <a:spLocks/>
              </p:cNvSpPr>
              <p:nvPr/>
            </p:nvSpPr>
            <p:spPr bwMode="auto">
              <a:xfrm>
                <a:off x="11267072" y="6946541"/>
                <a:ext cx="149682" cy="283516"/>
              </a:xfrm>
              <a:custGeom>
                <a:avLst/>
                <a:gdLst>
                  <a:gd name="T0" fmla="*/ 11 w 16"/>
                  <a:gd name="T1" fmla="*/ 25 h 30"/>
                  <a:gd name="T2" fmla="*/ 11 w 16"/>
                  <a:gd name="T3" fmla="*/ 21 h 30"/>
                  <a:gd name="T4" fmla="*/ 10 w 16"/>
                  <a:gd name="T5" fmla="*/ 16 h 30"/>
                  <a:gd name="T6" fmla="*/ 12 w 16"/>
                  <a:gd name="T7" fmla="*/ 14 h 30"/>
                  <a:gd name="T8" fmla="*/ 13 w 16"/>
                  <a:gd name="T9" fmla="*/ 9 h 30"/>
                  <a:gd name="T10" fmla="*/ 14 w 16"/>
                  <a:gd name="T11" fmla="*/ 4 h 30"/>
                  <a:gd name="T12" fmla="*/ 12 w 16"/>
                  <a:gd name="T13" fmla="*/ 1 h 30"/>
                  <a:gd name="T14" fmla="*/ 7 w 16"/>
                  <a:gd name="T15" fmla="*/ 2 h 30"/>
                  <a:gd name="T16" fmla="*/ 5 w 16"/>
                  <a:gd name="T17" fmla="*/ 0 h 30"/>
                  <a:gd name="T18" fmla="*/ 4 w 16"/>
                  <a:gd name="T19" fmla="*/ 0 h 30"/>
                  <a:gd name="T20" fmla="*/ 3 w 16"/>
                  <a:gd name="T21" fmla="*/ 4 h 30"/>
                  <a:gd name="T22" fmla="*/ 3 w 16"/>
                  <a:gd name="T23" fmla="*/ 8 h 30"/>
                  <a:gd name="T24" fmla="*/ 2 w 16"/>
                  <a:gd name="T25" fmla="*/ 13 h 30"/>
                  <a:gd name="T26" fmla="*/ 0 w 16"/>
                  <a:gd name="T27" fmla="*/ 20 h 30"/>
                  <a:gd name="T28" fmla="*/ 2 w 16"/>
                  <a:gd name="T29" fmla="*/ 22 h 30"/>
                  <a:gd name="T30" fmla="*/ 2 w 16"/>
                  <a:gd name="T31" fmla="*/ 28 h 30"/>
                  <a:gd name="T32" fmla="*/ 6 w 16"/>
                  <a:gd name="T33" fmla="*/ 30 h 30"/>
                  <a:gd name="T34" fmla="*/ 11 w 16"/>
                  <a:gd name="T35" fmla="*/ 25 h 30"/>
                  <a:gd name="T36" fmla="*/ 11 w 16"/>
                  <a:gd name="T37" fmla="*/ 2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" h="30">
                    <a:moveTo>
                      <a:pt x="11" y="25"/>
                    </a:moveTo>
                    <a:cubicBezTo>
                      <a:pt x="12" y="23"/>
                      <a:pt x="10" y="22"/>
                      <a:pt x="11" y="21"/>
                    </a:cubicBezTo>
                    <a:cubicBezTo>
                      <a:pt x="12" y="18"/>
                      <a:pt x="12" y="18"/>
                      <a:pt x="10" y="16"/>
                    </a:cubicBezTo>
                    <a:cubicBezTo>
                      <a:pt x="9" y="14"/>
                      <a:pt x="11" y="15"/>
                      <a:pt x="12" y="14"/>
                    </a:cubicBezTo>
                    <a:cubicBezTo>
                      <a:pt x="13" y="13"/>
                      <a:pt x="13" y="10"/>
                      <a:pt x="13" y="9"/>
                    </a:cubicBezTo>
                    <a:cubicBezTo>
                      <a:pt x="13" y="6"/>
                      <a:pt x="12" y="6"/>
                      <a:pt x="14" y="4"/>
                    </a:cubicBezTo>
                    <a:cubicBezTo>
                      <a:pt x="16" y="3"/>
                      <a:pt x="14" y="0"/>
                      <a:pt x="12" y="1"/>
                    </a:cubicBezTo>
                    <a:cubicBezTo>
                      <a:pt x="10" y="1"/>
                      <a:pt x="9" y="2"/>
                      <a:pt x="7" y="2"/>
                    </a:cubicBezTo>
                    <a:cubicBezTo>
                      <a:pt x="5" y="2"/>
                      <a:pt x="6" y="0"/>
                      <a:pt x="5" y="0"/>
                    </a:cubicBezTo>
                    <a:cubicBezTo>
                      <a:pt x="6" y="0"/>
                      <a:pt x="3" y="0"/>
                      <a:pt x="4" y="0"/>
                    </a:cubicBezTo>
                    <a:cubicBezTo>
                      <a:pt x="2" y="1"/>
                      <a:pt x="3" y="2"/>
                      <a:pt x="3" y="4"/>
                    </a:cubicBezTo>
                    <a:cubicBezTo>
                      <a:pt x="3" y="5"/>
                      <a:pt x="3" y="7"/>
                      <a:pt x="3" y="8"/>
                    </a:cubicBezTo>
                    <a:cubicBezTo>
                      <a:pt x="2" y="10"/>
                      <a:pt x="2" y="12"/>
                      <a:pt x="2" y="13"/>
                    </a:cubicBezTo>
                    <a:cubicBezTo>
                      <a:pt x="1" y="16"/>
                      <a:pt x="0" y="17"/>
                      <a:pt x="0" y="20"/>
                    </a:cubicBezTo>
                    <a:cubicBezTo>
                      <a:pt x="1" y="21"/>
                      <a:pt x="2" y="20"/>
                      <a:pt x="2" y="22"/>
                    </a:cubicBezTo>
                    <a:cubicBezTo>
                      <a:pt x="3" y="23"/>
                      <a:pt x="2" y="26"/>
                      <a:pt x="2" y="28"/>
                    </a:cubicBezTo>
                    <a:cubicBezTo>
                      <a:pt x="2" y="30"/>
                      <a:pt x="4" y="30"/>
                      <a:pt x="6" y="30"/>
                    </a:cubicBezTo>
                    <a:cubicBezTo>
                      <a:pt x="10" y="30"/>
                      <a:pt x="9" y="27"/>
                      <a:pt x="11" y="25"/>
                    </a:cubicBezTo>
                    <a:cubicBezTo>
                      <a:pt x="12" y="23"/>
                      <a:pt x="10" y="26"/>
                      <a:pt x="11" y="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0" name="Freeform 729"/>
              <p:cNvSpPr>
                <a:spLocks/>
              </p:cNvSpPr>
              <p:nvPr/>
            </p:nvSpPr>
            <p:spPr bwMode="auto">
              <a:xfrm>
                <a:off x="13069621" y="9510902"/>
                <a:ext cx="493633" cy="825058"/>
              </a:xfrm>
              <a:custGeom>
                <a:avLst/>
                <a:gdLst>
                  <a:gd name="T0" fmla="*/ 52 w 53"/>
                  <a:gd name="T1" fmla="*/ 23 h 88"/>
                  <a:gd name="T2" fmla="*/ 50 w 53"/>
                  <a:gd name="T3" fmla="*/ 3 h 88"/>
                  <a:gd name="T4" fmla="*/ 46 w 53"/>
                  <a:gd name="T5" fmla="*/ 3 h 88"/>
                  <a:gd name="T6" fmla="*/ 41 w 53"/>
                  <a:gd name="T7" fmla="*/ 6 h 88"/>
                  <a:gd name="T8" fmla="*/ 38 w 53"/>
                  <a:gd name="T9" fmla="*/ 7 h 88"/>
                  <a:gd name="T10" fmla="*/ 32 w 53"/>
                  <a:gd name="T11" fmla="*/ 7 h 88"/>
                  <a:gd name="T12" fmla="*/ 28 w 53"/>
                  <a:gd name="T13" fmla="*/ 7 h 88"/>
                  <a:gd name="T14" fmla="*/ 23 w 53"/>
                  <a:gd name="T15" fmla="*/ 7 h 88"/>
                  <a:gd name="T16" fmla="*/ 24 w 53"/>
                  <a:gd name="T17" fmla="*/ 18 h 88"/>
                  <a:gd name="T18" fmla="*/ 25 w 53"/>
                  <a:gd name="T19" fmla="*/ 20 h 88"/>
                  <a:gd name="T20" fmla="*/ 27 w 53"/>
                  <a:gd name="T21" fmla="*/ 22 h 88"/>
                  <a:gd name="T22" fmla="*/ 27 w 53"/>
                  <a:gd name="T23" fmla="*/ 28 h 88"/>
                  <a:gd name="T24" fmla="*/ 25 w 53"/>
                  <a:gd name="T25" fmla="*/ 31 h 88"/>
                  <a:gd name="T26" fmla="*/ 24 w 53"/>
                  <a:gd name="T27" fmla="*/ 35 h 88"/>
                  <a:gd name="T28" fmla="*/ 20 w 53"/>
                  <a:gd name="T29" fmla="*/ 31 h 88"/>
                  <a:gd name="T30" fmla="*/ 21 w 53"/>
                  <a:gd name="T31" fmla="*/ 25 h 88"/>
                  <a:gd name="T32" fmla="*/ 16 w 53"/>
                  <a:gd name="T33" fmla="*/ 22 h 88"/>
                  <a:gd name="T34" fmla="*/ 13 w 53"/>
                  <a:gd name="T35" fmla="*/ 20 h 88"/>
                  <a:gd name="T36" fmla="*/ 2 w 53"/>
                  <a:gd name="T37" fmla="*/ 24 h 88"/>
                  <a:gd name="T38" fmla="*/ 0 w 53"/>
                  <a:gd name="T39" fmla="*/ 26 h 88"/>
                  <a:gd name="T40" fmla="*/ 1 w 53"/>
                  <a:gd name="T41" fmla="*/ 30 h 88"/>
                  <a:gd name="T42" fmla="*/ 12 w 53"/>
                  <a:gd name="T43" fmla="*/ 35 h 88"/>
                  <a:gd name="T44" fmla="*/ 13 w 53"/>
                  <a:gd name="T45" fmla="*/ 44 h 88"/>
                  <a:gd name="T46" fmla="*/ 12 w 53"/>
                  <a:gd name="T47" fmla="*/ 52 h 88"/>
                  <a:gd name="T48" fmla="*/ 6 w 53"/>
                  <a:gd name="T49" fmla="*/ 62 h 88"/>
                  <a:gd name="T50" fmla="*/ 6 w 53"/>
                  <a:gd name="T51" fmla="*/ 69 h 88"/>
                  <a:gd name="T52" fmla="*/ 8 w 53"/>
                  <a:gd name="T53" fmla="*/ 78 h 88"/>
                  <a:gd name="T54" fmla="*/ 9 w 53"/>
                  <a:gd name="T55" fmla="*/ 87 h 88"/>
                  <a:gd name="T56" fmla="*/ 12 w 53"/>
                  <a:gd name="T57" fmla="*/ 86 h 88"/>
                  <a:gd name="T58" fmla="*/ 13 w 53"/>
                  <a:gd name="T59" fmla="*/ 83 h 88"/>
                  <a:gd name="T60" fmla="*/ 11 w 53"/>
                  <a:gd name="T61" fmla="*/ 83 h 88"/>
                  <a:gd name="T62" fmla="*/ 16 w 53"/>
                  <a:gd name="T63" fmla="*/ 77 h 88"/>
                  <a:gd name="T64" fmla="*/ 25 w 53"/>
                  <a:gd name="T65" fmla="*/ 72 h 88"/>
                  <a:gd name="T66" fmla="*/ 25 w 53"/>
                  <a:gd name="T67" fmla="*/ 64 h 88"/>
                  <a:gd name="T68" fmla="*/ 21 w 53"/>
                  <a:gd name="T69" fmla="*/ 48 h 88"/>
                  <a:gd name="T70" fmla="*/ 24 w 53"/>
                  <a:gd name="T71" fmla="*/ 48 h 88"/>
                  <a:gd name="T72" fmla="*/ 29 w 53"/>
                  <a:gd name="T73" fmla="*/ 44 h 88"/>
                  <a:gd name="T74" fmla="*/ 35 w 53"/>
                  <a:gd name="T75" fmla="*/ 38 h 88"/>
                  <a:gd name="T76" fmla="*/ 40 w 53"/>
                  <a:gd name="T77" fmla="*/ 36 h 88"/>
                  <a:gd name="T78" fmla="*/ 46 w 53"/>
                  <a:gd name="T79" fmla="*/ 32 h 88"/>
                  <a:gd name="T80" fmla="*/ 52 w 53"/>
                  <a:gd name="T81" fmla="*/ 23 h 88"/>
                  <a:gd name="T82" fmla="*/ 52 w 53"/>
                  <a:gd name="T83" fmla="*/ 2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3" h="88">
                    <a:moveTo>
                      <a:pt x="52" y="23"/>
                    </a:moveTo>
                    <a:cubicBezTo>
                      <a:pt x="49" y="17"/>
                      <a:pt x="50" y="9"/>
                      <a:pt x="50" y="3"/>
                    </a:cubicBezTo>
                    <a:cubicBezTo>
                      <a:pt x="50" y="0"/>
                      <a:pt x="48" y="2"/>
                      <a:pt x="46" y="3"/>
                    </a:cubicBezTo>
                    <a:cubicBezTo>
                      <a:pt x="45" y="4"/>
                      <a:pt x="43" y="6"/>
                      <a:pt x="41" y="6"/>
                    </a:cubicBezTo>
                    <a:cubicBezTo>
                      <a:pt x="40" y="6"/>
                      <a:pt x="38" y="5"/>
                      <a:pt x="38" y="7"/>
                    </a:cubicBezTo>
                    <a:cubicBezTo>
                      <a:pt x="36" y="10"/>
                      <a:pt x="34" y="7"/>
                      <a:pt x="32" y="7"/>
                    </a:cubicBezTo>
                    <a:cubicBezTo>
                      <a:pt x="30" y="7"/>
                      <a:pt x="30" y="9"/>
                      <a:pt x="28" y="7"/>
                    </a:cubicBezTo>
                    <a:cubicBezTo>
                      <a:pt x="27" y="7"/>
                      <a:pt x="24" y="7"/>
                      <a:pt x="23" y="7"/>
                    </a:cubicBezTo>
                    <a:cubicBezTo>
                      <a:pt x="20" y="7"/>
                      <a:pt x="21" y="16"/>
                      <a:pt x="24" y="18"/>
                    </a:cubicBezTo>
                    <a:cubicBezTo>
                      <a:pt x="24" y="18"/>
                      <a:pt x="24" y="20"/>
                      <a:pt x="25" y="20"/>
                    </a:cubicBezTo>
                    <a:cubicBezTo>
                      <a:pt x="25" y="21"/>
                      <a:pt x="26" y="21"/>
                      <a:pt x="27" y="22"/>
                    </a:cubicBezTo>
                    <a:cubicBezTo>
                      <a:pt x="27" y="24"/>
                      <a:pt x="27" y="27"/>
                      <a:pt x="27" y="28"/>
                    </a:cubicBezTo>
                    <a:cubicBezTo>
                      <a:pt x="27" y="30"/>
                      <a:pt x="28" y="31"/>
                      <a:pt x="25" y="31"/>
                    </a:cubicBezTo>
                    <a:cubicBezTo>
                      <a:pt x="24" y="31"/>
                      <a:pt x="24" y="34"/>
                      <a:pt x="24" y="35"/>
                    </a:cubicBezTo>
                    <a:cubicBezTo>
                      <a:pt x="23" y="34"/>
                      <a:pt x="21" y="32"/>
                      <a:pt x="20" y="31"/>
                    </a:cubicBezTo>
                    <a:cubicBezTo>
                      <a:pt x="19" y="29"/>
                      <a:pt x="21" y="27"/>
                      <a:pt x="21" y="25"/>
                    </a:cubicBezTo>
                    <a:cubicBezTo>
                      <a:pt x="22" y="20"/>
                      <a:pt x="19" y="24"/>
                      <a:pt x="16" y="22"/>
                    </a:cubicBezTo>
                    <a:cubicBezTo>
                      <a:pt x="15" y="21"/>
                      <a:pt x="15" y="19"/>
                      <a:pt x="13" y="20"/>
                    </a:cubicBezTo>
                    <a:cubicBezTo>
                      <a:pt x="9" y="22"/>
                      <a:pt x="6" y="23"/>
                      <a:pt x="2" y="24"/>
                    </a:cubicBezTo>
                    <a:cubicBezTo>
                      <a:pt x="1" y="25"/>
                      <a:pt x="0" y="25"/>
                      <a:pt x="0" y="26"/>
                    </a:cubicBezTo>
                    <a:cubicBezTo>
                      <a:pt x="0" y="27"/>
                      <a:pt x="1" y="29"/>
                      <a:pt x="1" y="30"/>
                    </a:cubicBezTo>
                    <a:cubicBezTo>
                      <a:pt x="4" y="30"/>
                      <a:pt x="12" y="32"/>
                      <a:pt x="12" y="35"/>
                    </a:cubicBezTo>
                    <a:cubicBezTo>
                      <a:pt x="13" y="38"/>
                      <a:pt x="13" y="41"/>
                      <a:pt x="13" y="44"/>
                    </a:cubicBezTo>
                    <a:cubicBezTo>
                      <a:pt x="12" y="46"/>
                      <a:pt x="14" y="49"/>
                      <a:pt x="12" y="52"/>
                    </a:cubicBezTo>
                    <a:cubicBezTo>
                      <a:pt x="10" y="55"/>
                      <a:pt x="8" y="59"/>
                      <a:pt x="6" y="62"/>
                    </a:cubicBezTo>
                    <a:cubicBezTo>
                      <a:pt x="4" y="64"/>
                      <a:pt x="6" y="68"/>
                      <a:pt x="6" y="69"/>
                    </a:cubicBezTo>
                    <a:cubicBezTo>
                      <a:pt x="8" y="73"/>
                      <a:pt x="8" y="75"/>
                      <a:pt x="8" y="78"/>
                    </a:cubicBezTo>
                    <a:cubicBezTo>
                      <a:pt x="8" y="81"/>
                      <a:pt x="8" y="84"/>
                      <a:pt x="9" y="87"/>
                    </a:cubicBezTo>
                    <a:cubicBezTo>
                      <a:pt x="9" y="88"/>
                      <a:pt x="12" y="87"/>
                      <a:pt x="12" y="86"/>
                    </a:cubicBezTo>
                    <a:cubicBezTo>
                      <a:pt x="13" y="85"/>
                      <a:pt x="13" y="83"/>
                      <a:pt x="13" y="83"/>
                    </a:cubicBezTo>
                    <a:cubicBezTo>
                      <a:pt x="12" y="83"/>
                      <a:pt x="11" y="83"/>
                      <a:pt x="11" y="83"/>
                    </a:cubicBezTo>
                    <a:cubicBezTo>
                      <a:pt x="11" y="80"/>
                      <a:pt x="14" y="78"/>
                      <a:pt x="16" y="77"/>
                    </a:cubicBezTo>
                    <a:cubicBezTo>
                      <a:pt x="19" y="76"/>
                      <a:pt x="23" y="75"/>
                      <a:pt x="25" y="72"/>
                    </a:cubicBezTo>
                    <a:cubicBezTo>
                      <a:pt x="25" y="71"/>
                      <a:pt x="25" y="66"/>
                      <a:pt x="25" y="64"/>
                    </a:cubicBezTo>
                    <a:cubicBezTo>
                      <a:pt x="25" y="62"/>
                      <a:pt x="21" y="48"/>
                      <a:pt x="21" y="48"/>
                    </a:cubicBezTo>
                    <a:cubicBezTo>
                      <a:pt x="22" y="47"/>
                      <a:pt x="22" y="50"/>
                      <a:pt x="24" y="48"/>
                    </a:cubicBezTo>
                    <a:cubicBezTo>
                      <a:pt x="26" y="46"/>
                      <a:pt x="27" y="45"/>
                      <a:pt x="29" y="44"/>
                    </a:cubicBezTo>
                    <a:cubicBezTo>
                      <a:pt x="31" y="43"/>
                      <a:pt x="32" y="37"/>
                      <a:pt x="35" y="38"/>
                    </a:cubicBezTo>
                    <a:cubicBezTo>
                      <a:pt x="36" y="38"/>
                      <a:pt x="38" y="36"/>
                      <a:pt x="40" y="36"/>
                    </a:cubicBezTo>
                    <a:cubicBezTo>
                      <a:pt x="42" y="35"/>
                      <a:pt x="44" y="34"/>
                      <a:pt x="46" y="32"/>
                    </a:cubicBezTo>
                    <a:cubicBezTo>
                      <a:pt x="47" y="31"/>
                      <a:pt x="53" y="25"/>
                      <a:pt x="52" y="23"/>
                    </a:cubicBezTo>
                    <a:cubicBezTo>
                      <a:pt x="51" y="22"/>
                      <a:pt x="52" y="24"/>
                      <a:pt x="52" y="2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1" name="Freeform 730"/>
              <p:cNvSpPr>
                <a:spLocks/>
              </p:cNvSpPr>
              <p:nvPr/>
            </p:nvSpPr>
            <p:spPr bwMode="auto">
              <a:xfrm>
                <a:off x="13181086" y="9485418"/>
                <a:ext cx="149682" cy="353598"/>
              </a:xfrm>
              <a:custGeom>
                <a:avLst/>
                <a:gdLst>
                  <a:gd name="T0" fmla="*/ 4 w 16"/>
                  <a:gd name="T1" fmla="*/ 25 h 38"/>
                  <a:gd name="T2" fmla="*/ 9 w 16"/>
                  <a:gd name="T3" fmla="*/ 26 h 38"/>
                  <a:gd name="T4" fmla="*/ 8 w 16"/>
                  <a:gd name="T5" fmla="*/ 31 h 38"/>
                  <a:gd name="T6" fmla="*/ 12 w 16"/>
                  <a:gd name="T7" fmla="*/ 38 h 38"/>
                  <a:gd name="T8" fmla="*/ 12 w 16"/>
                  <a:gd name="T9" fmla="*/ 34 h 38"/>
                  <a:gd name="T10" fmla="*/ 15 w 16"/>
                  <a:gd name="T11" fmla="*/ 33 h 38"/>
                  <a:gd name="T12" fmla="*/ 15 w 16"/>
                  <a:gd name="T13" fmla="*/ 27 h 38"/>
                  <a:gd name="T14" fmla="*/ 12 w 16"/>
                  <a:gd name="T15" fmla="*/ 22 h 38"/>
                  <a:gd name="T16" fmla="*/ 8 w 16"/>
                  <a:gd name="T17" fmla="*/ 20 h 38"/>
                  <a:gd name="T18" fmla="*/ 8 w 16"/>
                  <a:gd name="T19" fmla="*/ 16 h 38"/>
                  <a:gd name="T20" fmla="*/ 7 w 16"/>
                  <a:gd name="T21" fmla="*/ 14 h 38"/>
                  <a:gd name="T22" fmla="*/ 8 w 16"/>
                  <a:gd name="T23" fmla="*/ 8 h 38"/>
                  <a:gd name="T24" fmla="*/ 7 w 16"/>
                  <a:gd name="T25" fmla="*/ 3 h 38"/>
                  <a:gd name="T26" fmla="*/ 7 w 16"/>
                  <a:gd name="T27" fmla="*/ 1 h 38"/>
                  <a:gd name="T28" fmla="*/ 2 w 16"/>
                  <a:gd name="T29" fmla="*/ 0 h 38"/>
                  <a:gd name="T30" fmla="*/ 4 w 16"/>
                  <a:gd name="T31" fmla="*/ 6 h 38"/>
                  <a:gd name="T32" fmla="*/ 4 w 16"/>
                  <a:gd name="T33" fmla="*/ 14 h 38"/>
                  <a:gd name="T34" fmla="*/ 2 w 16"/>
                  <a:gd name="T35" fmla="*/ 16 h 38"/>
                  <a:gd name="T36" fmla="*/ 1 w 16"/>
                  <a:gd name="T37" fmla="*/ 20 h 38"/>
                  <a:gd name="T38" fmla="*/ 4 w 16"/>
                  <a:gd name="T39" fmla="*/ 25 h 38"/>
                  <a:gd name="T40" fmla="*/ 4 w 16"/>
                  <a:gd name="T41" fmla="*/ 2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" h="38">
                    <a:moveTo>
                      <a:pt x="4" y="25"/>
                    </a:moveTo>
                    <a:cubicBezTo>
                      <a:pt x="6" y="26"/>
                      <a:pt x="9" y="24"/>
                      <a:pt x="9" y="26"/>
                    </a:cubicBezTo>
                    <a:cubicBezTo>
                      <a:pt x="10" y="28"/>
                      <a:pt x="9" y="29"/>
                      <a:pt x="8" y="31"/>
                    </a:cubicBezTo>
                    <a:cubicBezTo>
                      <a:pt x="6" y="33"/>
                      <a:pt x="10" y="36"/>
                      <a:pt x="12" y="38"/>
                    </a:cubicBezTo>
                    <a:cubicBezTo>
                      <a:pt x="13" y="37"/>
                      <a:pt x="12" y="35"/>
                      <a:pt x="12" y="34"/>
                    </a:cubicBezTo>
                    <a:cubicBezTo>
                      <a:pt x="13" y="33"/>
                      <a:pt x="16" y="35"/>
                      <a:pt x="15" y="33"/>
                    </a:cubicBezTo>
                    <a:cubicBezTo>
                      <a:pt x="15" y="31"/>
                      <a:pt x="15" y="29"/>
                      <a:pt x="15" y="27"/>
                    </a:cubicBezTo>
                    <a:cubicBezTo>
                      <a:pt x="14" y="25"/>
                      <a:pt x="13" y="24"/>
                      <a:pt x="12" y="22"/>
                    </a:cubicBezTo>
                    <a:cubicBezTo>
                      <a:pt x="11" y="25"/>
                      <a:pt x="8" y="21"/>
                      <a:pt x="8" y="20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8" y="14"/>
                      <a:pt x="8" y="15"/>
                      <a:pt x="7" y="14"/>
                    </a:cubicBezTo>
                    <a:cubicBezTo>
                      <a:pt x="6" y="14"/>
                      <a:pt x="8" y="8"/>
                      <a:pt x="8" y="8"/>
                    </a:cubicBezTo>
                    <a:cubicBezTo>
                      <a:pt x="8" y="6"/>
                      <a:pt x="7" y="5"/>
                      <a:pt x="7" y="3"/>
                    </a:cubicBezTo>
                    <a:cubicBezTo>
                      <a:pt x="6" y="2"/>
                      <a:pt x="5" y="0"/>
                      <a:pt x="7" y="1"/>
                    </a:cubicBezTo>
                    <a:cubicBezTo>
                      <a:pt x="6" y="0"/>
                      <a:pt x="3" y="0"/>
                      <a:pt x="2" y="0"/>
                    </a:cubicBezTo>
                    <a:cubicBezTo>
                      <a:pt x="2" y="1"/>
                      <a:pt x="6" y="5"/>
                      <a:pt x="4" y="6"/>
                    </a:cubicBezTo>
                    <a:cubicBezTo>
                      <a:pt x="1" y="7"/>
                      <a:pt x="2" y="12"/>
                      <a:pt x="4" y="14"/>
                    </a:cubicBezTo>
                    <a:cubicBezTo>
                      <a:pt x="4" y="15"/>
                      <a:pt x="2" y="15"/>
                      <a:pt x="2" y="16"/>
                    </a:cubicBezTo>
                    <a:cubicBezTo>
                      <a:pt x="1" y="16"/>
                      <a:pt x="1" y="19"/>
                      <a:pt x="1" y="20"/>
                    </a:cubicBezTo>
                    <a:cubicBezTo>
                      <a:pt x="0" y="22"/>
                      <a:pt x="3" y="24"/>
                      <a:pt x="4" y="25"/>
                    </a:cubicBezTo>
                    <a:cubicBezTo>
                      <a:pt x="5" y="26"/>
                      <a:pt x="4" y="24"/>
                      <a:pt x="4" y="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2" name="Freeform 731"/>
              <p:cNvSpPr>
                <a:spLocks/>
              </p:cNvSpPr>
              <p:nvPr/>
            </p:nvSpPr>
            <p:spPr bwMode="auto">
              <a:xfrm>
                <a:off x="12674715" y="9418522"/>
                <a:ext cx="560509" cy="468277"/>
              </a:xfrm>
              <a:custGeom>
                <a:avLst/>
                <a:gdLst>
                  <a:gd name="T0" fmla="*/ 56 w 60"/>
                  <a:gd name="T1" fmla="*/ 30 h 50"/>
                  <a:gd name="T2" fmla="*/ 55 w 60"/>
                  <a:gd name="T3" fmla="*/ 24 h 50"/>
                  <a:gd name="T4" fmla="*/ 57 w 60"/>
                  <a:gd name="T5" fmla="*/ 22 h 50"/>
                  <a:gd name="T6" fmla="*/ 57 w 60"/>
                  <a:gd name="T7" fmla="*/ 19 h 50"/>
                  <a:gd name="T8" fmla="*/ 58 w 60"/>
                  <a:gd name="T9" fmla="*/ 13 h 50"/>
                  <a:gd name="T10" fmla="*/ 56 w 60"/>
                  <a:gd name="T11" fmla="*/ 8 h 50"/>
                  <a:gd name="T12" fmla="*/ 51 w 60"/>
                  <a:gd name="T13" fmla="*/ 5 h 50"/>
                  <a:gd name="T14" fmla="*/ 48 w 60"/>
                  <a:gd name="T15" fmla="*/ 3 h 50"/>
                  <a:gd name="T16" fmla="*/ 45 w 60"/>
                  <a:gd name="T17" fmla="*/ 0 h 50"/>
                  <a:gd name="T18" fmla="*/ 38 w 60"/>
                  <a:gd name="T19" fmla="*/ 1 h 50"/>
                  <a:gd name="T20" fmla="*/ 34 w 60"/>
                  <a:gd name="T21" fmla="*/ 4 h 50"/>
                  <a:gd name="T22" fmla="*/ 35 w 60"/>
                  <a:gd name="T23" fmla="*/ 10 h 50"/>
                  <a:gd name="T24" fmla="*/ 33 w 60"/>
                  <a:gd name="T25" fmla="*/ 17 h 50"/>
                  <a:gd name="T26" fmla="*/ 37 w 60"/>
                  <a:gd name="T27" fmla="*/ 21 h 50"/>
                  <a:gd name="T28" fmla="*/ 40 w 60"/>
                  <a:gd name="T29" fmla="*/ 23 h 50"/>
                  <a:gd name="T30" fmla="*/ 39 w 60"/>
                  <a:gd name="T31" fmla="*/ 26 h 50"/>
                  <a:gd name="T32" fmla="*/ 35 w 60"/>
                  <a:gd name="T33" fmla="*/ 26 h 50"/>
                  <a:gd name="T34" fmla="*/ 31 w 60"/>
                  <a:gd name="T35" fmla="*/ 22 h 50"/>
                  <a:gd name="T36" fmla="*/ 27 w 60"/>
                  <a:gd name="T37" fmla="*/ 17 h 50"/>
                  <a:gd name="T38" fmla="*/ 20 w 60"/>
                  <a:gd name="T39" fmla="*/ 18 h 50"/>
                  <a:gd name="T40" fmla="*/ 16 w 60"/>
                  <a:gd name="T41" fmla="*/ 16 h 50"/>
                  <a:gd name="T42" fmla="*/ 14 w 60"/>
                  <a:gd name="T43" fmla="*/ 16 h 50"/>
                  <a:gd name="T44" fmla="*/ 11 w 60"/>
                  <a:gd name="T45" fmla="*/ 14 h 50"/>
                  <a:gd name="T46" fmla="*/ 11 w 60"/>
                  <a:gd name="T47" fmla="*/ 20 h 50"/>
                  <a:gd name="T48" fmla="*/ 10 w 60"/>
                  <a:gd name="T49" fmla="*/ 24 h 50"/>
                  <a:gd name="T50" fmla="*/ 2 w 60"/>
                  <a:gd name="T51" fmla="*/ 24 h 50"/>
                  <a:gd name="T52" fmla="*/ 1 w 60"/>
                  <a:gd name="T53" fmla="*/ 29 h 50"/>
                  <a:gd name="T54" fmla="*/ 3 w 60"/>
                  <a:gd name="T55" fmla="*/ 43 h 50"/>
                  <a:gd name="T56" fmla="*/ 8 w 60"/>
                  <a:gd name="T57" fmla="*/ 48 h 50"/>
                  <a:gd name="T58" fmla="*/ 16 w 60"/>
                  <a:gd name="T59" fmla="*/ 50 h 50"/>
                  <a:gd name="T60" fmla="*/ 18 w 60"/>
                  <a:gd name="T61" fmla="*/ 50 h 50"/>
                  <a:gd name="T62" fmla="*/ 22 w 60"/>
                  <a:gd name="T63" fmla="*/ 50 h 50"/>
                  <a:gd name="T64" fmla="*/ 28 w 60"/>
                  <a:gd name="T65" fmla="*/ 47 h 50"/>
                  <a:gd name="T66" fmla="*/ 31 w 60"/>
                  <a:gd name="T67" fmla="*/ 44 h 50"/>
                  <a:gd name="T68" fmla="*/ 35 w 60"/>
                  <a:gd name="T69" fmla="*/ 41 h 50"/>
                  <a:gd name="T70" fmla="*/ 37 w 60"/>
                  <a:gd name="T71" fmla="*/ 38 h 50"/>
                  <a:gd name="T72" fmla="*/ 43 w 60"/>
                  <a:gd name="T73" fmla="*/ 38 h 50"/>
                  <a:gd name="T74" fmla="*/ 42 w 60"/>
                  <a:gd name="T75" fmla="*/ 35 h 50"/>
                  <a:gd name="T76" fmla="*/ 46 w 60"/>
                  <a:gd name="T77" fmla="*/ 33 h 50"/>
                  <a:gd name="T78" fmla="*/ 56 w 60"/>
                  <a:gd name="T79" fmla="*/ 30 h 50"/>
                  <a:gd name="T80" fmla="*/ 56 w 60"/>
                  <a:gd name="T81" fmla="*/ 3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0" h="50">
                    <a:moveTo>
                      <a:pt x="56" y="30"/>
                    </a:moveTo>
                    <a:cubicBezTo>
                      <a:pt x="54" y="27"/>
                      <a:pt x="56" y="27"/>
                      <a:pt x="55" y="24"/>
                    </a:cubicBezTo>
                    <a:cubicBezTo>
                      <a:pt x="55" y="23"/>
                      <a:pt x="56" y="23"/>
                      <a:pt x="57" y="22"/>
                    </a:cubicBezTo>
                    <a:cubicBezTo>
                      <a:pt x="58" y="21"/>
                      <a:pt x="57" y="20"/>
                      <a:pt x="57" y="19"/>
                    </a:cubicBezTo>
                    <a:cubicBezTo>
                      <a:pt x="56" y="17"/>
                      <a:pt x="56" y="14"/>
                      <a:pt x="58" y="13"/>
                    </a:cubicBezTo>
                    <a:cubicBezTo>
                      <a:pt x="60" y="12"/>
                      <a:pt x="57" y="9"/>
                      <a:pt x="56" y="8"/>
                    </a:cubicBezTo>
                    <a:cubicBezTo>
                      <a:pt x="55" y="6"/>
                      <a:pt x="53" y="5"/>
                      <a:pt x="51" y="5"/>
                    </a:cubicBezTo>
                    <a:cubicBezTo>
                      <a:pt x="50" y="4"/>
                      <a:pt x="49" y="3"/>
                      <a:pt x="48" y="3"/>
                    </a:cubicBezTo>
                    <a:cubicBezTo>
                      <a:pt x="47" y="2"/>
                      <a:pt x="46" y="1"/>
                      <a:pt x="45" y="0"/>
                    </a:cubicBezTo>
                    <a:cubicBezTo>
                      <a:pt x="45" y="0"/>
                      <a:pt x="39" y="1"/>
                      <a:pt x="38" y="1"/>
                    </a:cubicBezTo>
                    <a:cubicBezTo>
                      <a:pt x="36" y="1"/>
                      <a:pt x="36" y="3"/>
                      <a:pt x="34" y="4"/>
                    </a:cubicBezTo>
                    <a:cubicBezTo>
                      <a:pt x="33" y="6"/>
                      <a:pt x="34" y="9"/>
                      <a:pt x="35" y="10"/>
                    </a:cubicBezTo>
                    <a:cubicBezTo>
                      <a:pt x="35" y="13"/>
                      <a:pt x="33" y="14"/>
                      <a:pt x="33" y="17"/>
                    </a:cubicBezTo>
                    <a:cubicBezTo>
                      <a:pt x="33" y="18"/>
                      <a:pt x="35" y="21"/>
                      <a:pt x="37" y="21"/>
                    </a:cubicBezTo>
                    <a:cubicBezTo>
                      <a:pt x="39" y="21"/>
                      <a:pt x="40" y="20"/>
                      <a:pt x="40" y="23"/>
                    </a:cubicBezTo>
                    <a:cubicBezTo>
                      <a:pt x="40" y="25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5" y="26"/>
                    </a:cubicBezTo>
                    <a:cubicBezTo>
                      <a:pt x="34" y="24"/>
                      <a:pt x="33" y="22"/>
                      <a:pt x="31" y="22"/>
                    </a:cubicBezTo>
                    <a:cubicBezTo>
                      <a:pt x="29" y="21"/>
                      <a:pt x="28" y="19"/>
                      <a:pt x="27" y="17"/>
                    </a:cubicBezTo>
                    <a:cubicBezTo>
                      <a:pt x="25" y="21"/>
                      <a:pt x="23" y="19"/>
                      <a:pt x="20" y="18"/>
                    </a:cubicBezTo>
                    <a:cubicBezTo>
                      <a:pt x="18" y="18"/>
                      <a:pt x="18" y="16"/>
                      <a:pt x="16" y="16"/>
                    </a:cubicBezTo>
                    <a:cubicBezTo>
                      <a:pt x="16" y="16"/>
                      <a:pt x="15" y="17"/>
                      <a:pt x="14" y="16"/>
                    </a:cubicBezTo>
                    <a:cubicBezTo>
                      <a:pt x="13" y="16"/>
                      <a:pt x="13" y="14"/>
                      <a:pt x="11" y="14"/>
                    </a:cubicBezTo>
                    <a:cubicBezTo>
                      <a:pt x="11" y="16"/>
                      <a:pt x="11" y="18"/>
                      <a:pt x="11" y="20"/>
                    </a:cubicBezTo>
                    <a:cubicBezTo>
                      <a:pt x="11" y="22"/>
                      <a:pt x="12" y="24"/>
                      <a:pt x="10" y="24"/>
                    </a:cubicBezTo>
                    <a:cubicBezTo>
                      <a:pt x="7" y="24"/>
                      <a:pt x="4" y="24"/>
                      <a:pt x="2" y="24"/>
                    </a:cubicBezTo>
                    <a:cubicBezTo>
                      <a:pt x="1" y="24"/>
                      <a:pt x="1" y="28"/>
                      <a:pt x="1" y="29"/>
                    </a:cubicBezTo>
                    <a:cubicBezTo>
                      <a:pt x="1" y="33"/>
                      <a:pt x="0" y="40"/>
                      <a:pt x="3" y="43"/>
                    </a:cubicBezTo>
                    <a:cubicBezTo>
                      <a:pt x="4" y="44"/>
                      <a:pt x="7" y="48"/>
                      <a:pt x="8" y="48"/>
                    </a:cubicBezTo>
                    <a:cubicBezTo>
                      <a:pt x="10" y="47"/>
                      <a:pt x="19" y="47"/>
                      <a:pt x="16" y="50"/>
                    </a:cubicBezTo>
                    <a:cubicBezTo>
                      <a:pt x="18" y="50"/>
                      <a:pt x="17" y="50"/>
                      <a:pt x="18" y="50"/>
                    </a:cubicBezTo>
                    <a:cubicBezTo>
                      <a:pt x="20" y="49"/>
                      <a:pt x="21" y="50"/>
                      <a:pt x="22" y="50"/>
                    </a:cubicBezTo>
                    <a:cubicBezTo>
                      <a:pt x="25" y="50"/>
                      <a:pt x="27" y="50"/>
                      <a:pt x="28" y="47"/>
                    </a:cubicBezTo>
                    <a:cubicBezTo>
                      <a:pt x="29" y="46"/>
                      <a:pt x="30" y="45"/>
                      <a:pt x="31" y="44"/>
                    </a:cubicBezTo>
                    <a:cubicBezTo>
                      <a:pt x="32" y="43"/>
                      <a:pt x="34" y="43"/>
                      <a:pt x="35" y="41"/>
                    </a:cubicBezTo>
                    <a:cubicBezTo>
                      <a:pt x="36" y="40"/>
                      <a:pt x="36" y="39"/>
                      <a:pt x="37" y="38"/>
                    </a:cubicBezTo>
                    <a:cubicBezTo>
                      <a:pt x="39" y="38"/>
                      <a:pt x="41" y="38"/>
                      <a:pt x="43" y="38"/>
                    </a:cubicBezTo>
                    <a:cubicBezTo>
                      <a:pt x="42" y="37"/>
                      <a:pt x="42" y="35"/>
                      <a:pt x="42" y="35"/>
                    </a:cubicBezTo>
                    <a:cubicBezTo>
                      <a:pt x="44" y="34"/>
                      <a:pt x="45" y="34"/>
                      <a:pt x="46" y="33"/>
                    </a:cubicBezTo>
                    <a:cubicBezTo>
                      <a:pt x="49" y="32"/>
                      <a:pt x="53" y="31"/>
                      <a:pt x="56" y="30"/>
                    </a:cubicBezTo>
                    <a:cubicBezTo>
                      <a:pt x="55" y="29"/>
                      <a:pt x="55" y="30"/>
                      <a:pt x="56" y="3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3" name="Freeform 732"/>
              <p:cNvSpPr>
                <a:spLocks/>
              </p:cNvSpPr>
              <p:nvPr/>
            </p:nvSpPr>
            <p:spPr bwMode="auto">
              <a:xfrm>
                <a:off x="12247966" y="9839014"/>
                <a:ext cx="595542" cy="589329"/>
              </a:xfrm>
              <a:custGeom>
                <a:avLst/>
                <a:gdLst>
                  <a:gd name="T0" fmla="*/ 33 w 64"/>
                  <a:gd name="T1" fmla="*/ 5 h 63"/>
                  <a:gd name="T2" fmla="*/ 31 w 64"/>
                  <a:gd name="T3" fmla="*/ 2 h 63"/>
                  <a:gd name="T4" fmla="*/ 28 w 64"/>
                  <a:gd name="T5" fmla="*/ 2 h 63"/>
                  <a:gd name="T6" fmla="*/ 18 w 64"/>
                  <a:gd name="T7" fmla="*/ 2 h 63"/>
                  <a:gd name="T8" fmla="*/ 10 w 64"/>
                  <a:gd name="T9" fmla="*/ 2 h 63"/>
                  <a:gd name="T10" fmla="*/ 7 w 64"/>
                  <a:gd name="T11" fmla="*/ 0 h 63"/>
                  <a:gd name="T12" fmla="*/ 4 w 64"/>
                  <a:gd name="T13" fmla="*/ 2 h 63"/>
                  <a:gd name="T14" fmla="*/ 1 w 64"/>
                  <a:gd name="T15" fmla="*/ 2 h 63"/>
                  <a:gd name="T16" fmla="*/ 6 w 64"/>
                  <a:gd name="T17" fmla="*/ 14 h 63"/>
                  <a:gd name="T18" fmla="*/ 9 w 64"/>
                  <a:gd name="T19" fmla="*/ 21 h 63"/>
                  <a:gd name="T20" fmla="*/ 13 w 64"/>
                  <a:gd name="T21" fmla="*/ 29 h 63"/>
                  <a:gd name="T22" fmla="*/ 13 w 64"/>
                  <a:gd name="T23" fmla="*/ 34 h 63"/>
                  <a:gd name="T24" fmla="*/ 14 w 64"/>
                  <a:gd name="T25" fmla="*/ 42 h 63"/>
                  <a:gd name="T26" fmla="*/ 16 w 64"/>
                  <a:gd name="T27" fmla="*/ 51 h 63"/>
                  <a:gd name="T28" fmla="*/ 22 w 64"/>
                  <a:gd name="T29" fmla="*/ 61 h 63"/>
                  <a:gd name="T30" fmla="*/ 28 w 64"/>
                  <a:gd name="T31" fmla="*/ 62 h 63"/>
                  <a:gd name="T32" fmla="*/ 33 w 64"/>
                  <a:gd name="T33" fmla="*/ 62 h 63"/>
                  <a:gd name="T34" fmla="*/ 38 w 64"/>
                  <a:gd name="T35" fmla="*/ 58 h 63"/>
                  <a:gd name="T36" fmla="*/ 38 w 64"/>
                  <a:gd name="T37" fmla="*/ 40 h 63"/>
                  <a:gd name="T38" fmla="*/ 38 w 64"/>
                  <a:gd name="T39" fmla="*/ 28 h 63"/>
                  <a:gd name="T40" fmla="*/ 39 w 64"/>
                  <a:gd name="T41" fmla="*/ 26 h 63"/>
                  <a:gd name="T42" fmla="*/ 43 w 64"/>
                  <a:gd name="T43" fmla="*/ 26 h 63"/>
                  <a:gd name="T44" fmla="*/ 43 w 64"/>
                  <a:gd name="T45" fmla="*/ 7 h 63"/>
                  <a:gd name="T46" fmla="*/ 51 w 64"/>
                  <a:gd name="T47" fmla="*/ 6 h 63"/>
                  <a:gd name="T48" fmla="*/ 53 w 64"/>
                  <a:gd name="T49" fmla="*/ 5 h 63"/>
                  <a:gd name="T50" fmla="*/ 56 w 64"/>
                  <a:gd name="T51" fmla="*/ 8 h 63"/>
                  <a:gd name="T52" fmla="*/ 58 w 64"/>
                  <a:gd name="T53" fmla="*/ 6 h 63"/>
                  <a:gd name="T54" fmla="*/ 62 w 64"/>
                  <a:gd name="T55" fmla="*/ 5 h 63"/>
                  <a:gd name="T56" fmla="*/ 59 w 64"/>
                  <a:gd name="T57" fmla="*/ 2 h 63"/>
                  <a:gd name="T58" fmla="*/ 45 w 64"/>
                  <a:gd name="T59" fmla="*/ 5 h 63"/>
                  <a:gd name="T60" fmla="*/ 33 w 64"/>
                  <a:gd name="T61" fmla="*/ 5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4" h="63">
                    <a:moveTo>
                      <a:pt x="33" y="5"/>
                    </a:moveTo>
                    <a:cubicBezTo>
                      <a:pt x="32" y="5"/>
                      <a:pt x="31" y="2"/>
                      <a:pt x="31" y="2"/>
                    </a:cubicBezTo>
                    <a:cubicBezTo>
                      <a:pt x="30" y="2"/>
                      <a:pt x="29" y="2"/>
                      <a:pt x="28" y="2"/>
                    </a:cubicBezTo>
                    <a:cubicBezTo>
                      <a:pt x="25" y="2"/>
                      <a:pt x="21" y="2"/>
                      <a:pt x="18" y="2"/>
                    </a:cubicBezTo>
                    <a:cubicBezTo>
                      <a:pt x="15" y="2"/>
                      <a:pt x="13" y="2"/>
                      <a:pt x="10" y="2"/>
                    </a:cubicBezTo>
                    <a:cubicBezTo>
                      <a:pt x="9" y="2"/>
                      <a:pt x="9" y="0"/>
                      <a:pt x="7" y="0"/>
                    </a:cubicBezTo>
                    <a:cubicBezTo>
                      <a:pt x="6" y="0"/>
                      <a:pt x="5" y="2"/>
                      <a:pt x="4" y="2"/>
                    </a:cubicBezTo>
                    <a:cubicBezTo>
                      <a:pt x="3" y="2"/>
                      <a:pt x="2" y="2"/>
                      <a:pt x="1" y="2"/>
                    </a:cubicBezTo>
                    <a:cubicBezTo>
                      <a:pt x="0" y="7"/>
                      <a:pt x="4" y="9"/>
                      <a:pt x="6" y="14"/>
                    </a:cubicBezTo>
                    <a:cubicBezTo>
                      <a:pt x="7" y="16"/>
                      <a:pt x="8" y="19"/>
                      <a:pt x="9" y="21"/>
                    </a:cubicBezTo>
                    <a:cubicBezTo>
                      <a:pt x="10" y="24"/>
                      <a:pt x="12" y="26"/>
                      <a:pt x="13" y="29"/>
                    </a:cubicBezTo>
                    <a:cubicBezTo>
                      <a:pt x="13" y="30"/>
                      <a:pt x="13" y="33"/>
                      <a:pt x="13" y="34"/>
                    </a:cubicBezTo>
                    <a:cubicBezTo>
                      <a:pt x="13" y="37"/>
                      <a:pt x="14" y="39"/>
                      <a:pt x="14" y="42"/>
                    </a:cubicBezTo>
                    <a:cubicBezTo>
                      <a:pt x="15" y="45"/>
                      <a:pt x="15" y="48"/>
                      <a:pt x="16" y="51"/>
                    </a:cubicBezTo>
                    <a:cubicBezTo>
                      <a:pt x="17" y="55"/>
                      <a:pt x="20" y="58"/>
                      <a:pt x="22" y="61"/>
                    </a:cubicBezTo>
                    <a:cubicBezTo>
                      <a:pt x="25" y="58"/>
                      <a:pt x="25" y="60"/>
                      <a:pt x="28" y="62"/>
                    </a:cubicBezTo>
                    <a:cubicBezTo>
                      <a:pt x="29" y="63"/>
                      <a:pt x="32" y="63"/>
                      <a:pt x="33" y="62"/>
                    </a:cubicBezTo>
                    <a:cubicBezTo>
                      <a:pt x="36" y="62"/>
                      <a:pt x="38" y="61"/>
                      <a:pt x="38" y="58"/>
                    </a:cubicBezTo>
                    <a:cubicBezTo>
                      <a:pt x="38" y="52"/>
                      <a:pt x="38" y="46"/>
                      <a:pt x="38" y="40"/>
                    </a:cubicBezTo>
                    <a:cubicBezTo>
                      <a:pt x="38" y="36"/>
                      <a:pt x="38" y="32"/>
                      <a:pt x="38" y="28"/>
                    </a:cubicBezTo>
                    <a:cubicBezTo>
                      <a:pt x="38" y="27"/>
                      <a:pt x="38" y="26"/>
                      <a:pt x="39" y="26"/>
                    </a:cubicBezTo>
                    <a:cubicBezTo>
                      <a:pt x="39" y="26"/>
                      <a:pt x="43" y="26"/>
                      <a:pt x="43" y="26"/>
                    </a:cubicBezTo>
                    <a:cubicBezTo>
                      <a:pt x="43" y="20"/>
                      <a:pt x="43" y="13"/>
                      <a:pt x="43" y="7"/>
                    </a:cubicBezTo>
                    <a:cubicBezTo>
                      <a:pt x="46" y="8"/>
                      <a:pt x="48" y="6"/>
                      <a:pt x="51" y="6"/>
                    </a:cubicBezTo>
                    <a:cubicBezTo>
                      <a:pt x="51" y="5"/>
                      <a:pt x="52" y="5"/>
                      <a:pt x="53" y="5"/>
                    </a:cubicBezTo>
                    <a:cubicBezTo>
                      <a:pt x="53" y="5"/>
                      <a:pt x="55" y="8"/>
                      <a:pt x="56" y="8"/>
                    </a:cubicBezTo>
                    <a:cubicBezTo>
                      <a:pt x="57" y="7"/>
                      <a:pt x="56" y="6"/>
                      <a:pt x="58" y="6"/>
                    </a:cubicBezTo>
                    <a:cubicBezTo>
                      <a:pt x="59" y="6"/>
                      <a:pt x="60" y="5"/>
                      <a:pt x="62" y="5"/>
                    </a:cubicBezTo>
                    <a:cubicBezTo>
                      <a:pt x="64" y="4"/>
                      <a:pt x="60" y="2"/>
                      <a:pt x="59" y="2"/>
                    </a:cubicBezTo>
                    <a:cubicBezTo>
                      <a:pt x="54" y="2"/>
                      <a:pt x="50" y="5"/>
                      <a:pt x="45" y="5"/>
                    </a:cubicBezTo>
                    <a:cubicBezTo>
                      <a:pt x="41" y="5"/>
                      <a:pt x="37" y="5"/>
                      <a:pt x="33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4" name="Freeform 733"/>
              <p:cNvSpPr>
                <a:spLocks/>
              </p:cNvSpPr>
              <p:nvPr/>
            </p:nvSpPr>
            <p:spPr bwMode="auto">
              <a:xfrm>
                <a:off x="12263888" y="8781415"/>
                <a:ext cx="850321" cy="888769"/>
              </a:xfrm>
              <a:custGeom>
                <a:avLst/>
                <a:gdLst>
                  <a:gd name="T0" fmla="*/ 89 w 91"/>
                  <a:gd name="T1" fmla="*/ 10 h 95"/>
                  <a:gd name="T2" fmla="*/ 83 w 91"/>
                  <a:gd name="T3" fmla="*/ 4 h 95"/>
                  <a:gd name="T4" fmla="*/ 77 w 91"/>
                  <a:gd name="T5" fmla="*/ 6 h 95"/>
                  <a:gd name="T6" fmla="*/ 72 w 91"/>
                  <a:gd name="T7" fmla="*/ 1 h 95"/>
                  <a:gd name="T8" fmla="*/ 65 w 91"/>
                  <a:gd name="T9" fmla="*/ 1 h 95"/>
                  <a:gd name="T10" fmla="*/ 57 w 91"/>
                  <a:gd name="T11" fmla="*/ 2 h 95"/>
                  <a:gd name="T12" fmla="*/ 48 w 91"/>
                  <a:gd name="T13" fmla="*/ 6 h 95"/>
                  <a:gd name="T14" fmla="*/ 35 w 91"/>
                  <a:gd name="T15" fmla="*/ 2 h 95"/>
                  <a:gd name="T16" fmla="*/ 30 w 91"/>
                  <a:gd name="T17" fmla="*/ 12 h 95"/>
                  <a:gd name="T18" fmla="*/ 19 w 91"/>
                  <a:gd name="T19" fmla="*/ 35 h 95"/>
                  <a:gd name="T20" fmla="*/ 17 w 91"/>
                  <a:gd name="T21" fmla="*/ 48 h 95"/>
                  <a:gd name="T22" fmla="*/ 10 w 91"/>
                  <a:gd name="T23" fmla="*/ 49 h 95"/>
                  <a:gd name="T24" fmla="*/ 2 w 91"/>
                  <a:gd name="T25" fmla="*/ 55 h 95"/>
                  <a:gd name="T26" fmla="*/ 1 w 91"/>
                  <a:gd name="T27" fmla="*/ 59 h 95"/>
                  <a:gd name="T28" fmla="*/ 18 w 91"/>
                  <a:gd name="T29" fmla="*/ 57 h 95"/>
                  <a:gd name="T30" fmla="*/ 26 w 91"/>
                  <a:gd name="T31" fmla="*/ 68 h 95"/>
                  <a:gd name="T32" fmla="*/ 35 w 91"/>
                  <a:gd name="T33" fmla="*/ 63 h 95"/>
                  <a:gd name="T34" fmla="*/ 41 w 91"/>
                  <a:gd name="T35" fmla="*/ 64 h 95"/>
                  <a:gd name="T36" fmla="*/ 46 w 91"/>
                  <a:gd name="T37" fmla="*/ 70 h 95"/>
                  <a:gd name="T38" fmla="*/ 47 w 91"/>
                  <a:gd name="T39" fmla="*/ 78 h 95"/>
                  <a:gd name="T40" fmla="*/ 53 w 91"/>
                  <a:gd name="T41" fmla="*/ 82 h 95"/>
                  <a:gd name="T42" fmla="*/ 60 w 91"/>
                  <a:gd name="T43" fmla="*/ 84 h 95"/>
                  <a:gd name="T44" fmla="*/ 66 w 91"/>
                  <a:gd name="T45" fmla="*/ 87 h 95"/>
                  <a:gd name="T46" fmla="*/ 76 w 91"/>
                  <a:gd name="T47" fmla="*/ 90 h 95"/>
                  <a:gd name="T48" fmla="*/ 84 w 91"/>
                  <a:gd name="T49" fmla="*/ 94 h 95"/>
                  <a:gd name="T50" fmla="*/ 77 w 91"/>
                  <a:gd name="T51" fmla="*/ 85 h 95"/>
                  <a:gd name="T52" fmla="*/ 78 w 91"/>
                  <a:gd name="T53" fmla="*/ 73 h 95"/>
                  <a:gd name="T54" fmla="*/ 80 w 91"/>
                  <a:gd name="T55" fmla="*/ 70 h 95"/>
                  <a:gd name="T56" fmla="*/ 84 w 91"/>
                  <a:gd name="T57" fmla="*/ 63 h 95"/>
                  <a:gd name="T58" fmla="*/ 81 w 91"/>
                  <a:gd name="T59" fmla="*/ 55 h 95"/>
                  <a:gd name="T60" fmla="*/ 81 w 91"/>
                  <a:gd name="T61" fmla="*/ 45 h 95"/>
                  <a:gd name="T62" fmla="*/ 83 w 91"/>
                  <a:gd name="T63" fmla="*/ 28 h 95"/>
                  <a:gd name="T64" fmla="*/ 90 w 91"/>
                  <a:gd name="T65" fmla="*/ 18 h 95"/>
                  <a:gd name="T66" fmla="*/ 90 w 91"/>
                  <a:gd name="T67" fmla="*/ 1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1" h="95">
                    <a:moveTo>
                      <a:pt x="90" y="15"/>
                    </a:moveTo>
                    <a:cubicBezTo>
                      <a:pt x="89" y="14"/>
                      <a:pt x="89" y="12"/>
                      <a:pt x="89" y="10"/>
                    </a:cubicBezTo>
                    <a:cubicBezTo>
                      <a:pt x="89" y="9"/>
                      <a:pt x="87" y="8"/>
                      <a:pt x="86" y="7"/>
                    </a:cubicBezTo>
                    <a:cubicBezTo>
                      <a:pt x="86" y="6"/>
                      <a:pt x="84" y="4"/>
                      <a:pt x="83" y="4"/>
                    </a:cubicBezTo>
                    <a:cubicBezTo>
                      <a:pt x="82" y="4"/>
                      <a:pt x="82" y="6"/>
                      <a:pt x="80" y="5"/>
                    </a:cubicBezTo>
                    <a:cubicBezTo>
                      <a:pt x="78" y="4"/>
                      <a:pt x="79" y="5"/>
                      <a:pt x="77" y="6"/>
                    </a:cubicBezTo>
                    <a:cubicBezTo>
                      <a:pt x="77" y="6"/>
                      <a:pt x="75" y="5"/>
                      <a:pt x="75" y="4"/>
                    </a:cubicBezTo>
                    <a:cubicBezTo>
                      <a:pt x="74" y="3"/>
                      <a:pt x="73" y="2"/>
                      <a:pt x="72" y="1"/>
                    </a:cubicBezTo>
                    <a:cubicBezTo>
                      <a:pt x="71" y="0"/>
                      <a:pt x="70" y="2"/>
                      <a:pt x="69" y="2"/>
                    </a:cubicBezTo>
                    <a:cubicBezTo>
                      <a:pt x="68" y="3"/>
                      <a:pt x="66" y="2"/>
                      <a:pt x="65" y="1"/>
                    </a:cubicBezTo>
                    <a:cubicBezTo>
                      <a:pt x="63" y="0"/>
                      <a:pt x="63" y="1"/>
                      <a:pt x="61" y="2"/>
                    </a:cubicBezTo>
                    <a:cubicBezTo>
                      <a:pt x="60" y="3"/>
                      <a:pt x="58" y="2"/>
                      <a:pt x="57" y="2"/>
                    </a:cubicBezTo>
                    <a:cubicBezTo>
                      <a:pt x="56" y="3"/>
                      <a:pt x="53" y="3"/>
                      <a:pt x="52" y="3"/>
                    </a:cubicBezTo>
                    <a:cubicBezTo>
                      <a:pt x="49" y="1"/>
                      <a:pt x="51" y="6"/>
                      <a:pt x="48" y="6"/>
                    </a:cubicBezTo>
                    <a:cubicBezTo>
                      <a:pt x="46" y="7"/>
                      <a:pt x="42" y="6"/>
                      <a:pt x="40" y="5"/>
                    </a:cubicBezTo>
                    <a:cubicBezTo>
                      <a:pt x="38" y="4"/>
                      <a:pt x="37" y="2"/>
                      <a:pt x="35" y="2"/>
                    </a:cubicBezTo>
                    <a:cubicBezTo>
                      <a:pt x="34" y="1"/>
                      <a:pt x="32" y="3"/>
                      <a:pt x="31" y="4"/>
                    </a:cubicBezTo>
                    <a:cubicBezTo>
                      <a:pt x="29" y="6"/>
                      <a:pt x="31" y="9"/>
                      <a:pt x="30" y="12"/>
                    </a:cubicBezTo>
                    <a:cubicBezTo>
                      <a:pt x="27" y="17"/>
                      <a:pt x="27" y="23"/>
                      <a:pt x="24" y="27"/>
                    </a:cubicBezTo>
                    <a:cubicBezTo>
                      <a:pt x="22" y="30"/>
                      <a:pt x="21" y="32"/>
                      <a:pt x="19" y="35"/>
                    </a:cubicBezTo>
                    <a:cubicBezTo>
                      <a:pt x="18" y="37"/>
                      <a:pt x="18" y="39"/>
                      <a:pt x="18" y="41"/>
                    </a:cubicBezTo>
                    <a:cubicBezTo>
                      <a:pt x="18" y="44"/>
                      <a:pt x="19" y="46"/>
                      <a:pt x="17" y="48"/>
                    </a:cubicBezTo>
                    <a:cubicBezTo>
                      <a:pt x="16" y="48"/>
                      <a:pt x="11" y="51"/>
                      <a:pt x="11" y="51"/>
                    </a:cubicBezTo>
                    <a:cubicBezTo>
                      <a:pt x="10" y="51"/>
                      <a:pt x="12" y="48"/>
                      <a:pt x="10" y="49"/>
                    </a:cubicBezTo>
                    <a:cubicBezTo>
                      <a:pt x="7" y="51"/>
                      <a:pt x="7" y="53"/>
                      <a:pt x="5" y="50"/>
                    </a:cubicBezTo>
                    <a:cubicBezTo>
                      <a:pt x="4" y="51"/>
                      <a:pt x="2" y="53"/>
                      <a:pt x="2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0" y="57"/>
                      <a:pt x="1" y="58"/>
                      <a:pt x="1" y="59"/>
                    </a:cubicBezTo>
                    <a:cubicBezTo>
                      <a:pt x="5" y="56"/>
                      <a:pt x="8" y="57"/>
                      <a:pt x="13" y="57"/>
                    </a:cubicBezTo>
                    <a:cubicBezTo>
                      <a:pt x="15" y="57"/>
                      <a:pt x="16" y="57"/>
                      <a:pt x="18" y="57"/>
                    </a:cubicBezTo>
                    <a:cubicBezTo>
                      <a:pt x="20" y="57"/>
                      <a:pt x="21" y="60"/>
                      <a:pt x="22" y="62"/>
                    </a:cubicBezTo>
                    <a:cubicBezTo>
                      <a:pt x="23" y="64"/>
                      <a:pt x="24" y="67"/>
                      <a:pt x="26" y="68"/>
                    </a:cubicBezTo>
                    <a:cubicBezTo>
                      <a:pt x="27" y="69"/>
                      <a:pt x="31" y="68"/>
                      <a:pt x="33" y="67"/>
                    </a:cubicBezTo>
                    <a:cubicBezTo>
                      <a:pt x="34" y="67"/>
                      <a:pt x="34" y="64"/>
                      <a:pt x="35" y="63"/>
                    </a:cubicBezTo>
                    <a:cubicBezTo>
                      <a:pt x="35" y="61"/>
                      <a:pt x="38" y="62"/>
                      <a:pt x="39" y="62"/>
                    </a:cubicBezTo>
                    <a:cubicBezTo>
                      <a:pt x="39" y="64"/>
                      <a:pt x="39" y="64"/>
                      <a:pt x="41" y="64"/>
                    </a:cubicBezTo>
                    <a:cubicBezTo>
                      <a:pt x="42" y="64"/>
                      <a:pt x="45" y="63"/>
                      <a:pt x="45" y="65"/>
                    </a:cubicBezTo>
                    <a:cubicBezTo>
                      <a:pt x="45" y="67"/>
                      <a:pt x="46" y="68"/>
                      <a:pt x="46" y="70"/>
                    </a:cubicBezTo>
                    <a:cubicBezTo>
                      <a:pt x="46" y="71"/>
                      <a:pt x="46" y="72"/>
                      <a:pt x="45" y="74"/>
                    </a:cubicBezTo>
                    <a:cubicBezTo>
                      <a:pt x="45" y="75"/>
                      <a:pt x="46" y="77"/>
                      <a:pt x="47" y="78"/>
                    </a:cubicBezTo>
                    <a:cubicBezTo>
                      <a:pt x="48" y="79"/>
                      <a:pt x="47" y="81"/>
                      <a:pt x="47" y="82"/>
                    </a:cubicBezTo>
                    <a:cubicBezTo>
                      <a:pt x="47" y="85"/>
                      <a:pt x="52" y="82"/>
                      <a:pt x="53" y="82"/>
                    </a:cubicBezTo>
                    <a:cubicBezTo>
                      <a:pt x="55" y="82"/>
                      <a:pt x="56" y="82"/>
                      <a:pt x="57" y="83"/>
                    </a:cubicBezTo>
                    <a:cubicBezTo>
                      <a:pt x="59" y="85"/>
                      <a:pt x="58" y="84"/>
                      <a:pt x="60" y="84"/>
                    </a:cubicBezTo>
                    <a:cubicBezTo>
                      <a:pt x="62" y="84"/>
                      <a:pt x="62" y="85"/>
                      <a:pt x="63" y="86"/>
                    </a:cubicBezTo>
                    <a:cubicBezTo>
                      <a:pt x="64" y="86"/>
                      <a:pt x="65" y="87"/>
                      <a:pt x="66" y="87"/>
                    </a:cubicBezTo>
                    <a:cubicBezTo>
                      <a:pt x="69" y="88"/>
                      <a:pt x="70" y="88"/>
                      <a:pt x="71" y="85"/>
                    </a:cubicBezTo>
                    <a:cubicBezTo>
                      <a:pt x="72" y="88"/>
                      <a:pt x="73" y="89"/>
                      <a:pt x="76" y="90"/>
                    </a:cubicBezTo>
                    <a:cubicBezTo>
                      <a:pt x="78" y="91"/>
                      <a:pt x="78" y="94"/>
                      <a:pt x="80" y="95"/>
                    </a:cubicBezTo>
                    <a:cubicBezTo>
                      <a:pt x="80" y="95"/>
                      <a:pt x="84" y="94"/>
                      <a:pt x="84" y="94"/>
                    </a:cubicBezTo>
                    <a:cubicBezTo>
                      <a:pt x="84" y="92"/>
                      <a:pt x="85" y="88"/>
                      <a:pt x="83" y="89"/>
                    </a:cubicBezTo>
                    <a:cubicBezTo>
                      <a:pt x="80" y="90"/>
                      <a:pt x="78" y="88"/>
                      <a:pt x="77" y="85"/>
                    </a:cubicBezTo>
                    <a:cubicBezTo>
                      <a:pt x="77" y="83"/>
                      <a:pt x="79" y="80"/>
                      <a:pt x="78" y="77"/>
                    </a:cubicBezTo>
                    <a:cubicBezTo>
                      <a:pt x="78" y="76"/>
                      <a:pt x="77" y="74"/>
                      <a:pt x="78" y="73"/>
                    </a:cubicBezTo>
                    <a:cubicBezTo>
                      <a:pt x="78" y="73"/>
                      <a:pt x="78" y="72"/>
                      <a:pt x="79" y="72"/>
                    </a:cubicBezTo>
                    <a:cubicBezTo>
                      <a:pt x="80" y="72"/>
                      <a:pt x="79" y="70"/>
                      <a:pt x="80" y="70"/>
                    </a:cubicBezTo>
                    <a:cubicBezTo>
                      <a:pt x="81" y="68"/>
                      <a:pt x="86" y="68"/>
                      <a:pt x="87" y="68"/>
                    </a:cubicBezTo>
                    <a:cubicBezTo>
                      <a:pt x="85" y="67"/>
                      <a:pt x="86" y="64"/>
                      <a:pt x="84" y="63"/>
                    </a:cubicBezTo>
                    <a:cubicBezTo>
                      <a:pt x="83" y="62"/>
                      <a:pt x="82" y="61"/>
                      <a:pt x="82" y="60"/>
                    </a:cubicBezTo>
                    <a:cubicBezTo>
                      <a:pt x="82" y="58"/>
                      <a:pt x="82" y="56"/>
                      <a:pt x="81" y="55"/>
                    </a:cubicBezTo>
                    <a:cubicBezTo>
                      <a:pt x="81" y="53"/>
                      <a:pt x="80" y="52"/>
                      <a:pt x="80" y="50"/>
                    </a:cubicBezTo>
                    <a:cubicBezTo>
                      <a:pt x="80" y="49"/>
                      <a:pt x="80" y="44"/>
                      <a:pt x="81" y="45"/>
                    </a:cubicBezTo>
                    <a:cubicBezTo>
                      <a:pt x="80" y="41"/>
                      <a:pt x="80" y="39"/>
                      <a:pt x="82" y="35"/>
                    </a:cubicBezTo>
                    <a:cubicBezTo>
                      <a:pt x="83" y="32"/>
                      <a:pt x="83" y="31"/>
                      <a:pt x="83" y="28"/>
                    </a:cubicBezTo>
                    <a:cubicBezTo>
                      <a:pt x="83" y="25"/>
                      <a:pt x="85" y="23"/>
                      <a:pt x="87" y="21"/>
                    </a:cubicBezTo>
                    <a:cubicBezTo>
                      <a:pt x="88" y="20"/>
                      <a:pt x="89" y="19"/>
                      <a:pt x="90" y="18"/>
                    </a:cubicBezTo>
                    <a:cubicBezTo>
                      <a:pt x="91" y="17"/>
                      <a:pt x="91" y="17"/>
                      <a:pt x="90" y="15"/>
                    </a:cubicBezTo>
                    <a:cubicBezTo>
                      <a:pt x="89" y="15"/>
                      <a:pt x="91" y="16"/>
                      <a:pt x="90" y="1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5" name="Freeform 734"/>
              <p:cNvSpPr>
                <a:spLocks/>
              </p:cNvSpPr>
              <p:nvPr/>
            </p:nvSpPr>
            <p:spPr bwMode="auto">
              <a:xfrm>
                <a:off x="12254333" y="9307030"/>
                <a:ext cx="525479" cy="589329"/>
              </a:xfrm>
              <a:custGeom>
                <a:avLst/>
                <a:gdLst>
                  <a:gd name="T0" fmla="*/ 51 w 56"/>
                  <a:gd name="T1" fmla="*/ 27 h 63"/>
                  <a:gd name="T2" fmla="*/ 48 w 56"/>
                  <a:gd name="T3" fmla="*/ 26 h 63"/>
                  <a:gd name="T4" fmla="*/ 47 w 56"/>
                  <a:gd name="T5" fmla="*/ 21 h 63"/>
                  <a:gd name="T6" fmla="*/ 46 w 56"/>
                  <a:gd name="T7" fmla="*/ 12 h 63"/>
                  <a:gd name="T8" fmla="*/ 46 w 56"/>
                  <a:gd name="T9" fmla="*/ 8 h 63"/>
                  <a:gd name="T10" fmla="*/ 43 w 56"/>
                  <a:gd name="T11" fmla="*/ 8 h 63"/>
                  <a:gd name="T12" fmla="*/ 40 w 56"/>
                  <a:gd name="T13" fmla="*/ 6 h 63"/>
                  <a:gd name="T14" fmla="*/ 35 w 56"/>
                  <a:gd name="T15" fmla="*/ 8 h 63"/>
                  <a:gd name="T16" fmla="*/ 34 w 56"/>
                  <a:gd name="T17" fmla="*/ 11 h 63"/>
                  <a:gd name="T18" fmla="*/ 29 w 56"/>
                  <a:gd name="T19" fmla="*/ 12 h 63"/>
                  <a:gd name="T20" fmla="*/ 18 w 56"/>
                  <a:gd name="T21" fmla="*/ 1 h 63"/>
                  <a:gd name="T22" fmla="*/ 3 w 56"/>
                  <a:gd name="T23" fmla="*/ 2 h 63"/>
                  <a:gd name="T24" fmla="*/ 6 w 56"/>
                  <a:gd name="T25" fmla="*/ 12 h 63"/>
                  <a:gd name="T26" fmla="*/ 6 w 56"/>
                  <a:gd name="T27" fmla="*/ 16 h 63"/>
                  <a:gd name="T28" fmla="*/ 6 w 56"/>
                  <a:gd name="T29" fmla="*/ 20 h 63"/>
                  <a:gd name="T30" fmla="*/ 8 w 56"/>
                  <a:gd name="T31" fmla="*/ 33 h 63"/>
                  <a:gd name="T32" fmla="*/ 3 w 56"/>
                  <a:gd name="T33" fmla="*/ 41 h 63"/>
                  <a:gd name="T34" fmla="*/ 0 w 56"/>
                  <a:gd name="T35" fmla="*/ 50 h 63"/>
                  <a:gd name="T36" fmla="*/ 0 w 56"/>
                  <a:gd name="T37" fmla="*/ 55 h 63"/>
                  <a:gd name="T38" fmla="*/ 0 w 56"/>
                  <a:gd name="T39" fmla="*/ 59 h 63"/>
                  <a:gd name="T40" fmla="*/ 3 w 56"/>
                  <a:gd name="T41" fmla="*/ 59 h 63"/>
                  <a:gd name="T42" fmla="*/ 8 w 56"/>
                  <a:gd name="T43" fmla="*/ 58 h 63"/>
                  <a:gd name="T44" fmla="*/ 9 w 56"/>
                  <a:gd name="T45" fmla="*/ 59 h 63"/>
                  <a:gd name="T46" fmla="*/ 16 w 56"/>
                  <a:gd name="T47" fmla="*/ 59 h 63"/>
                  <a:gd name="T48" fmla="*/ 25 w 56"/>
                  <a:gd name="T49" fmla="*/ 59 h 63"/>
                  <a:gd name="T50" fmla="*/ 30 w 56"/>
                  <a:gd name="T51" fmla="*/ 59 h 63"/>
                  <a:gd name="T52" fmla="*/ 39 w 56"/>
                  <a:gd name="T53" fmla="*/ 62 h 63"/>
                  <a:gd name="T54" fmla="*/ 53 w 56"/>
                  <a:gd name="T55" fmla="*/ 60 h 63"/>
                  <a:gd name="T56" fmla="*/ 46 w 56"/>
                  <a:gd name="T57" fmla="*/ 51 h 63"/>
                  <a:gd name="T58" fmla="*/ 46 w 56"/>
                  <a:gd name="T59" fmla="*/ 37 h 63"/>
                  <a:gd name="T60" fmla="*/ 56 w 56"/>
                  <a:gd name="T61" fmla="*/ 35 h 63"/>
                  <a:gd name="T62" fmla="*/ 56 w 56"/>
                  <a:gd name="T63" fmla="*/ 27 h 63"/>
                  <a:gd name="T64" fmla="*/ 51 w 56"/>
                  <a:gd name="T6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6" h="63">
                    <a:moveTo>
                      <a:pt x="51" y="27"/>
                    </a:moveTo>
                    <a:cubicBezTo>
                      <a:pt x="49" y="27"/>
                      <a:pt x="48" y="28"/>
                      <a:pt x="48" y="26"/>
                    </a:cubicBezTo>
                    <a:cubicBezTo>
                      <a:pt x="48" y="24"/>
                      <a:pt x="48" y="23"/>
                      <a:pt x="47" y="21"/>
                    </a:cubicBezTo>
                    <a:cubicBezTo>
                      <a:pt x="45" y="18"/>
                      <a:pt x="48" y="15"/>
                      <a:pt x="46" y="12"/>
                    </a:cubicBezTo>
                    <a:cubicBezTo>
                      <a:pt x="46" y="11"/>
                      <a:pt x="46" y="8"/>
                      <a:pt x="46" y="8"/>
                    </a:cubicBezTo>
                    <a:cubicBezTo>
                      <a:pt x="46" y="8"/>
                      <a:pt x="43" y="8"/>
                      <a:pt x="43" y="8"/>
                    </a:cubicBezTo>
                    <a:cubicBezTo>
                      <a:pt x="40" y="8"/>
                      <a:pt x="40" y="9"/>
                      <a:pt x="40" y="6"/>
                    </a:cubicBezTo>
                    <a:cubicBezTo>
                      <a:pt x="37" y="6"/>
                      <a:pt x="36" y="5"/>
                      <a:pt x="35" y="8"/>
                    </a:cubicBezTo>
                    <a:cubicBezTo>
                      <a:pt x="35" y="8"/>
                      <a:pt x="35" y="11"/>
                      <a:pt x="34" y="11"/>
                    </a:cubicBezTo>
                    <a:cubicBezTo>
                      <a:pt x="33" y="12"/>
                      <a:pt x="31" y="12"/>
                      <a:pt x="29" y="12"/>
                    </a:cubicBezTo>
                    <a:cubicBezTo>
                      <a:pt x="22" y="13"/>
                      <a:pt x="24" y="1"/>
                      <a:pt x="18" y="1"/>
                    </a:cubicBezTo>
                    <a:cubicBezTo>
                      <a:pt x="13" y="1"/>
                      <a:pt x="7" y="0"/>
                      <a:pt x="3" y="2"/>
                    </a:cubicBezTo>
                    <a:cubicBezTo>
                      <a:pt x="1" y="4"/>
                      <a:pt x="6" y="10"/>
                      <a:pt x="6" y="12"/>
                    </a:cubicBezTo>
                    <a:cubicBezTo>
                      <a:pt x="7" y="13"/>
                      <a:pt x="7" y="15"/>
                      <a:pt x="6" y="16"/>
                    </a:cubicBezTo>
                    <a:cubicBezTo>
                      <a:pt x="4" y="17"/>
                      <a:pt x="6" y="19"/>
                      <a:pt x="6" y="20"/>
                    </a:cubicBezTo>
                    <a:cubicBezTo>
                      <a:pt x="9" y="24"/>
                      <a:pt x="11" y="29"/>
                      <a:pt x="8" y="33"/>
                    </a:cubicBezTo>
                    <a:cubicBezTo>
                      <a:pt x="6" y="36"/>
                      <a:pt x="4" y="38"/>
                      <a:pt x="3" y="41"/>
                    </a:cubicBezTo>
                    <a:cubicBezTo>
                      <a:pt x="2" y="44"/>
                      <a:pt x="1" y="47"/>
                      <a:pt x="0" y="50"/>
                    </a:cubicBezTo>
                    <a:cubicBezTo>
                      <a:pt x="0" y="52"/>
                      <a:pt x="0" y="54"/>
                      <a:pt x="0" y="55"/>
                    </a:cubicBezTo>
                    <a:cubicBezTo>
                      <a:pt x="0" y="56"/>
                      <a:pt x="0" y="58"/>
                      <a:pt x="0" y="59"/>
                    </a:cubicBezTo>
                    <a:cubicBezTo>
                      <a:pt x="1" y="59"/>
                      <a:pt x="2" y="59"/>
                      <a:pt x="3" y="59"/>
                    </a:cubicBezTo>
                    <a:cubicBezTo>
                      <a:pt x="5" y="59"/>
                      <a:pt x="5" y="56"/>
                      <a:pt x="8" y="58"/>
                    </a:cubicBezTo>
                    <a:cubicBezTo>
                      <a:pt x="8" y="58"/>
                      <a:pt x="9" y="59"/>
                      <a:pt x="9" y="59"/>
                    </a:cubicBezTo>
                    <a:cubicBezTo>
                      <a:pt x="12" y="59"/>
                      <a:pt x="14" y="59"/>
                      <a:pt x="16" y="59"/>
                    </a:cubicBezTo>
                    <a:cubicBezTo>
                      <a:pt x="19" y="59"/>
                      <a:pt x="22" y="59"/>
                      <a:pt x="25" y="59"/>
                    </a:cubicBezTo>
                    <a:cubicBezTo>
                      <a:pt x="26" y="59"/>
                      <a:pt x="29" y="59"/>
                      <a:pt x="30" y="59"/>
                    </a:cubicBezTo>
                    <a:cubicBezTo>
                      <a:pt x="32" y="63"/>
                      <a:pt x="36" y="62"/>
                      <a:pt x="39" y="62"/>
                    </a:cubicBezTo>
                    <a:cubicBezTo>
                      <a:pt x="44" y="62"/>
                      <a:pt x="48" y="61"/>
                      <a:pt x="53" y="60"/>
                    </a:cubicBezTo>
                    <a:cubicBezTo>
                      <a:pt x="50" y="57"/>
                      <a:pt x="46" y="55"/>
                      <a:pt x="46" y="51"/>
                    </a:cubicBezTo>
                    <a:cubicBezTo>
                      <a:pt x="46" y="46"/>
                      <a:pt x="46" y="41"/>
                      <a:pt x="46" y="37"/>
                    </a:cubicBezTo>
                    <a:cubicBezTo>
                      <a:pt x="46" y="36"/>
                      <a:pt x="56" y="38"/>
                      <a:pt x="56" y="35"/>
                    </a:cubicBezTo>
                    <a:cubicBezTo>
                      <a:pt x="56" y="33"/>
                      <a:pt x="56" y="30"/>
                      <a:pt x="56" y="27"/>
                    </a:cubicBezTo>
                    <a:cubicBezTo>
                      <a:pt x="56" y="24"/>
                      <a:pt x="53" y="27"/>
                      <a:pt x="51" y="2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6" name="Freeform 735"/>
              <p:cNvSpPr>
                <a:spLocks/>
              </p:cNvSpPr>
              <p:nvPr/>
            </p:nvSpPr>
            <p:spPr bwMode="auto">
              <a:xfrm>
                <a:off x="12591915" y="9867685"/>
                <a:ext cx="429938" cy="449163"/>
              </a:xfrm>
              <a:custGeom>
                <a:avLst/>
                <a:gdLst>
                  <a:gd name="T0" fmla="*/ 25 w 46"/>
                  <a:gd name="T1" fmla="*/ 2 h 48"/>
                  <a:gd name="T2" fmla="*/ 21 w 46"/>
                  <a:gd name="T3" fmla="*/ 3 h 48"/>
                  <a:gd name="T4" fmla="*/ 18 w 46"/>
                  <a:gd name="T5" fmla="*/ 4 h 48"/>
                  <a:gd name="T6" fmla="*/ 6 w 46"/>
                  <a:gd name="T7" fmla="*/ 4 h 48"/>
                  <a:gd name="T8" fmla="*/ 6 w 46"/>
                  <a:gd name="T9" fmla="*/ 18 h 48"/>
                  <a:gd name="T10" fmla="*/ 6 w 46"/>
                  <a:gd name="T11" fmla="*/ 23 h 48"/>
                  <a:gd name="T12" fmla="*/ 1 w 46"/>
                  <a:gd name="T13" fmla="*/ 24 h 48"/>
                  <a:gd name="T14" fmla="*/ 1 w 46"/>
                  <a:gd name="T15" fmla="*/ 31 h 48"/>
                  <a:gd name="T16" fmla="*/ 1 w 46"/>
                  <a:gd name="T17" fmla="*/ 38 h 48"/>
                  <a:gd name="T18" fmla="*/ 4 w 46"/>
                  <a:gd name="T19" fmla="*/ 47 h 48"/>
                  <a:gd name="T20" fmla="*/ 8 w 46"/>
                  <a:gd name="T21" fmla="*/ 48 h 48"/>
                  <a:gd name="T22" fmla="*/ 13 w 46"/>
                  <a:gd name="T23" fmla="*/ 44 h 48"/>
                  <a:gd name="T24" fmla="*/ 19 w 46"/>
                  <a:gd name="T25" fmla="*/ 41 h 48"/>
                  <a:gd name="T26" fmla="*/ 29 w 46"/>
                  <a:gd name="T27" fmla="*/ 39 h 48"/>
                  <a:gd name="T28" fmla="*/ 31 w 46"/>
                  <a:gd name="T29" fmla="*/ 37 h 48"/>
                  <a:gd name="T30" fmla="*/ 34 w 46"/>
                  <a:gd name="T31" fmla="*/ 34 h 48"/>
                  <a:gd name="T32" fmla="*/ 43 w 46"/>
                  <a:gd name="T33" fmla="*/ 26 h 48"/>
                  <a:gd name="T34" fmla="*/ 44 w 46"/>
                  <a:gd name="T35" fmla="*/ 22 h 48"/>
                  <a:gd name="T36" fmla="*/ 40 w 46"/>
                  <a:gd name="T37" fmla="*/ 21 h 48"/>
                  <a:gd name="T38" fmla="*/ 38 w 46"/>
                  <a:gd name="T39" fmla="*/ 17 h 48"/>
                  <a:gd name="T40" fmla="*/ 39 w 46"/>
                  <a:gd name="T41" fmla="*/ 15 h 48"/>
                  <a:gd name="T42" fmla="*/ 36 w 46"/>
                  <a:gd name="T43" fmla="*/ 14 h 48"/>
                  <a:gd name="T44" fmla="*/ 36 w 46"/>
                  <a:gd name="T45" fmla="*/ 13 h 48"/>
                  <a:gd name="T46" fmla="*/ 34 w 46"/>
                  <a:gd name="T47" fmla="*/ 12 h 48"/>
                  <a:gd name="T48" fmla="*/ 30 w 46"/>
                  <a:gd name="T49" fmla="*/ 7 h 48"/>
                  <a:gd name="T50" fmla="*/ 25 w 46"/>
                  <a:gd name="T51" fmla="*/ 2 h 48"/>
                  <a:gd name="T52" fmla="*/ 25 w 46"/>
                  <a:gd name="T53" fmla="*/ 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6" h="48">
                    <a:moveTo>
                      <a:pt x="25" y="2"/>
                    </a:moveTo>
                    <a:cubicBezTo>
                      <a:pt x="24" y="3"/>
                      <a:pt x="22" y="3"/>
                      <a:pt x="21" y="3"/>
                    </a:cubicBezTo>
                    <a:cubicBezTo>
                      <a:pt x="19" y="3"/>
                      <a:pt x="20" y="6"/>
                      <a:pt x="18" y="4"/>
                    </a:cubicBezTo>
                    <a:cubicBezTo>
                      <a:pt x="15" y="0"/>
                      <a:pt x="10" y="5"/>
                      <a:pt x="6" y="4"/>
                    </a:cubicBezTo>
                    <a:cubicBezTo>
                      <a:pt x="6" y="9"/>
                      <a:pt x="6" y="14"/>
                      <a:pt x="6" y="18"/>
                    </a:cubicBezTo>
                    <a:cubicBezTo>
                      <a:pt x="6" y="19"/>
                      <a:pt x="7" y="23"/>
                      <a:pt x="6" y="23"/>
                    </a:cubicBezTo>
                    <a:cubicBezTo>
                      <a:pt x="5" y="24"/>
                      <a:pt x="1" y="22"/>
                      <a:pt x="1" y="24"/>
                    </a:cubicBezTo>
                    <a:cubicBezTo>
                      <a:pt x="1" y="26"/>
                      <a:pt x="1" y="29"/>
                      <a:pt x="1" y="31"/>
                    </a:cubicBezTo>
                    <a:cubicBezTo>
                      <a:pt x="1" y="33"/>
                      <a:pt x="0" y="36"/>
                      <a:pt x="1" y="38"/>
                    </a:cubicBezTo>
                    <a:cubicBezTo>
                      <a:pt x="5" y="39"/>
                      <a:pt x="6" y="44"/>
                      <a:pt x="4" y="47"/>
                    </a:cubicBezTo>
                    <a:cubicBezTo>
                      <a:pt x="4" y="48"/>
                      <a:pt x="8" y="48"/>
                      <a:pt x="8" y="48"/>
                    </a:cubicBezTo>
                    <a:cubicBezTo>
                      <a:pt x="10" y="48"/>
                      <a:pt x="11" y="46"/>
                      <a:pt x="13" y="44"/>
                    </a:cubicBezTo>
                    <a:cubicBezTo>
                      <a:pt x="15" y="42"/>
                      <a:pt x="15" y="39"/>
                      <a:pt x="19" y="41"/>
                    </a:cubicBezTo>
                    <a:cubicBezTo>
                      <a:pt x="23" y="43"/>
                      <a:pt x="27" y="44"/>
                      <a:pt x="29" y="39"/>
                    </a:cubicBezTo>
                    <a:cubicBezTo>
                      <a:pt x="29" y="38"/>
                      <a:pt x="29" y="37"/>
                      <a:pt x="31" y="37"/>
                    </a:cubicBezTo>
                    <a:cubicBezTo>
                      <a:pt x="33" y="37"/>
                      <a:pt x="34" y="35"/>
                      <a:pt x="34" y="34"/>
                    </a:cubicBezTo>
                    <a:cubicBezTo>
                      <a:pt x="36" y="31"/>
                      <a:pt x="40" y="28"/>
                      <a:pt x="43" y="26"/>
                    </a:cubicBezTo>
                    <a:cubicBezTo>
                      <a:pt x="45" y="25"/>
                      <a:pt x="46" y="24"/>
                      <a:pt x="44" y="22"/>
                    </a:cubicBezTo>
                    <a:cubicBezTo>
                      <a:pt x="43" y="21"/>
                      <a:pt x="40" y="22"/>
                      <a:pt x="40" y="21"/>
                    </a:cubicBezTo>
                    <a:cubicBezTo>
                      <a:pt x="39" y="20"/>
                      <a:pt x="38" y="19"/>
                      <a:pt x="38" y="17"/>
                    </a:cubicBezTo>
                    <a:cubicBezTo>
                      <a:pt x="38" y="17"/>
                      <a:pt x="39" y="16"/>
                      <a:pt x="39" y="15"/>
                    </a:cubicBezTo>
                    <a:cubicBezTo>
                      <a:pt x="38" y="15"/>
                      <a:pt x="37" y="15"/>
                      <a:pt x="36" y="14"/>
                    </a:cubicBezTo>
                    <a:cubicBezTo>
                      <a:pt x="36" y="14"/>
                      <a:pt x="37" y="13"/>
                      <a:pt x="36" y="13"/>
                    </a:cubicBezTo>
                    <a:cubicBezTo>
                      <a:pt x="35" y="13"/>
                      <a:pt x="35" y="12"/>
                      <a:pt x="34" y="12"/>
                    </a:cubicBezTo>
                    <a:cubicBezTo>
                      <a:pt x="32" y="11"/>
                      <a:pt x="31" y="10"/>
                      <a:pt x="30" y="7"/>
                    </a:cubicBezTo>
                    <a:cubicBezTo>
                      <a:pt x="30" y="6"/>
                      <a:pt x="27" y="2"/>
                      <a:pt x="25" y="2"/>
                    </a:cubicBezTo>
                    <a:cubicBezTo>
                      <a:pt x="25" y="2"/>
                      <a:pt x="26" y="2"/>
                      <a:pt x="25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7" name="Freeform 736"/>
              <p:cNvSpPr>
                <a:spLocks/>
              </p:cNvSpPr>
              <p:nvPr/>
            </p:nvSpPr>
            <p:spPr bwMode="auto">
              <a:xfrm>
                <a:off x="12824398" y="9775302"/>
                <a:ext cx="366243" cy="324926"/>
              </a:xfrm>
              <a:custGeom>
                <a:avLst/>
                <a:gdLst>
                  <a:gd name="T0" fmla="*/ 39 w 39"/>
                  <a:gd name="T1" fmla="*/ 22 h 35"/>
                  <a:gd name="T2" fmla="*/ 38 w 39"/>
                  <a:gd name="T3" fmla="*/ 18 h 35"/>
                  <a:gd name="T4" fmla="*/ 39 w 39"/>
                  <a:gd name="T5" fmla="*/ 14 h 35"/>
                  <a:gd name="T6" fmla="*/ 38 w 39"/>
                  <a:gd name="T7" fmla="*/ 7 h 35"/>
                  <a:gd name="T8" fmla="*/ 27 w 39"/>
                  <a:gd name="T9" fmla="*/ 2 h 35"/>
                  <a:gd name="T10" fmla="*/ 24 w 39"/>
                  <a:gd name="T11" fmla="*/ 0 h 35"/>
                  <a:gd name="T12" fmla="*/ 19 w 39"/>
                  <a:gd name="T13" fmla="*/ 3 h 35"/>
                  <a:gd name="T14" fmla="*/ 13 w 39"/>
                  <a:gd name="T15" fmla="*/ 7 h 35"/>
                  <a:gd name="T16" fmla="*/ 9 w 39"/>
                  <a:gd name="T17" fmla="*/ 12 h 35"/>
                  <a:gd name="T18" fmla="*/ 2 w 39"/>
                  <a:gd name="T19" fmla="*/ 12 h 35"/>
                  <a:gd name="T20" fmla="*/ 5 w 39"/>
                  <a:gd name="T21" fmla="*/ 16 h 35"/>
                  <a:gd name="T22" fmla="*/ 8 w 39"/>
                  <a:gd name="T23" fmla="*/ 21 h 35"/>
                  <a:gd name="T24" fmla="*/ 11 w 39"/>
                  <a:gd name="T25" fmla="*/ 23 h 35"/>
                  <a:gd name="T26" fmla="*/ 11 w 39"/>
                  <a:gd name="T27" fmla="*/ 24 h 35"/>
                  <a:gd name="T28" fmla="*/ 14 w 39"/>
                  <a:gd name="T29" fmla="*/ 25 h 35"/>
                  <a:gd name="T30" fmla="*/ 13 w 39"/>
                  <a:gd name="T31" fmla="*/ 28 h 35"/>
                  <a:gd name="T32" fmla="*/ 15 w 39"/>
                  <a:gd name="T33" fmla="*/ 31 h 35"/>
                  <a:gd name="T34" fmla="*/ 20 w 39"/>
                  <a:gd name="T35" fmla="*/ 34 h 35"/>
                  <a:gd name="T36" fmla="*/ 25 w 39"/>
                  <a:gd name="T37" fmla="*/ 35 h 35"/>
                  <a:gd name="T38" fmla="*/ 27 w 39"/>
                  <a:gd name="T39" fmla="*/ 35 h 35"/>
                  <a:gd name="T40" fmla="*/ 34 w 39"/>
                  <a:gd name="T41" fmla="*/ 31 h 35"/>
                  <a:gd name="T42" fmla="*/ 36 w 39"/>
                  <a:gd name="T43" fmla="*/ 27 h 35"/>
                  <a:gd name="T44" fmla="*/ 39 w 39"/>
                  <a:gd name="T45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9" h="35">
                    <a:moveTo>
                      <a:pt x="39" y="22"/>
                    </a:moveTo>
                    <a:cubicBezTo>
                      <a:pt x="39" y="21"/>
                      <a:pt x="38" y="19"/>
                      <a:pt x="38" y="18"/>
                    </a:cubicBezTo>
                    <a:cubicBezTo>
                      <a:pt x="38" y="16"/>
                      <a:pt x="39" y="15"/>
                      <a:pt x="39" y="14"/>
                    </a:cubicBezTo>
                    <a:cubicBezTo>
                      <a:pt x="39" y="11"/>
                      <a:pt x="39" y="9"/>
                      <a:pt x="38" y="7"/>
                    </a:cubicBezTo>
                    <a:cubicBezTo>
                      <a:pt x="38" y="4"/>
                      <a:pt x="29" y="2"/>
                      <a:pt x="27" y="2"/>
                    </a:cubicBezTo>
                    <a:cubicBezTo>
                      <a:pt x="27" y="0"/>
                      <a:pt x="27" y="0"/>
                      <a:pt x="24" y="0"/>
                    </a:cubicBezTo>
                    <a:cubicBezTo>
                      <a:pt x="21" y="0"/>
                      <a:pt x="21" y="1"/>
                      <a:pt x="19" y="3"/>
                    </a:cubicBezTo>
                    <a:cubicBezTo>
                      <a:pt x="18" y="5"/>
                      <a:pt x="15" y="6"/>
                      <a:pt x="13" y="7"/>
                    </a:cubicBezTo>
                    <a:cubicBezTo>
                      <a:pt x="12" y="9"/>
                      <a:pt x="11" y="12"/>
                      <a:pt x="9" y="12"/>
                    </a:cubicBezTo>
                    <a:cubicBezTo>
                      <a:pt x="7" y="12"/>
                      <a:pt x="5" y="11"/>
                      <a:pt x="2" y="12"/>
                    </a:cubicBezTo>
                    <a:cubicBezTo>
                      <a:pt x="0" y="13"/>
                      <a:pt x="4" y="15"/>
                      <a:pt x="5" y="16"/>
                    </a:cubicBezTo>
                    <a:cubicBezTo>
                      <a:pt x="6" y="18"/>
                      <a:pt x="6" y="20"/>
                      <a:pt x="8" y="21"/>
                    </a:cubicBezTo>
                    <a:cubicBezTo>
                      <a:pt x="9" y="22"/>
                      <a:pt x="10" y="23"/>
                      <a:pt x="11" y="23"/>
                    </a:cubicBezTo>
                    <a:cubicBezTo>
                      <a:pt x="12" y="23"/>
                      <a:pt x="11" y="24"/>
                      <a:pt x="11" y="24"/>
                    </a:cubicBezTo>
                    <a:cubicBezTo>
                      <a:pt x="12" y="24"/>
                      <a:pt x="13" y="25"/>
                      <a:pt x="14" y="25"/>
                    </a:cubicBezTo>
                    <a:cubicBezTo>
                      <a:pt x="14" y="26"/>
                      <a:pt x="13" y="27"/>
                      <a:pt x="13" y="28"/>
                    </a:cubicBezTo>
                    <a:cubicBezTo>
                      <a:pt x="13" y="29"/>
                      <a:pt x="14" y="31"/>
                      <a:pt x="15" y="31"/>
                    </a:cubicBezTo>
                    <a:cubicBezTo>
                      <a:pt x="18" y="31"/>
                      <a:pt x="19" y="31"/>
                      <a:pt x="20" y="34"/>
                    </a:cubicBezTo>
                    <a:cubicBezTo>
                      <a:pt x="21" y="35"/>
                      <a:pt x="23" y="34"/>
                      <a:pt x="25" y="35"/>
                    </a:cubicBezTo>
                    <a:cubicBezTo>
                      <a:pt x="26" y="35"/>
                      <a:pt x="26" y="35"/>
                      <a:pt x="27" y="35"/>
                    </a:cubicBezTo>
                    <a:cubicBezTo>
                      <a:pt x="31" y="35"/>
                      <a:pt x="32" y="34"/>
                      <a:pt x="34" y="31"/>
                    </a:cubicBezTo>
                    <a:cubicBezTo>
                      <a:pt x="35" y="30"/>
                      <a:pt x="36" y="28"/>
                      <a:pt x="36" y="27"/>
                    </a:cubicBezTo>
                    <a:cubicBezTo>
                      <a:pt x="37" y="25"/>
                      <a:pt x="39" y="24"/>
                      <a:pt x="39" y="2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8" name="Freeform 737"/>
              <p:cNvSpPr>
                <a:spLocks/>
              </p:cNvSpPr>
              <p:nvPr/>
            </p:nvSpPr>
            <p:spPr bwMode="auto">
              <a:xfrm>
                <a:off x="13069621" y="10259505"/>
                <a:ext cx="92356" cy="105124"/>
              </a:xfrm>
              <a:custGeom>
                <a:avLst/>
                <a:gdLst>
                  <a:gd name="T0" fmla="*/ 5 w 10"/>
                  <a:gd name="T1" fmla="*/ 1 h 11"/>
                  <a:gd name="T2" fmla="*/ 7 w 10"/>
                  <a:gd name="T3" fmla="*/ 9 h 11"/>
                  <a:gd name="T4" fmla="*/ 5 w 10"/>
                  <a:gd name="T5" fmla="*/ 1 h 11"/>
                  <a:gd name="T6" fmla="*/ 5 w 10"/>
                  <a:gd name="T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1">
                    <a:moveTo>
                      <a:pt x="5" y="1"/>
                    </a:moveTo>
                    <a:cubicBezTo>
                      <a:pt x="0" y="2"/>
                      <a:pt x="3" y="11"/>
                      <a:pt x="7" y="9"/>
                    </a:cubicBezTo>
                    <a:cubicBezTo>
                      <a:pt x="10" y="8"/>
                      <a:pt x="9" y="0"/>
                      <a:pt x="5" y="1"/>
                    </a:cubicBezTo>
                    <a:cubicBezTo>
                      <a:pt x="3" y="1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39" name="Freeform 738"/>
              <p:cNvSpPr>
                <a:spLocks noEditPoints="1"/>
              </p:cNvSpPr>
              <p:nvPr/>
            </p:nvSpPr>
            <p:spPr bwMode="auto">
              <a:xfrm>
                <a:off x="12442232" y="10090673"/>
                <a:ext cx="738853" cy="646665"/>
              </a:xfrm>
              <a:custGeom>
                <a:avLst/>
                <a:gdLst>
                  <a:gd name="T0" fmla="*/ 74 w 79"/>
                  <a:gd name="T1" fmla="*/ 27 h 69"/>
                  <a:gd name="T2" fmla="*/ 69 w 79"/>
                  <a:gd name="T3" fmla="*/ 22 h 69"/>
                  <a:gd name="T4" fmla="*/ 72 w 79"/>
                  <a:gd name="T5" fmla="*/ 19 h 69"/>
                  <a:gd name="T6" fmla="*/ 75 w 79"/>
                  <a:gd name="T7" fmla="*/ 20 h 69"/>
                  <a:gd name="T8" fmla="*/ 75 w 79"/>
                  <a:gd name="T9" fmla="*/ 11 h 69"/>
                  <a:gd name="T10" fmla="*/ 73 w 79"/>
                  <a:gd name="T11" fmla="*/ 7 h 69"/>
                  <a:gd name="T12" fmla="*/ 72 w 79"/>
                  <a:gd name="T13" fmla="*/ 1 h 69"/>
                  <a:gd name="T14" fmla="*/ 66 w 79"/>
                  <a:gd name="T15" fmla="*/ 1 h 69"/>
                  <a:gd name="T16" fmla="*/ 60 w 79"/>
                  <a:gd name="T17" fmla="*/ 2 h 69"/>
                  <a:gd name="T18" fmla="*/ 55 w 79"/>
                  <a:gd name="T19" fmla="*/ 5 h 69"/>
                  <a:gd name="T20" fmla="*/ 51 w 79"/>
                  <a:gd name="T21" fmla="*/ 8 h 69"/>
                  <a:gd name="T22" fmla="*/ 49 w 79"/>
                  <a:gd name="T23" fmla="*/ 12 h 69"/>
                  <a:gd name="T24" fmla="*/ 45 w 79"/>
                  <a:gd name="T25" fmla="*/ 14 h 69"/>
                  <a:gd name="T26" fmla="*/ 44 w 79"/>
                  <a:gd name="T27" fmla="*/ 17 h 69"/>
                  <a:gd name="T28" fmla="*/ 34 w 79"/>
                  <a:gd name="T29" fmla="*/ 17 h 69"/>
                  <a:gd name="T30" fmla="*/ 28 w 79"/>
                  <a:gd name="T31" fmla="*/ 21 h 69"/>
                  <a:gd name="T32" fmla="*/ 24 w 79"/>
                  <a:gd name="T33" fmla="*/ 24 h 69"/>
                  <a:gd name="T34" fmla="*/ 20 w 79"/>
                  <a:gd name="T35" fmla="*/ 23 h 69"/>
                  <a:gd name="T36" fmla="*/ 17 w 79"/>
                  <a:gd name="T37" fmla="*/ 14 h 69"/>
                  <a:gd name="T38" fmla="*/ 17 w 79"/>
                  <a:gd name="T39" fmla="*/ 29 h 69"/>
                  <a:gd name="T40" fmla="*/ 17 w 79"/>
                  <a:gd name="T41" fmla="*/ 33 h 69"/>
                  <a:gd name="T42" fmla="*/ 9 w 79"/>
                  <a:gd name="T43" fmla="*/ 35 h 69"/>
                  <a:gd name="T44" fmla="*/ 6 w 79"/>
                  <a:gd name="T45" fmla="*/ 34 h 69"/>
                  <a:gd name="T46" fmla="*/ 2 w 79"/>
                  <a:gd name="T47" fmla="*/ 33 h 69"/>
                  <a:gd name="T48" fmla="*/ 3 w 79"/>
                  <a:gd name="T49" fmla="*/ 40 h 69"/>
                  <a:gd name="T50" fmla="*/ 5 w 79"/>
                  <a:gd name="T51" fmla="*/ 45 h 69"/>
                  <a:gd name="T52" fmla="*/ 9 w 79"/>
                  <a:gd name="T53" fmla="*/ 56 h 69"/>
                  <a:gd name="T54" fmla="*/ 8 w 79"/>
                  <a:gd name="T55" fmla="*/ 60 h 69"/>
                  <a:gd name="T56" fmla="*/ 9 w 79"/>
                  <a:gd name="T57" fmla="*/ 62 h 69"/>
                  <a:gd name="T58" fmla="*/ 10 w 79"/>
                  <a:gd name="T59" fmla="*/ 66 h 69"/>
                  <a:gd name="T60" fmla="*/ 11 w 79"/>
                  <a:gd name="T61" fmla="*/ 64 h 69"/>
                  <a:gd name="T62" fmla="*/ 15 w 79"/>
                  <a:gd name="T63" fmla="*/ 68 h 69"/>
                  <a:gd name="T64" fmla="*/ 21 w 79"/>
                  <a:gd name="T65" fmla="*/ 66 h 69"/>
                  <a:gd name="T66" fmla="*/ 26 w 79"/>
                  <a:gd name="T67" fmla="*/ 65 h 69"/>
                  <a:gd name="T68" fmla="*/ 31 w 79"/>
                  <a:gd name="T69" fmla="*/ 64 h 69"/>
                  <a:gd name="T70" fmla="*/ 38 w 79"/>
                  <a:gd name="T71" fmla="*/ 64 h 69"/>
                  <a:gd name="T72" fmla="*/ 39 w 79"/>
                  <a:gd name="T73" fmla="*/ 64 h 69"/>
                  <a:gd name="T74" fmla="*/ 41 w 79"/>
                  <a:gd name="T75" fmla="*/ 63 h 69"/>
                  <a:gd name="T76" fmla="*/ 42 w 79"/>
                  <a:gd name="T77" fmla="*/ 62 h 69"/>
                  <a:gd name="T78" fmla="*/ 44 w 79"/>
                  <a:gd name="T79" fmla="*/ 65 h 69"/>
                  <a:gd name="T80" fmla="*/ 46 w 79"/>
                  <a:gd name="T81" fmla="*/ 62 h 69"/>
                  <a:gd name="T82" fmla="*/ 57 w 79"/>
                  <a:gd name="T83" fmla="*/ 56 h 69"/>
                  <a:gd name="T84" fmla="*/ 65 w 79"/>
                  <a:gd name="T85" fmla="*/ 48 h 69"/>
                  <a:gd name="T86" fmla="*/ 72 w 79"/>
                  <a:gd name="T87" fmla="*/ 37 h 69"/>
                  <a:gd name="T88" fmla="*/ 77 w 79"/>
                  <a:gd name="T89" fmla="*/ 33 h 69"/>
                  <a:gd name="T90" fmla="*/ 79 w 79"/>
                  <a:gd name="T91" fmla="*/ 25 h 69"/>
                  <a:gd name="T92" fmla="*/ 76 w 79"/>
                  <a:gd name="T93" fmla="*/ 25 h 69"/>
                  <a:gd name="T94" fmla="*/ 74 w 79"/>
                  <a:gd name="T95" fmla="*/ 27 h 69"/>
                  <a:gd name="T96" fmla="*/ 62 w 79"/>
                  <a:gd name="T97" fmla="*/ 39 h 69"/>
                  <a:gd name="T98" fmla="*/ 61 w 79"/>
                  <a:gd name="T99" fmla="*/ 41 h 69"/>
                  <a:gd name="T100" fmla="*/ 57 w 79"/>
                  <a:gd name="T101" fmla="*/ 43 h 69"/>
                  <a:gd name="T102" fmla="*/ 55 w 79"/>
                  <a:gd name="T103" fmla="*/ 44 h 69"/>
                  <a:gd name="T104" fmla="*/ 52 w 79"/>
                  <a:gd name="T105" fmla="*/ 41 h 69"/>
                  <a:gd name="T106" fmla="*/ 56 w 79"/>
                  <a:gd name="T107" fmla="*/ 35 h 69"/>
                  <a:gd name="T108" fmla="*/ 60 w 79"/>
                  <a:gd name="T109" fmla="*/ 35 h 69"/>
                  <a:gd name="T110" fmla="*/ 62 w 79"/>
                  <a:gd name="T111" fmla="*/ 39 h 69"/>
                  <a:gd name="T112" fmla="*/ 62 w 79"/>
                  <a:gd name="T113" fmla="*/ 3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9" h="69">
                    <a:moveTo>
                      <a:pt x="74" y="27"/>
                    </a:moveTo>
                    <a:cubicBezTo>
                      <a:pt x="71" y="27"/>
                      <a:pt x="68" y="24"/>
                      <a:pt x="69" y="22"/>
                    </a:cubicBezTo>
                    <a:cubicBezTo>
                      <a:pt x="69" y="20"/>
                      <a:pt x="71" y="19"/>
                      <a:pt x="72" y="19"/>
                    </a:cubicBezTo>
                    <a:cubicBezTo>
                      <a:pt x="73" y="19"/>
                      <a:pt x="74" y="20"/>
                      <a:pt x="75" y="20"/>
                    </a:cubicBezTo>
                    <a:cubicBezTo>
                      <a:pt x="75" y="17"/>
                      <a:pt x="76" y="14"/>
                      <a:pt x="75" y="11"/>
                    </a:cubicBezTo>
                    <a:cubicBezTo>
                      <a:pt x="74" y="10"/>
                      <a:pt x="73" y="8"/>
                      <a:pt x="73" y="7"/>
                    </a:cubicBezTo>
                    <a:cubicBezTo>
                      <a:pt x="72" y="5"/>
                      <a:pt x="72" y="3"/>
                      <a:pt x="72" y="1"/>
                    </a:cubicBezTo>
                    <a:cubicBezTo>
                      <a:pt x="70" y="2"/>
                      <a:pt x="67" y="1"/>
                      <a:pt x="66" y="1"/>
                    </a:cubicBezTo>
                    <a:cubicBezTo>
                      <a:pt x="63" y="0"/>
                      <a:pt x="61" y="0"/>
                      <a:pt x="60" y="2"/>
                    </a:cubicBezTo>
                    <a:cubicBezTo>
                      <a:pt x="58" y="3"/>
                      <a:pt x="56" y="3"/>
                      <a:pt x="55" y="5"/>
                    </a:cubicBezTo>
                    <a:cubicBezTo>
                      <a:pt x="54" y="6"/>
                      <a:pt x="52" y="7"/>
                      <a:pt x="51" y="8"/>
                    </a:cubicBezTo>
                    <a:cubicBezTo>
                      <a:pt x="50" y="9"/>
                      <a:pt x="50" y="11"/>
                      <a:pt x="49" y="12"/>
                    </a:cubicBezTo>
                    <a:cubicBezTo>
                      <a:pt x="48" y="14"/>
                      <a:pt x="46" y="12"/>
                      <a:pt x="45" y="14"/>
                    </a:cubicBezTo>
                    <a:cubicBezTo>
                      <a:pt x="44" y="15"/>
                      <a:pt x="45" y="16"/>
                      <a:pt x="44" y="17"/>
                    </a:cubicBezTo>
                    <a:cubicBezTo>
                      <a:pt x="42" y="21"/>
                      <a:pt x="37" y="18"/>
                      <a:pt x="34" y="17"/>
                    </a:cubicBezTo>
                    <a:cubicBezTo>
                      <a:pt x="31" y="15"/>
                      <a:pt x="30" y="19"/>
                      <a:pt x="28" y="21"/>
                    </a:cubicBezTo>
                    <a:cubicBezTo>
                      <a:pt x="27" y="22"/>
                      <a:pt x="26" y="24"/>
                      <a:pt x="24" y="24"/>
                    </a:cubicBezTo>
                    <a:cubicBezTo>
                      <a:pt x="24" y="24"/>
                      <a:pt x="20" y="24"/>
                      <a:pt x="20" y="23"/>
                    </a:cubicBezTo>
                    <a:cubicBezTo>
                      <a:pt x="22" y="20"/>
                      <a:pt x="21" y="15"/>
                      <a:pt x="17" y="14"/>
                    </a:cubicBezTo>
                    <a:cubicBezTo>
                      <a:pt x="17" y="19"/>
                      <a:pt x="17" y="24"/>
                      <a:pt x="17" y="29"/>
                    </a:cubicBezTo>
                    <a:cubicBezTo>
                      <a:pt x="17" y="29"/>
                      <a:pt x="18" y="32"/>
                      <a:pt x="17" y="33"/>
                    </a:cubicBezTo>
                    <a:cubicBezTo>
                      <a:pt x="14" y="35"/>
                      <a:pt x="13" y="36"/>
                      <a:pt x="9" y="35"/>
                    </a:cubicBezTo>
                    <a:cubicBezTo>
                      <a:pt x="8" y="35"/>
                      <a:pt x="7" y="35"/>
                      <a:pt x="6" y="34"/>
                    </a:cubicBezTo>
                    <a:cubicBezTo>
                      <a:pt x="5" y="32"/>
                      <a:pt x="4" y="31"/>
                      <a:pt x="2" y="33"/>
                    </a:cubicBezTo>
                    <a:cubicBezTo>
                      <a:pt x="0" y="35"/>
                      <a:pt x="2" y="38"/>
                      <a:pt x="3" y="40"/>
                    </a:cubicBezTo>
                    <a:cubicBezTo>
                      <a:pt x="4" y="41"/>
                      <a:pt x="5" y="43"/>
                      <a:pt x="5" y="45"/>
                    </a:cubicBezTo>
                    <a:cubicBezTo>
                      <a:pt x="7" y="49"/>
                      <a:pt x="11" y="51"/>
                      <a:pt x="9" y="56"/>
                    </a:cubicBezTo>
                    <a:cubicBezTo>
                      <a:pt x="8" y="58"/>
                      <a:pt x="7" y="58"/>
                      <a:pt x="8" y="60"/>
                    </a:cubicBezTo>
                    <a:cubicBezTo>
                      <a:pt x="9" y="61"/>
                      <a:pt x="9" y="62"/>
                      <a:pt x="9" y="62"/>
                    </a:cubicBezTo>
                    <a:cubicBezTo>
                      <a:pt x="10" y="63"/>
                      <a:pt x="9" y="65"/>
                      <a:pt x="10" y="66"/>
                    </a:cubicBezTo>
                    <a:cubicBezTo>
                      <a:pt x="10" y="66"/>
                      <a:pt x="10" y="64"/>
                      <a:pt x="11" y="64"/>
                    </a:cubicBezTo>
                    <a:cubicBezTo>
                      <a:pt x="11" y="64"/>
                      <a:pt x="14" y="67"/>
                      <a:pt x="15" y="68"/>
                    </a:cubicBezTo>
                    <a:cubicBezTo>
                      <a:pt x="17" y="69"/>
                      <a:pt x="19" y="66"/>
                      <a:pt x="21" y="66"/>
                    </a:cubicBezTo>
                    <a:cubicBezTo>
                      <a:pt x="23" y="65"/>
                      <a:pt x="25" y="67"/>
                      <a:pt x="26" y="65"/>
                    </a:cubicBezTo>
                    <a:cubicBezTo>
                      <a:pt x="28" y="64"/>
                      <a:pt x="29" y="64"/>
                      <a:pt x="31" y="64"/>
                    </a:cubicBezTo>
                    <a:cubicBezTo>
                      <a:pt x="33" y="64"/>
                      <a:pt x="35" y="64"/>
                      <a:pt x="38" y="64"/>
                    </a:cubicBezTo>
                    <a:cubicBezTo>
                      <a:pt x="38" y="64"/>
                      <a:pt x="39" y="64"/>
                      <a:pt x="39" y="64"/>
                    </a:cubicBezTo>
                    <a:cubicBezTo>
                      <a:pt x="40" y="64"/>
                      <a:pt x="40" y="63"/>
                      <a:pt x="41" y="63"/>
                    </a:cubicBezTo>
                    <a:cubicBezTo>
                      <a:pt x="41" y="63"/>
                      <a:pt x="41" y="62"/>
                      <a:pt x="42" y="62"/>
                    </a:cubicBezTo>
                    <a:cubicBezTo>
                      <a:pt x="42" y="63"/>
                      <a:pt x="42" y="65"/>
                      <a:pt x="44" y="65"/>
                    </a:cubicBezTo>
                    <a:cubicBezTo>
                      <a:pt x="44" y="65"/>
                      <a:pt x="43" y="61"/>
                      <a:pt x="46" y="62"/>
                    </a:cubicBezTo>
                    <a:cubicBezTo>
                      <a:pt x="50" y="63"/>
                      <a:pt x="54" y="59"/>
                      <a:pt x="57" y="56"/>
                    </a:cubicBezTo>
                    <a:cubicBezTo>
                      <a:pt x="60" y="54"/>
                      <a:pt x="62" y="51"/>
                      <a:pt x="65" y="48"/>
                    </a:cubicBezTo>
                    <a:cubicBezTo>
                      <a:pt x="68" y="45"/>
                      <a:pt x="69" y="41"/>
                      <a:pt x="72" y="37"/>
                    </a:cubicBezTo>
                    <a:cubicBezTo>
                      <a:pt x="73" y="36"/>
                      <a:pt x="76" y="35"/>
                      <a:pt x="77" y="33"/>
                    </a:cubicBezTo>
                    <a:cubicBezTo>
                      <a:pt x="78" y="31"/>
                      <a:pt x="79" y="27"/>
                      <a:pt x="79" y="25"/>
                    </a:cubicBezTo>
                    <a:cubicBezTo>
                      <a:pt x="78" y="25"/>
                      <a:pt x="77" y="25"/>
                      <a:pt x="76" y="25"/>
                    </a:cubicBezTo>
                    <a:cubicBezTo>
                      <a:pt x="75" y="25"/>
                      <a:pt x="75" y="27"/>
                      <a:pt x="74" y="27"/>
                    </a:cubicBezTo>
                    <a:close/>
                    <a:moveTo>
                      <a:pt x="62" y="39"/>
                    </a:moveTo>
                    <a:cubicBezTo>
                      <a:pt x="61" y="39"/>
                      <a:pt x="61" y="41"/>
                      <a:pt x="61" y="41"/>
                    </a:cubicBezTo>
                    <a:cubicBezTo>
                      <a:pt x="60" y="43"/>
                      <a:pt x="58" y="42"/>
                      <a:pt x="57" y="43"/>
                    </a:cubicBezTo>
                    <a:cubicBezTo>
                      <a:pt x="56" y="43"/>
                      <a:pt x="56" y="44"/>
                      <a:pt x="55" y="44"/>
                    </a:cubicBezTo>
                    <a:cubicBezTo>
                      <a:pt x="53" y="44"/>
                      <a:pt x="52" y="42"/>
                      <a:pt x="52" y="41"/>
                    </a:cubicBezTo>
                    <a:cubicBezTo>
                      <a:pt x="51" y="39"/>
                      <a:pt x="54" y="36"/>
                      <a:pt x="56" y="35"/>
                    </a:cubicBezTo>
                    <a:cubicBezTo>
                      <a:pt x="57" y="34"/>
                      <a:pt x="59" y="34"/>
                      <a:pt x="60" y="35"/>
                    </a:cubicBezTo>
                    <a:cubicBezTo>
                      <a:pt x="61" y="36"/>
                      <a:pt x="64" y="38"/>
                      <a:pt x="62" y="39"/>
                    </a:cubicBezTo>
                    <a:cubicBezTo>
                      <a:pt x="61" y="39"/>
                      <a:pt x="63" y="38"/>
                      <a:pt x="62" y="3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0" name="Freeform 739"/>
              <p:cNvSpPr>
                <a:spLocks/>
              </p:cNvSpPr>
              <p:nvPr/>
            </p:nvSpPr>
            <p:spPr bwMode="auto">
              <a:xfrm>
                <a:off x="12919938" y="10399671"/>
                <a:ext cx="121018" cy="124237"/>
              </a:xfrm>
              <a:custGeom>
                <a:avLst/>
                <a:gdLst>
                  <a:gd name="T0" fmla="*/ 11 w 13"/>
                  <a:gd name="T1" fmla="*/ 4 h 13"/>
                  <a:gd name="T2" fmla="*/ 3 w 13"/>
                  <a:gd name="T3" fmla="*/ 3 h 13"/>
                  <a:gd name="T4" fmla="*/ 2 w 13"/>
                  <a:gd name="T5" fmla="*/ 9 h 13"/>
                  <a:gd name="T6" fmla="*/ 7 w 13"/>
                  <a:gd name="T7" fmla="*/ 9 h 13"/>
                  <a:gd name="T8" fmla="*/ 11 w 13"/>
                  <a:gd name="T9" fmla="*/ 4 h 13"/>
                  <a:gd name="T10" fmla="*/ 11 w 13"/>
                  <a:gd name="T11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13">
                    <a:moveTo>
                      <a:pt x="11" y="4"/>
                    </a:moveTo>
                    <a:cubicBezTo>
                      <a:pt x="9" y="2"/>
                      <a:pt x="5" y="0"/>
                      <a:pt x="3" y="3"/>
                    </a:cubicBezTo>
                    <a:cubicBezTo>
                      <a:pt x="1" y="5"/>
                      <a:pt x="0" y="7"/>
                      <a:pt x="2" y="9"/>
                    </a:cubicBezTo>
                    <a:cubicBezTo>
                      <a:pt x="4" y="13"/>
                      <a:pt x="5" y="9"/>
                      <a:pt x="7" y="9"/>
                    </a:cubicBezTo>
                    <a:cubicBezTo>
                      <a:pt x="10" y="9"/>
                      <a:pt x="13" y="5"/>
                      <a:pt x="11" y="4"/>
                    </a:cubicBezTo>
                    <a:cubicBezTo>
                      <a:pt x="10" y="3"/>
                      <a:pt x="12" y="4"/>
                      <a:pt x="11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1" name="Freeform 740"/>
              <p:cNvSpPr>
                <a:spLocks/>
              </p:cNvSpPr>
              <p:nvPr/>
            </p:nvSpPr>
            <p:spPr bwMode="auto">
              <a:xfrm>
                <a:off x="12263888" y="9240129"/>
                <a:ext cx="47770" cy="76452"/>
              </a:xfrm>
              <a:custGeom>
                <a:avLst/>
                <a:gdLst>
                  <a:gd name="T0" fmla="*/ 2 w 5"/>
                  <a:gd name="T1" fmla="*/ 5 h 8"/>
                  <a:gd name="T2" fmla="*/ 5 w 5"/>
                  <a:gd name="T3" fmla="*/ 1 h 8"/>
                  <a:gd name="T4" fmla="*/ 1 w 5"/>
                  <a:gd name="T5" fmla="*/ 3 h 8"/>
                  <a:gd name="T6" fmla="*/ 0 w 5"/>
                  <a:gd name="T7" fmla="*/ 8 h 8"/>
                  <a:gd name="T8" fmla="*/ 2 w 5"/>
                  <a:gd name="T9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8">
                    <a:moveTo>
                      <a:pt x="2" y="5"/>
                    </a:moveTo>
                    <a:cubicBezTo>
                      <a:pt x="2" y="4"/>
                      <a:pt x="4" y="2"/>
                      <a:pt x="5" y="1"/>
                    </a:cubicBezTo>
                    <a:cubicBezTo>
                      <a:pt x="4" y="0"/>
                      <a:pt x="2" y="2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2" y="7"/>
                      <a:pt x="2" y="6"/>
                      <a:pt x="2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2" name="Freeform 741"/>
              <p:cNvSpPr>
                <a:spLocks/>
              </p:cNvSpPr>
              <p:nvPr/>
            </p:nvSpPr>
            <p:spPr bwMode="auto">
              <a:xfrm>
                <a:off x="12219300" y="8857867"/>
                <a:ext cx="324842" cy="420492"/>
              </a:xfrm>
              <a:custGeom>
                <a:avLst/>
                <a:gdLst>
                  <a:gd name="T0" fmla="*/ 11 w 35"/>
                  <a:gd name="T1" fmla="*/ 44 h 45"/>
                  <a:gd name="T2" fmla="*/ 15 w 35"/>
                  <a:gd name="T3" fmla="*/ 41 h 45"/>
                  <a:gd name="T4" fmla="*/ 16 w 35"/>
                  <a:gd name="T5" fmla="*/ 43 h 45"/>
                  <a:gd name="T6" fmla="*/ 23 w 35"/>
                  <a:gd name="T7" fmla="*/ 37 h 45"/>
                  <a:gd name="T8" fmla="*/ 25 w 35"/>
                  <a:gd name="T9" fmla="*/ 26 h 45"/>
                  <a:gd name="T10" fmla="*/ 31 w 35"/>
                  <a:gd name="T11" fmla="*/ 16 h 45"/>
                  <a:gd name="T12" fmla="*/ 33 w 35"/>
                  <a:gd name="T13" fmla="*/ 8 h 45"/>
                  <a:gd name="T14" fmla="*/ 35 w 35"/>
                  <a:gd name="T15" fmla="*/ 2 h 45"/>
                  <a:gd name="T16" fmla="*/ 29 w 35"/>
                  <a:gd name="T17" fmla="*/ 1 h 45"/>
                  <a:gd name="T18" fmla="*/ 26 w 35"/>
                  <a:gd name="T19" fmla="*/ 2 h 45"/>
                  <a:gd name="T20" fmla="*/ 25 w 35"/>
                  <a:gd name="T21" fmla="*/ 6 h 45"/>
                  <a:gd name="T22" fmla="*/ 20 w 35"/>
                  <a:gd name="T23" fmla="*/ 10 h 45"/>
                  <a:gd name="T24" fmla="*/ 10 w 35"/>
                  <a:gd name="T25" fmla="*/ 8 h 45"/>
                  <a:gd name="T26" fmla="*/ 13 w 35"/>
                  <a:gd name="T27" fmla="*/ 13 h 45"/>
                  <a:gd name="T28" fmla="*/ 14 w 35"/>
                  <a:gd name="T29" fmla="*/ 19 h 45"/>
                  <a:gd name="T30" fmla="*/ 15 w 35"/>
                  <a:gd name="T31" fmla="*/ 22 h 45"/>
                  <a:gd name="T32" fmla="*/ 16 w 35"/>
                  <a:gd name="T33" fmla="*/ 25 h 45"/>
                  <a:gd name="T34" fmla="*/ 15 w 35"/>
                  <a:gd name="T35" fmla="*/ 32 h 45"/>
                  <a:gd name="T36" fmla="*/ 13 w 35"/>
                  <a:gd name="T37" fmla="*/ 31 h 45"/>
                  <a:gd name="T38" fmla="*/ 10 w 35"/>
                  <a:gd name="T39" fmla="*/ 32 h 45"/>
                  <a:gd name="T40" fmla="*/ 8 w 35"/>
                  <a:gd name="T41" fmla="*/ 29 h 45"/>
                  <a:gd name="T42" fmla="*/ 6 w 35"/>
                  <a:gd name="T43" fmla="*/ 32 h 45"/>
                  <a:gd name="T44" fmla="*/ 4 w 35"/>
                  <a:gd name="T45" fmla="*/ 32 h 45"/>
                  <a:gd name="T46" fmla="*/ 3 w 35"/>
                  <a:gd name="T47" fmla="*/ 35 h 45"/>
                  <a:gd name="T48" fmla="*/ 0 w 35"/>
                  <a:gd name="T49" fmla="*/ 39 h 45"/>
                  <a:gd name="T50" fmla="*/ 5 w 35"/>
                  <a:gd name="T51" fmla="*/ 45 h 45"/>
                  <a:gd name="T52" fmla="*/ 8 w 35"/>
                  <a:gd name="T53" fmla="*/ 42 h 45"/>
                  <a:gd name="T54" fmla="*/ 11 w 35"/>
                  <a:gd name="T55" fmla="*/ 44 h 45"/>
                  <a:gd name="T56" fmla="*/ 11 w 35"/>
                  <a:gd name="T57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" h="45">
                    <a:moveTo>
                      <a:pt x="11" y="44"/>
                    </a:moveTo>
                    <a:cubicBezTo>
                      <a:pt x="12" y="44"/>
                      <a:pt x="14" y="42"/>
                      <a:pt x="15" y="41"/>
                    </a:cubicBezTo>
                    <a:cubicBezTo>
                      <a:pt x="17" y="40"/>
                      <a:pt x="15" y="43"/>
                      <a:pt x="16" y="43"/>
                    </a:cubicBezTo>
                    <a:cubicBezTo>
                      <a:pt x="16" y="43"/>
                      <a:pt x="23" y="39"/>
                      <a:pt x="23" y="37"/>
                    </a:cubicBezTo>
                    <a:cubicBezTo>
                      <a:pt x="23" y="33"/>
                      <a:pt x="23" y="29"/>
                      <a:pt x="25" y="26"/>
                    </a:cubicBezTo>
                    <a:cubicBezTo>
                      <a:pt x="27" y="22"/>
                      <a:pt x="30" y="19"/>
                      <a:pt x="31" y="16"/>
                    </a:cubicBezTo>
                    <a:cubicBezTo>
                      <a:pt x="32" y="13"/>
                      <a:pt x="32" y="11"/>
                      <a:pt x="33" y="8"/>
                    </a:cubicBezTo>
                    <a:cubicBezTo>
                      <a:pt x="33" y="6"/>
                      <a:pt x="35" y="4"/>
                      <a:pt x="35" y="2"/>
                    </a:cubicBezTo>
                    <a:cubicBezTo>
                      <a:pt x="33" y="2"/>
                      <a:pt x="31" y="0"/>
                      <a:pt x="29" y="1"/>
                    </a:cubicBezTo>
                    <a:cubicBezTo>
                      <a:pt x="28" y="1"/>
                      <a:pt x="26" y="1"/>
                      <a:pt x="26" y="2"/>
                    </a:cubicBezTo>
                    <a:cubicBezTo>
                      <a:pt x="25" y="4"/>
                      <a:pt x="25" y="5"/>
                      <a:pt x="25" y="6"/>
                    </a:cubicBezTo>
                    <a:cubicBezTo>
                      <a:pt x="24" y="9"/>
                      <a:pt x="23" y="10"/>
                      <a:pt x="20" y="10"/>
                    </a:cubicBezTo>
                    <a:cubicBezTo>
                      <a:pt x="17" y="9"/>
                      <a:pt x="13" y="8"/>
                      <a:pt x="10" y="8"/>
                    </a:cubicBezTo>
                    <a:cubicBezTo>
                      <a:pt x="10" y="10"/>
                      <a:pt x="9" y="14"/>
                      <a:pt x="13" y="13"/>
                    </a:cubicBezTo>
                    <a:cubicBezTo>
                      <a:pt x="17" y="11"/>
                      <a:pt x="14" y="17"/>
                      <a:pt x="14" y="19"/>
                    </a:cubicBezTo>
                    <a:cubicBezTo>
                      <a:pt x="14" y="20"/>
                      <a:pt x="14" y="21"/>
                      <a:pt x="15" y="22"/>
                    </a:cubicBezTo>
                    <a:cubicBezTo>
                      <a:pt x="16" y="23"/>
                      <a:pt x="16" y="24"/>
                      <a:pt x="16" y="25"/>
                    </a:cubicBezTo>
                    <a:cubicBezTo>
                      <a:pt x="16" y="27"/>
                      <a:pt x="16" y="30"/>
                      <a:pt x="15" y="32"/>
                    </a:cubicBezTo>
                    <a:cubicBezTo>
                      <a:pt x="15" y="33"/>
                      <a:pt x="13" y="31"/>
                      <a:pt x="13" y="31"/>
                    </a:cubicBezTo>
                    <a:cubicBezTo>
                      <a:pt x="11" y="31"/>
                      <a:pt x="11" y="33"/>
                      <a:pt x="10" y="32"/>
                    </a:cubicBezTo>
                    <a:cubicBezTo>
                      <a:pt x="10" y="31"/>
                      <a:pt x="9" y="30"/>
                      <a:pt x="8" y="29"/>
                    </a:cubicBezTo>
                    <a:cubicBezTo>
                      <a:pt x="7" y="29"/>
                      <a:pt x="7" y="31"/>
                      <a:pt x="6" y="32"/>
                    </a:cubicBezTo>
                    <a:cubicBezTo>
                      <a:pt x="6" y="32"/>
                      <a:pt x="4" y="32"/>
                      <a:pt x="4" y="32"/>
                    </a:cubicBezTo>
                    <a:cubicBezTo>
                      <a:pt x="2" y="32"/>
                      <a:pt x="3" y="34"/>
                      <a:pt x="3" y="35"/>
                    </a:cubicBezTo>
                    <a:cubicBezTo>
                      <a:pt x="4" y="38"/>
                      <a:pt x="3" y="37"/>
                      <a:pt x="0" y="39"/>
                    </a:cubicBezTo>
                    <a:cubicBezTo>
                      <a:pt x="2" y="41"/>
                      <a:pt x="4" y="42"/>
                      <a:pt x="5" y="45"/>
                    </a:cubicBezTo>
                    <a:cubicBezTo>
                      <a:pt x="6" y="44"/>
                      <a:pt x="7" y="43"/>
                      <a:pt x="8" y="42"/>
                    </a:cubicBezTo>
                    <a:cubicBezTo>
                      <a:pt x="10" y="41"/>
                      <a:pt x="10" y="43"/>
                      <a:pt x="11" y="44"/>
                    </a:cubicBezTo>
                    <a:cubicBezTo>
                      <a:pt x="12" y="44"/>
                      <a:pt x="10" y="43"/>
                      <a:pt x="11" y="4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3" name="Freeform 742"/>
              <p:cNvSpPr>
                <a:spLocks/>
              </p:cNvSpPr>
              <p:nvPr/>
            </p:nvSpPr>
            <p:spPr bwMode="auto">
              <a:xfrm>
                <a:off x="12359429" y="8520197"/>
                <a:ext cx="595542" cy="420492"/>
              </a:xfrm>
              <a:custGeom>
                <a:avLst/>
                <a:gdLst>
                  <a:gd name="T0" fmla="*/ 12 w 64"/>
                  <a:gd name="T1" fmla="*/ 37 h 45"/>
                  <a:gd name="T2" fmla="*/ 17 w 64"/>
                  <a:gd name="T3" fmla="*/ 37 h 45"/>
                  <a:gd name="T4" fmla="*/ 20 w 64"/>
                  <a:gd name="T5" fmla="*/ 38 h 45"/>
                  <a:gd name="T6" fmla="*/ 21 w 64"/>
                  <a:gd name="T7" fmla="*/ 33 h 45"/>
                  <a:gd name="T8" fmla="*/ 25 w 64"/>
                  <a:gd name="T9" fmla="*/ 30 h 45"/>
                  <a:gd name="T10" fmla="*/ 30 w 64"/>
                  <a:gd name="T11" fmla="*/ 33 h 45"/>
                  <a:gd name="T12" fmla="*/ 36 w 64"/>
                  <a:gd name="T13" fmla="*/ 34 h 45"/>
                  <a:gd name="T14" fmla="*/ 39 w 64"/>
                  <a:gd name="T15" fmla="*/ 34 h 45"/>
                  <a:gd name="T16" fmla="*/ 41 w 64"/>
                  <a:gd name="T17" fmla="*/ 30 h 45"/>
                  <a:gd name="T18" fmla="*/ 45 w 64"/>
                  <a:gd name="T19" fmla="*/ 31 h 45"/>
                  <a:gd name="T20" fmla="*/ 50 w 64"/>
                  <a:gd name="T21" fmla="*/ 31 h 45"/>
                  <a:gd name="T22" fmla="*/ 55 w 64"/>
                  <a:gd name="T23" fmla="*/ 29 h 45"/>
                  <a:gd name="T24" fmla="*/ 60 w 64"/>
                  <a:gd name="T25" fmla="*/ 30 h 45"/>
                  <a:gd name="T26" fmla="*/ 58 w 64"/>
                  <a:gd name="T27" fmla="*/ 24 h 45"/>
                  <a:gd name="T28" fmla="*/ 55 w 64"/>
                  <a:gd name="T29" fmla="*/ 20 h 45"/>
                  <a:gd name="T30" fmla="*/ 51 w 64"/>
                  <a:gd name="T31" fmla="*/ 16 h 45"/>
                  <a:gd name="T32" fmla="*/ 47 w 64"/>
                  <a:gd name="T33" fmla="*/ 13 h 45"/>
                  <a:gd name="T34" fmla="*/ 46 w 64"/>
                  <a:gd name="T35" fmla="*/ 12 h 45"/>
                  <a:gd name="T36" fmla="*/ 44 w 64"/>
                  <a:gd name="T37" fmla="*/ 12 h 45"/>
                  <a:gd name="T38" fmla="*/ 44 w 64"/>
                  <a:gd name="T39" fmla="*/ 6 h 45"/>
                  <a:gd name="T40" fmla="*/ 41 w 64"/>
                  <a:gd name="T41" fmla="*/ 1 h 45"/>
                  <a:gd name="T42" fmla="*/ 41 w 64"/>
                  <a:gd name="T43" fmla="*/ 0 h 45"/>
                  <a:gd name="T44" fmla="*/ 38 w 64"/>
                  <a:gd name="T45" fmla="*/ 0 h 45"/>
                  <a:gd name="T46" fmla="*/ 35 w 64"/>
                  <a:gd name="T47" fmla="*/ 3 h 45"/>
                  <a:gd name="T48" fmla="*/ 26 w 64"/>
                  <a:gd name="T49" fmla="*/ 10 h 45"/>
                  <a:gd name="T50" fmla="*/ 22 w 64"/>
                  <a:gd name="T51" fmla="*/ 11 h 45"/>
                  <a:gd name="T52" fmla="*/ 19 w 64"/>
                  <a:gd name="T53" fmla="*/ 15 h 45"/>
                  <a:gd name="T54" fmla="*/ 13 w 64"/>
                  <a:gd name="T55" fmla="*/ 17 h 45"/>
                  <a:gd name="T56" fmla="*/ 9 w 64"/>
                  <a:gd name="T57" fmla="*/ 17 h 45"/>
                  <a:gd name="T58" fmla="*/ 6 w 64"/>
                  <a:gd name="T59" fmla="*/ 18 h 45"/>
                  <a:gd name="T60" fmla="*/ 3 w 64"/>
                  <a:gd name="T61" fmla="*/ 23 h 45"/>
                  <a:gd name="T62" fmla="*/ 4 w 64"/>
                  <a:gd name="T63" fmla="*/ 34 h 45"/>
                  <a:gd name="T64" fmla="*/ 6 w 64"/>
                  <a:gd name="T65" fmla="*/ 39 h 45"/>
                  <a:gd name="T66" fmla="*/ 9 w 64"/>
                  <a:gd name="T67" fmla="*/ 45 h 45"/>
                  <a:gd name="T68" fmla="*/ 12 w 64"/>
                  <a:gd name="T69" fmla="*/ 3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4" h="45">
                    <a:moveTo>
                      <a:pt x="12" y="37"/>
                    </a:moveTo>
                    <a:cubicBezTo>
                      <a:pt x="13" y="37"/>
                      <a:pt x="16" y="36"/>
                      <a:pt x="17" y="37"/>
                    </a:cubicBezTo>
                    <a:cubicBezTo>
                      <a:pt x="17" y="38"/>
                      <a:pt x="20" y="38"/>
                      <a:pt x="20" y="38"/>
                    </a:cubicBezTo>
                    <a:cubicBezTo>
                      <a:pt x="21" y="36"/>
                      <a:pt x="20" y="34"/>
                      <a:pt x="21" y="33"/>
                    </a:cubicBezTo>
                    <a:cubicBezTo>
                      <a:pt x="21" y="32"/>
                      <a:pt x="23" y="29"/>
                      <a:pt x="25" y="30"/>
                    </a:cubicBezTo>
                    <a:cubicBezTo>
                      <a:pt x="27" y="30"/>
                      <a:pt x="28" y="32"/>
                      <a:pt x="30" y="33"/>
                    </a:cubicBezTo>
                    <a:cubicBezTo>
                      <a:pt x="32" y="34"/>
                      <a:pt x="34" y="34"/>
                      <a:pt x="36" y="34"/>
                    </a:cubicBezTo>
                    <a:cubicBezTo>
                      <a:pt x="37" y="34"/>
                      <a:pt x="39" y="35"/>
                      <a:pt x="39" y="34"/>
                    </a:cubicBezTo>
                    <a:cubicBezTo>
                      <a:pt x="40" y="33"/>
                      <a:pt x="40" y="29"/>
                      <a:pt x="41" y="30"/>
                    </a:cubicBezTo>
                    <a:cubicBezTo>
                      <a:pt x="43" y="31"/>
                      <a:pt x="43" y="31"/>
                      <a:pt x="45" y="31"/>
                    </a:cubicBezTo>
                    <a:cubicBezTo>
                      <a:pt x="47" y="30"/>
                      <a:pt x="48" y="31"/>
                      <a:pt x="50" y="31"/>
                    </a:cubicBezTo>
                    <a:cubicBezTo>
                      <a:pt x="52" y="31"/>
                      <a:pt x="53" y="28"/>
                      <a:pt x="55" y="29"/>
                    </a:cubicBezTo>
                    <a:cubicBezTo>
                      <a:pt x="56" y="29"/>
                      <a:pt x="58" y="31"/>
                      <a:pt x="60" y="30"/>
                    </a:cubicBezTo>
                    <a:cubicBezTo>
                      <a:pt x="64" y="28"/>
                      <a:pt x="59" y="26"/>
                      <a:pt x="58" y="24"/>
                    </a:cubicBezTo>
                    <a:cubicBezTo>
                      <a:pt x="57" y="22"/>
                      <a:pt x="57" y="21"/>
                      <a:pt x="55" y="20"/>
                    </a:cubicBezTo>
                    <a:cubicBezTo>
                      <a:pt x="53" y="19"/>
                      <a:pt x="52" y="18"/>
                      <a:pt x="51" y="16"/>
                    </a:cubicBezTo>
                    <a:cubicBezTo>
                      <a:pt x="51" y="14"/>
                      <a:pt x="49" y="14"/>
                      <a:pt x="47" y="13"/>
                    </a:cubicBezTo>
                    <a:cubicBezTo>
                      <a:pt x="47" y="13"/>
                      <a:pt x="47" y="12"/>
                      <a:pt x="46" y="12"/>
                    </a:cubicBezTo>
                    <a:cubicBezTo>
                      <a:pt x="46" y="12"/>
                      <a:pt x="44" y="12"/>
                      <a:pt x="44" y="12"/>
                    </a:cubicBezTo>
                    <a:cubicBezTo>
                      <a:pt x="43" y="11"/>
                      <a:pt x="44" y="7"/>
                      <a:pt x="44" y="6"/>
                    </a:cubicBezTo>
                    <a:cubicBezTo>
                      <a:pt x="44" y="4"/>
                      <a:pt x="42" y="3"/>
                      <a:pt x="41" y="1"/>
                    </a:cubicBezTo>
                    <a:cubicBezTo>
                      <a:pt x="41" y="1"/>
                      <a:pt x="41" y="0"/>
                      <a:pt x="41" y="0"/>
                    </a:cubicBezTo>
                    <a:cubicBezTo>
                      <a:pt x="40" y="0"/>
                      <a:pt x="39" y="0"/>
                      <a:pt x="38" y="0"/>
                    </a:cubicBezTo>
                    <a:cubicBezTo>
                      <a:pt x="36" y="1"/>
                      <a:pt x="36" y="1"/>
                      <a:pt x="35" y="3"/>
                    </a:cubicBezTo>
                    <a:cubicBezTo>
                      <a:pt x="35" y="6"/>
                      <a:pt x="28" y="10"/>
                      <a:pt x="26" y="10"/>
                    </a:cubicBezTo>
                    <a:cubicBezTo>
                      <a:pt x="25" y="10"/>
                      <a:pt x="21" y="10"/>
                      <a:pt x="22" y="11"/>
                    </a:cubicBezTo>
                    <a:cubicBezTo>
                      <a:pt x="23" y="13"/>
                      <a:pt x="20" y="15"/>
                      <a:pt x="19" y="15"/>
                    </a:cubicBezTo>
                    <a:cubicBezTo>
                      <a:pt x="17" y="16"/>
                      <a:pt x="15" y="17"/>
                      <a:pt x="13" y="17"/>
                    </a:cubicBezTo>
                    <a:cubicBezTo>
                      <a:pt x="11" y="18"/>
                      <a:pt x="11" y="16"/>
                      <a:pt x="9" y="17"/>
                    </a:cubicBezTo>
                    <a:cubicBezTo>
                      <a:pt x="7" y="18"/>
                      <a:pt x="6" y="17"/>
                      <a:pt x="6" y="18"/>
                    </a:cubicBezTo>
                    <a:cubicBezTo>
                      <a:pt x="5" y="20"/>
                      <a:pt x="4" y="22"/>
                      <a:pt x="3" y="23"/>
                    </a:cubicBezTo>
                    <a:cubicBezTo>
                      <a:pt x="0" y="27"/>
                      <a:pt x="2" y="30"/>
                      <a:pt x="4" y="34"/>
                    </a:cubicBezTo>
                    <a:cubicBezTo>
                      <a:pt x="5" y="36"/>
                      <a:pt x="5" y="37"/>
                      <a:pt x="6" y="39"/>
                    </a:cubicBezTo>
                    <a:cubicBezTo>
                      <a:pt x="8" y="41"/>
                      <a:pt x="9" y="42"/>
                      <a:pt x="9" y="45"/>
                    </a:cubicBezTo>
                    <a:cubicBezTo>
                      <a:pt x="9" y="44"/>
                      <a:pt x="10" y="37"/>
                      <a:pt x="12" y="3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4" name="Freeform 743"/>
              <p:cNvSpPr>
                <a:spLocks/>
              </p:cNvSpPr>
              <p:nvPr/>
            </p:nvSpPr>
            <p:spPr bwMode="auto">
              <a:xfrm>
                <a:off x="11697008" y="7921315"/>
                <a:ext cx="1092359" cy="767717"/>
              </a:xfrm>
              <a:custGeom>
                <a:avLst/>
                <a:gdLst>
                  <a:gd name="T0" fmla="*/ 83 w 117"/>
                  <a:gd name="T1" fmla="*/ 82 h 82"/>
                  <a:gd name="T2" fmla="*/ 93 w 117"/>
                  <a:gd name="T3" fmla="*/ 76 h 82"/>
                  <a:gd name="T4" fmla="*/ 105 w 117"/>
                  <a:gd name="T5" fmla="*/ 68 h 82"/>
                  <a:gd name="T6" fmla="*/ 112 w 117"/>
                  <a:gd name="T7" fmla="*/ 64 h 82"/>
                  <a:gd name="T8" fmla="*/ 107 w 117"/>
                  <a:gd name="T9" fmla="*/ 55 h 82"/>
                  <a:gd name="T10" fmla="*/ 110 w 117"/>
                  <a:gd name="T11" fmla="*/ 46 h 82"/>
                  <a:gd name="T12" fmla="*/ 114 w 117"/>
                  <a:gd name="T13" fmla="*/ 40 h 82"/>
                  <a:gd name="T14" fmla="*/ 117 w 117"/>
                  <a:gd name="T15" fmla="*/ 21 h 82"/>
                  <a:gd name="T16" fmla="*/ 81 w 117"/>
                  <a:gd name="T17" fmla="*/ 1 h 82"/>
                  <a:gd name="T18" fmla="*/ 75 w 117"/>
                  <a:gd name="T19" fmla="*/ 2 h 82"/>
                  <a:gd name="T20" fmla="*/ 67 w 117"/>
                  <a:gd name="T21" fmla="*/ 2 h 82"/>
                  <a:gd name="T22" fmla="*/ 59 w 117"/>
                  <a:gd name="T23" fmla="*/ 1 h 82"/>
                  <a:gd name="T24" fmla="*/ 29 w 117"/>
                  <a:gd name="T25" fmla="*/ 21 h 82"/>
                  <a:gd name="T26" fmla="*/ 22 w 117"/>
                  <a:gd name="T27" fmla="*/ 25 h 82"/>
                  <a:gd name="T28" fmla="*/ 19 w 117"/>
                  <a:gd name="T29" fmla="*/ 42 h 82"/>
                  <a:gd name="T30" fmla="*/ 8 w 117"/>
                  <a:gd name="T31" fmla="*/ 43 h 82"/>
                  <a:gd name="T32" fmla="*/ 5 w 117"/>
                  <a:gd name="T33" fmla="*/ 51 h 82"/>
                  <a:gd name="T34" fmla="*/ 11 w 117"/>
                  <a:gd name="T35" fmla="*/ 56 h 82"/>
                  <a:gd name="T36" fmla="*/ 19 w 117"/>
                  <a:gd name="T37" fmla="*/ 62 h 82"/>
                  <a:gd name="T38" fmla="*/ 21 w 117"/>
                  <a:gd name="T39" fmla="*/ 55 h 82"/>
                  <a:gd name="T40" fmla="*/ 28 w 117"/>
                  <a:gd name="T41" fmla="*/ 50 h 82"/>
                  <a:gd name="T42" fmla="*/ 35 w 117"/>
                  <a:gd name="T43" fmla="*/ 53 h 82"/>
                  <a:gd name="T44" fmla="*/ 46 w 117"/>
                  <a:gd name="T45" fmla="*/ 55 h 82"/>
                  <a:gd name="T46" fmla="*/ 64 w 117"/>
                  <a:gd name="T47" fmla="*/ 53 h 82"/>
                  <a:gd name="T48" fmla="*/ 68 w 117"/>
                  <a:gd name="T49" fmla="*/ 47 h 82"/>
                  <a:gd name="T50" fmla="*/ 77 w 117"/>
                  <a:gd name="T51" fmla="*/ 31 h 82"/>
                  <a:gd name="T52" fmla="*/ 79 w 117"/>
                  <a:gd name="T53" fmla="*/ 16 h 82"/>
                  <a:gd name="T54" fmla="*/ 75 w 117"/>
                  <a:gd name="T55" fmla="*/ 2 h 82"/>
                  <a:gd name="T56" fmla="*/ 78 w 117"/>
                  <a:gd name="T57" fmla="*/ 16 h 82"/>
                  <a:gd name="T58" fmla="*/ 77 w 117"/>
                  <a:gd name="T59" fmla="*/ 35 h 82"/>
                  <a:gd name="T60" fmla="*/ 68 w 117"/>
                  <a:gd name="T61" fmla="*/ 46 h 82"/>
                  <a:gd name="T62" fmla="*/ 72 w 117"/>
                  <a:gd name="T63" fmla="*/ 55 h 82"/>
                  <a:gd name="T64" fmla="*/ 75 w 117"/>
                  <a:gd name="T65" fmla="*/ 65 h 82"/>
                  <a:gd name="T66" fmla="*/ 72 w 117"/>
                  <a:gd name="T67" fmla="*/ 74 h 82"/>
                  <a:gd name="T68" fmla="*/ 77 w 117"/>
                  <a:gd name="T69" fmla="*/ 81 h 82"/>
                  <a:gd name="T70" fmla="*/ 80 w 117"/>
                  <a:gd name="T71" fmla="*/ 8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7" h="82">
                    <a:moveTo>
                      <a:pt x="80" y="81"/>
                    </a:moveTo>
                    <a:cubicBezTo>
                      <a:pt x="81" y="80"/>
                      <a:pt x="82" y="82"/>
                      <a:pt x="83" y="82"/>
                    </a:cubicBezTo>
                    <a:cubicBezTo>
                      <a:pt x="85" y="81"/>
                      <a:pt x="87" y="80"/>
                      <a:pt x="89" y="79"/>
                    </a:cubicBezTo>
                    <a:cubicBezTo>
                      <a:pt x="90" y="79"/>
                      <a:pt x="93" y="78"/>
                      <a:pt x="93" y="76"/>
                    </a:cubicBezTo>
                    <a:cubicBezTo>
                      <a:pt x="93" y="74"/>
                      <a:pt x="94" y="75"/>
                      <a:pt x="96" y="74"/>
                    </a:cubicBezTo>
                    <a:cubicBezTo>
                      <a:pt x="99" y="74"/>
                      <a:pt x="103" y="71"/>
                      <a:pt x="105" y="68"/>
                    </a:cubicBezTo>
                    <a:cubicBezTo>
                      <a:pt x="106" y="67"/>
                      <a:pt x="106" y="66"/>
                      <a:pt x="107" y="65"/>
                    </a:cubicBezTo>
                    <a:cubicBezTo>
                      <a:pt x="108" y="64"/>
                      <a:pt x="110" y="64"/>
                      <a:pt x="112" y="64"/>
                    </a:cubicBezTo>
                    <a:cubicBezTo>
                      <a:pt x="112" y="62"/>
                      <a:pt x="110" y="61"/>
                      <a:pt x="109" y="59"/>
                    </a:cubicBezTo>
                    <a:cubicBezTo>
                      <a:pt x="109" y="58"/>
                      <a:pt x="110" y="55"/>
                      <a:pt x="107" y="55"/>
                    </a:cubicBezTo>
                    <a:cubicBezTo>
                      <a:pt x="106" y="55"/>
                      <a:pt x="109" y="53"/>
                      <a:pt x="108" y="52"/>
                    </a:cubicBezTo>
                    <a:cubicBezTo>
                      <a:pt x="108" y="49"/>
                      <a:pt x="109" y="48"/>
                      <a:pt x="110" y="46"/>
                    </a:cubicBezTo>
                    <a:cubicBezTo>
                      <a:pt x="110" y="44"/>
                      <a:pt x="112" y="44"/>
                      <a:pt x="112" y="42"/>
                    </a:cubicBezTo>
                    <a:cubicBezTo>
                      <a:pt x="112" y="41"/>
                      <a:pt x="113" y="40"/>
                      <a:pt x="114" y="40"/>
                    </a:cubicBezTo>
                    <a:cubicBezTo>
                      <a:pt x="117" y="40"/>
                      <a:pt x="117" y="40"/>
                      <a:pt x="117" y="38"/>
                    </a:cubicBezTo>
                    <a:cubicBezTo>
                      <a:pt x="117" y="32"/>
                      <a:pt x="117" y="27"/>
                      <a:pt x="117" y="21"/>
                    </a:cubicBezTo>
                    <a:cubicBezTo>
                      <a:pt x="117" y="19"/>
                      <a:pt x="113" y="18"/>
                      <a:pt x="111" y="17"/>
                    </a:cubicBezTo>
                    <a:cubicBezTo>
                      <a:pt x="101" y="12"/>
                      <a:pt x="91" y="6"/>
                      <a:pt x="81" y="1"/>
                    </a:cubicBezTo>
                    <a:cubicBezTo>
                      <a:pt x="80" y="1"/>
                      <a:pt x="80" y="0"/>
                      <a:pt x="79" y="0"/>
                    </a:cubicBezTo>
                    <a:cubicBezTo>
                      <a:pt x="78" y="1"/>
                      <a:pt x="76" y="2"/>
                      <a:pt x="75" y="2"/>
                    </a:cubicBezTo>
                    <a:cubicBezTo>
                      <a:pt x="74" y="3"/>
                      <a:pt x="72" y="5"/>
                      <a:pt x="71" y="5"/>
                    </a:cubicBezTo>
                    <a:cubicBezTo>
                      <a:pt x="70" y="5"/>
                      <a:pt x="69" y="3"/>
                      <a:pt x="67" y="2"/>
                    </a:cubicBezTo>
                    <a:cubicBezTo>
                      <a:pt x="66" y="1"/>
                      <a:pt x="65" y="1"/>
                      <a:pt x="64" y="1"/>
                    </a:cubicBezTo>
                    <a:cubicBezTo>
                      <a:pt x="62" y="0"/>
                      <a:pt x="61" y="0"/>
                      <a:pt x="59" y="1"/>
                    </a:cubicBezTo>
                    <a:cubicBezTo>
                      <a:pt x="52" y="5"/>
                      <a:pt x="45" y="10"/>
                      <a:pt x="38" y="14"/>
                    </a:cubicBezTo>
                    <a:cubicBezTo>
                      <a:pt x="35" y="16"/>
                      <a:pt x="32" y="18"/>
                      <a:pt x="29" y="21"/>
                    </a:cubicBezTo>
                    <a:cubicBezTo>
                      <a:pt x="28" y="22"/>
                      <a:pt x="27" y="22"/>
                      <a:pt x="26" y="22"/>
                    </a:cubicBezTo>
                    <a:cubicBezTo>
                      <a:pt x="23" y="22"/>
                      <a:pt x="22" y="22"/>
                      <a:pt x="22" y="25"/>
                    </a:cubicBezTo>
                    <a:cubicBezTo>
                      <a:pt x="22" y="28"/>
                      <a:pt x="22" y="31"/>
                      <a:pt x="22" y="34"/>
                    </a:cubicBezTo>
                    <a:cubicBezTo>
                      <a:pt x="22" y="37"/>
                      <a:pt x="21" y="40"/>
                      <a:pt x="19" y="42"/>
                    </a:cubicBezTo>
                    <a:cubicBezTo>
                      <a:pt x="18" y="43"/>
                      <a:pt x="15" y="43"/>
                      <a:pt x="14" y="43"/>
                    </a:cubicBezTo>
                    <a:cubicBezTo>
                      <a:pt x="12" y="43"/>
                      <a:pt x="10" y="43"/>
                      <a:pt x="8" y="43"/>
                    </a:cubicBezTo>
                    <a:cubicBezTo>
                      <a:pt x="6" y="43"/>
                      <a:pt x="4" y="44"/>
                      <a:pt x="2" y="44"/>
                    </a:cubicBezTo>
                    <a:cubicBezTo>
                      <a:pt x="0" y="44"/>
                      <a:pt x="5" y="51"/>
                      <a:pt x="5" y="51"/>
                    </a:cubicBezTo>
                    <a:cubicBezTo>
                      <a:pt x="6" y="54"/>
                      <a:pt x="7" y="56"/>
                      <a:pt x="10" y="57"/>
                    </a:cubicBezTo>
                    <a:cubicBezTo>
                      <a:pt x="10" y="57"/>
                      <a:pt x="11" y="56"/>
                      <a:pt x="11" y="56"/>
                    </a:cubicBezTo>
                    <a:cubicBezTo>
                      <a:pt x="12" y="57"/>
                      <a:pt x="12" y="60"/>
                      <a:pt x="14" y="58"/>
                    </a:cubicBezTo>
                    <a:cubicBezTo>
                      <a:pt x="16" y="56"/>
                      <a:pt x="18" y="61"/>
                      <a:pt x="19" y="62"/>
                    </a:cubicBezTo>
                    <a:cubicBezTo>
                      <a:pt x="19" y="61"/>
                      <a:pt x="20" y="59"/>
                      <a:pt x="20" y="58"/>
                    </a:cubicBezTo>
                    <a:cubicBezTo>
                      <a:pt x="20" y="57"/>
                      <a:pt x="21" y="56"/>
                      <a:pt x="21" y="55"/>
                    </a:cubicBezTo>
                    <a:cubicBezTo>
                      <a:pt x="22" y="52"/>
                      <a:pt x="22" y="52"/>
                      <a:pt x="25" y="51"/>
                    </a:cubicBezTo>
                    <a:cubicBezTo>
                      <a:pt x="26" y="50"/>
                      <a:pt x="27" y="50"/>
                      <a:pt x="28" y="50"/>
                    </a:cubicBezTo>
                    <a:cubicBezTo>
                      <a:pt x="29" y="49"/>
                      <a:pt x="30" y="51"/>
                      <a:pt x="31" y="51"/>
                    </a:cubicBezTo>
                    <a:cubicBezTo>
                      <a:pt x="33" y="51"/>
                      <a:pt x="34" y="52"/>
                      <a:pt x="35" y="53"/>
                    </a:cubicBezTo>
                    <a:cubicBezTo>
                      <a:pt x="36" y="54"/>
                      <a:pt x="37" y="54"/>
                      <a:pt x="39" y="54"/>
                    </a:cubicBezTo>
                    <a:cubicBezTo>
                      <a:pt x="42" y="52"/>
                      <a:pt x="43" y="55"/>
                      <a:pt x="46" y="55"/>
                    </a:cubicBezTo>
                    <a:cubicBezTo>
                      <a:pt x="49" y="55"/>
                      <a:pt x="52" y="53"/>
                      <a:pt x="55" y="53"/>
                    </a:cubicBezTo>
                    <a:cubicBezTo>
                      <a:pt x="57" y="53"/>
                      <a:pt x="61" y="54"/>
                      <a:pt x="64" y="53"/>
                    </a:cubicBezTo>
                    <a:cubicBezTo>
                      <a:pt x="65" y="53"/>
                      <a:pt x="66" y="52"/>
                      <a:pt x="67" y="51"/>
                    </a:cubicBezTo>
                    <a:cubicBezTo>
                      <a:pt x="69" y="50"/>
                      <a:pt x="68" y="49"/>
                      <a:pt x="68" y="47"/>
                    </a:cubicBezTo>
                    <a:cubicBezTo>
                      <a:pt x="68" y="42"/>
                      <a:pt x="73" y="39"/>
                      <a:pt x="77" y="35"/>
                    </a:cubicBezTo>
                    <a:cubicBezTo>
                      <a:pt x="78" y="34"/>
                      <a:pt x="77" y="32"/>
                      <a:pt x="77" y="31"/>
                    </a:cubicBezTo>
                    <a:cubicBezTo>
                      <a:pt x="77" y="28"/>
                      <a:pt x="77" y="26"/>
                      <a:pt x="77" y="23"/>
                    </a:cubicBezTo>
                    <a:cubicBezTo>
                      <a:pt x="78" y="21"/>
                      <a:pt x="79" y="18"/>
                      <a:pt x="79" y="16"/>
                    </a:cubicBezTo>
                    <a:cubicBezTo>
                      <a:pt x="78" y="14"/>
                      <a:pt x="77" y="12"/>
                      <a:pt x="76" y="11"/>
                    </a:cubicBezTo>
                    <a:cubicBezTo>
                      <a:pt x="74" y="8"/>
                      <a:pt x="75" y="5"/>
                      <a:pt x="75" y="2"/>
                    </a:cubicBezTo>
                    <a:cubicBezTo>
                      <a:pt x="75" y="5"/>
                      <a:pt x="75" y="7"/>
                      <a:pt x="75" y="9"/>
                    </a:cubicBezTo>
                    <a:cubicBezTo>
                      <a:pt x="75" y="11"/>
                      <a:pt x="78" y="14"/>
                      <a:pt x="78" y="16"/>
                    </a:cubicBezTo>
                    <a:cubicBezTo>
                      <a:pt x="79" y="19"/>
                      <a:pt x="77" y="23"/>
                      <a:pt x="77" y="26"/>
                    </a:cubicBezTo>
                    <a:cubicBezTo>
                      <a:pt x="77" y="28"/>
                      <a:pt x="78" y="32"/>
                      <a:pt x="77" y="35"/>
                    </a:cubicBezTo>
                    <a:cubicBezTo>
                      <a:pt x="76" y="37"/>
                      <a:pt x="72" y="39"/>
                      <a:pt x="71" y="41"/>
                    </a:cubicBezTo>
                    <a:cubicBezTo>
                      <a:pt x="69" y="42"/>
                      <a:pt x="68" y="44"/>
                      <a:pt x="68" y="46"/>
                    </a:cubicBezTo>
                    <a:cubicBezTo>
                      <a:pt x="67" y="49"/>
                      <a:pt x="69" y="50"/>
                      <a:pt x="70" y="53"/>
                    </a:cubicBezTo>
                    <a:cubicBezTo>
                      <a:pt x="70" y="54"/>
                      <a:pt x="71" y="54"/>
                      <a:pt x="72" y="55"/>
                    </a:cubicBezTo>
                    <a:cubicBezTo>
                      <a:pt x="74" y="56"/>
                      <a:pt x="75" y="57"/>
                      <a:pt x="75" y="59"/>
                    </a:cubicBezTo>
                    <a:cubicBezTo>
                      <a:pt x="75" y="61"/>
                      <a:pt x="75" y="63"/>
                      <a:pt x="75" y="65"/>
                    </a:cubicBezTo>
                    <a:cubicBezTo>
                      <a:pt x="75" y="66"/>
                      <a:pt x="76" y="68"/>
                      <a:pt x="77" y="70"/>
                    </a:cubicBezTo>
                    <a:cubicBezTo>
                      <a:pt x="74" y="70"/>
                      <a:pt x="67" y="70"/>
                      <a:pt x="72" y="74"/>
                    </a:cubicBezTo>
                    <a:cubicBezTo>
                      <a:pt x="74" y="75"/>
                      <a:pt x="75" y="76"/>
                      <a:pt x="76" y="78"/>
                    </a:cubicBezTo>
                    <a:cubicBezTo>
                      <a:pt x="76" y="79"/>
                      <a:pt x="77" y="80"/>
                      <a:pt x="77" y="81"/>
                    </a:cubicBezTo>
                    <a:cubicBezTo>
                      <a:pt x="77" y="82"/>
                      <a:pt x="80" y="81"/>
                      <a:pt x="80" y="81"/>
                    </a:cubicBezTo>
                    <a:cubicBezTo>
                      <a:pt x="82" y="80"/>
                      <a:pt x="80" y="81"/>
                      <a:pt x="80" y="8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5" name="Freeform 744"/>
              <p:cNvSpPr>
                <a:spLocks/>
              </p:cNvSpPr>
              <p:nvPr/>
            </p:nvSpPr>
            <p:spPr bwMode="auto">
              <a:xfrm>
                <a:off x="12684268" y="7940429"/>
                <a:ext cx="767517" cy="946107"/>
              </a:xfrm>
              <a:custGeom>
                <a:avLst/>
                <a:gdLst>
                  <a:gd name="T0" fmla="*/ 6 w 82"/>
                  <a:gd name="T1" fmla="*/ 39 h 101"/>
                  <a:gd name="T2" fmla="*/ 6 w 82"/>
                  <a:gd name="T3" fmla="*/ 41 h 101"/>
                  <a:gd name="T4" fmla="*/ 4 w 82"/>
                  <a:gd name="T5" fmla="*/ 43 h 101"/>
                  <a:gd name="T6" fmla="*/ 2 w 82"/>
                  <a:gd name="T7" fmla="*/ 49 h 101"/>
                  <a:gd name="T8" fmla="*/ 2 w 82"/>
                  <a:gd name="T9" fmla="*/ 51 h 101"/>
                  <a:gd name="T10" fmla="*/ 1 w 82"/>
                  <a:gd name="T11" fmla="*/ 53 h 101"/>
                  <a:gd name="T12" fmla="*/ 4 w 82"/>
                  <a:gd name="T13" fmla="*/ 58 h 101"/>
                  <a:gd name="T14" fmla="*/ 6 w 82"/>
                  <a:gd name="T15" fmla="*/ 60 h 101"/>
                  <a:gd name="T16" fmla="*/ 6 w 82"/>
                  <a:gd name="T17" fmla="*/ 63 h 101"/>
                  <a:gd name="T18" fmla="*/ 9 w 82"/>
                  <a:gd name="T19" fmla="*/ 68 h 101"/>
                  <a:gd name="T20" fmla="*/ 9 w 82"/>
                  <a:gd name="T21" fmla="*/ 74 h 101"/>
                  <a:gd name="T22" fmla="*/ 15 w 82"/>
                  <a:gd name="T23" fmla="*/ 76 h 101"/>
                  <a:gd name="T24" fmla="*/ 18 w 82"/>
                  <a:gd name="T25" fmla="*/ 81 h 101"/>
                  <a:gd name="T26" fmla="*/ 22 w 82"/>
                  <a:gd name="T27" fmla="*/ 84 h 101"/>
                  <a:gd name="T28" fmla="*/ 26 w 82"/>
                  <a:gd name="T29" fmla="*/ 88 h 101"/>
                  <a:gd name="T30" fmla="*/ 26 w 82"/>
                  <a:gd name="T31" fmla="*/ 91 h 101"/>
                  <a:gd name="T32" fmla="*/ 28 w 82"/>
                  <a:gd name="T33" fmla="*/ 92 h 101"/>
                  <a:gd name="T34" fmla="*/ 32 w 82"/>
                  <a:gd name="T35" fmla="*/ 96 h 101"/>
                  <a:gd name="T36" fmla="*/ 35 w 82"/>
                  <a:gd name="T37" fmla="*/ 95 h 101"/>
                  <a:gd name="T38" fmla="*/ 39 w 82"/>
                  <a:gd name="T39" fmla="*/ 94 h 101"/>
                  <a:gd name="T40" fmla="*/ 44 w 82"/>
                  <a:gd name="T41" fmla="*/ 100 h 101"/>
                  <a:gd name="T42" fmla="*/ 51 w 82"/>
                  <a:gd name="T43" fmla="*/ 100 h 101"/>
                  <a:gd name="T44" fmla="*/ 55 w 82"/>
                  <a:gd name="T45" fmla="*/ 98 h 101"/>
                  <a:gd name="T46" fmla="*/ 59 w 82"/>
                  <a:gd name="T47" fmla="*/ 97 h 101"/>
                  <a:gd name="T48" fmla="*/ 69 w 82"/>
                  <a:gd name="T49" fmla="*/ 94 h 101"/>
                  <a:gd name="T50" fmla="*/ 69 w 82"/>
                  <a:gd name="T51" fmla="*/ 91 h 101"/>
                  <a:gd name="T52" fmla="*/ 66 w 82"/>
                  <a:gd name="T53" fmla="*/ 90 h 101"/>
                  <a:gd name="T54" fmla="*/ 61 w 82"/>
                  <a:gd name="T55" fmla="*/ 83 h 101"/>
                  <a:gd name="T56" fmla="*/ 59 w 82"/>
                  <a:gd name="T57" fmla="*/ 80 h 101"/>
                  <a:gd name="T58" fmla="*/ 56 w 82"/>
                  <a:gd name="T59" fmla="*/ 78 h 101"/>
                  <a:gd name="T60" fmla="*/ 59 w 82"/>
                  <a:gd name="T61" fmla="*/ 75 h 101"/>
                  <a:gd name="T62" fmla="*/ 61 w 82"/>
                  <a:gd name="T63" fmla="*/ 67 h 101"/>
                  <a:gd name="T64" fmla="*/ 62 w 82"/>
                  <a:gd name="T65" fmla="*/ 64 h 101"/>
                  <a:gd name="T66" fmla="*/ 65 w 82"/>
                  <a:gd name="T67" fmla="*/ 62 h 101"/>
                  <a:gd name="T68" fmla="*/ 65 w 82"/>
                  <a:gd name="T69" fmla="*/ 58 h 101"/>
                  <a:gd name="T70" fmla="*/ 67 w 82"/>
                  <a:gd name="T71" fmla="*/ 55 h 101"/>
                  <a:gd name="T72" fmla="*/ 71 w 82"/>
                  <a:gd name="T73" fmla="*/ 52 h 101"/>
                  <a:gd name="T74" fmla="*/ 72 w 82"/>
                  <a:gd name="T75" fmla="*/ 45 h 101"/>
                  <a:gd name="T76" fmla="*/ 72 w 82"/>
                  <a:gd name="T77" fmla="*/ 42 h 101"/>
                  <a:gd name="T78" fmla="*/ 74 w 82"/>
                  <a:gd name="T79" fmla="*/ 37 h 101"/>
                  <a:gd name="T80" fmla="*/ 79 w 82"/>
                  <a:gd name="T81" fmla="*/ 29 h 101"/>
                  <a:gd name="T82" fmla="*/ 82 w 82"/>
                  <a:gd name="T83" fmla="*/ 27 h 101"/>
                  <a:gd name="T84" fmla="*/ 79 w 82"/>
                  <a:gd name="T85" fmla="*/ 23 h 101"/>
                  <a:gd name="T86" fmla="*/ 76 w 82"/>
                  <a:gd name="T87" fmla="*/ 17 h 101"/>
                  <a:gd name="T88" fmla="*/ 76 w 82"/>
                  <a:gd name="T89" fmla="*/ 11 h 101"/>
                  <a:gd name="T90" fmla="*/ 75 w 82"/>
                  <a:gd name="T91" fmla="*/ 9 h 101"/>
                  <a:gd name="T92" fmla="*/ 74 w 82"/>
                  <a:gd name="T93" fmla="*/ 5 h 101"/>
                  <a:gd name="T94" fmla="*/ 68 w 82"/>
                  <a:gd name="T95" fmla="*/ 0 h 101"/>
                  <a:gd name="T96" fmla="*/ 64 w 82"/>
                  <a:gd name="T97" fmla="*/ 2 h 101"/>
                  <a:gd name="T98" fmla="*/ 60 w 82"/>
                  <a:gd name="T99" fmla="*/ 5 h 101"/>
                  <a:gd name="T100" fmla="*/ 56 w 82"/>
                  <a:gd name="T101" fmla="*/ 5 h 101"/>
                  <a:gd name="T102" fmla="*/ 46 w 82"/>
                  <a:gd name="T103" fmla="*/ 5 h 101"/>
                  <a:gd name="T104" fmla="*/ 17 w 82"/>
                  <a:gd name="T105" fmla="*/ 5 h 101"/>
                  <a:gd name="T106" fmla="*/ 16 w 82"/>
                  <a:gd name="T107" fmla="*/ 14 h 101"/>
                  <a:gd name="T108" fmla="*/ 13 w 82"/>
                  <a:gd name="T109" fmla="*/ 16 h 101"/>
                  <a:gd name="T110" fmla="*/ 11 w 82"/>
                  <a:gd name="T111" fmla="*/ 18 h 101"/>
                  <a:gd name="T112" fmla="*/ 11 w 82"/>
                  <a:gd name="T113" fmla="*/ 32 h 101"/>
                  <a:gd name="T114" fmla="*/ 11 w 82"/>
                  <a:gd name="T115" fmla="*/ 37 h 101"/>
                  <a:gd name="T116" fmla="*/ 6 w 82"/>
                  <a:gd name="T117" fmla="*/ 39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2" h="101">
                    <a:moveTo>
                      <a:pt x="6" y="39"/>
                    </a:moveTo>
                    <a:cubicBezTo>
                      <a:pt x="6" y="39"/>
                      <a:pt x="6" y="40"/>
                      <a:pt x="6" y="41"/>
                    </a:cubicBezTo>
                    <a:cubicBezTo>
                      <a:pt x="5" y="42"/>
                      <a:pt x="4" y="42"/>
                      <a:pt x="4" y="43"/>
                    </a:cubicBezTo>
                    <a:cubicBezTo>
                      <a:pt x="4" y="45"/>
                      <a:pt x="2" y="47"/>
                      <a:pt x="2" y="49"/>
                    </a:cubicBezTo>
                    <a:cubicBezTo>
                      <a:pt x="2" y="50"/>
                      <a:pt x="3" y="51"/>
                      <a:pt x="2" y="51"/>
                    </a:cubicBezTo>
                    <a:cubicBezTo>
                      <a:pt x="2" y="52"/>
                      <a:pt x="0" y="53"/>
                      <a:pt x="1" y="53"/>
                    </a:cubicBezTo>
                    <a:cubicBezTo>
                      <a:pt x="4" y="53"/>
                      <a:pt x="3" y="57"/>
                      <a:pt x="4" y="58"/>
                    </a:cubicBezTo>
                    <a:cubicBezTo>
                      <a:pt x="4" y="59"/>
                      <a:pt x="5" y="59"/>
                      <a:pt x="6" y="60"/>
                    </a:cubicBezTo>
                    <a:cubicBezTo>
                      <a:pt x="6" y="61"/>
                      <a:pt x="6" y="62"/>
                      <a:pt x="6" y="63"/>
                    </a:cubicBezTo>
                    <a:cubicBezTo>
                      <a:pt x="7" y="65"/>
                      <a:pt x="9" y="66"/>
                      <a:pt x="9" y="68"/>
                    </a:cubicBezTo>
                    <a:cubicBezTo>
                      <a:pt x="9" y="69"/>
                      <a:pt x="8" y="74"/>
                      <a:pt x="9" y="74"/>
                    </a:cubicBezTo>
                    <a:cubicBezTo>
                      <a:pt x="12" y="74"/>
                      <a:pt x="13" y="75"/>
                      <a:pt x="15" y="76"/>
                    </a:cubicBezTo>
                    <a:cubicBezTo>
                      <a:pt x="17" y="77"/>
                      <a:pt x="16" y="80"/>
                      <a:pt x="18" y="81"/>
                    </a:cubicBezTo>
                    <a:cubicBezTo>
                      <a:pt x="19" y="82"/>
                      <a:pt x="22" y="82"/>
                      <a:pt x="22" y="84"/>
                    </a:cubicBezTo>
                    <a:cubicBezTo>
                      <a:pt x="22" y="86"/>
                      <a:pt x="25" y="87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7" y="91"/>
                      <a:pt x="28" y="92"/>
                      <a:pt x="28" y="92"/>
                    </a:cubicBezTo>
                    <a:cubicBezTo>
                      <a:pt x="29" y="93"/>
                      <a:pt x="30" y="95"/>
                      <a:pt x="32" y="96"/>
                    </a:cubicBezTo>
                    <a:cubicBezTo>
                      <a:pt x="33" y="97"/>
                      <a:pt x="33" y="93"/>
                      <a:pt x="35" y="95"/>
                    </a:cubicBezTo>
                    <a:cubicBezTo>
                      <a:pt x="37" y="96"/>
                      <a:pt x="37" y="94"/>
                      <a:pt x="39" y="94"/>
                    </a:cubicBezTo>
                    <a:cubicBezTo>
                      <a:pt x="41" y="95"/>
                      <a:pt x="42" y="98"/>
                      <a:pt x="44" y="100"/>
                    </a:cubicBezTo>
                    <a:cubicBezTo>
                      <a:pt x="46" y="95"/>
                      <a:pt x="49" y="101"/>
                      <a:pt x="51" y="100"/>
                    </a:cubicBezTo>
                    <a:cubicBezTo>
                      <a:pt x="52" y="99"/>
                      <a:pt x="53" y="98"/>
                      <a:pt x="55" y="98"/>
                    </a:cubicBezTo>
                    <a:cubicBezTo>
                      <a:pt x="56" y="98"/>
                      <a:pt x="58" y="98"/>
                      <a:pt x="59" y="97"/>
                    </a:cubicBezTo>
                    <a:cubicBezTo>
                      <a:pt x="61" y="93"/>
                      <a:pt x="65" y="91"/>
                      <a:pt x="69" y="94"/>
                    </a:cubicBezTo>
                    <a:cubicBezTo>
                      <a:pt x="69" y="93"/>
                      <a:pt x="69" y="92"/>
                      <a:pt x="69" y="91"/>
                    </a:cubicBezTo>
                    <a:cubicBezTo>
                      <a:pt x="69" y="90"/>
                      <a:pt x="66" y="90"/>
                      <a:pt x="66" y="90"/>
                    </a:cubicBezTo>
                    <a:cubicBezTo>
                      <a:pt x="64" y="88"/>
                      <a:pt x="63" y="85"/>
                      <a:pt x="61" y="83"/>
                    </a:cubicBezTo>
                    <a:cubicBezTo>
                      <a:pt x="60" y="82"/>
                      <a:pt x="60" y="81"/>
                      <a:pt x="59" y="80"/>
                    </a:cubicBezTo>
                    <a:cubicBezTo>
                      <a:pt x="58" y="79"/>
                      <a:pt x="57" y="79"/>
                      <a:pt x="56" y="78"/>
                    </a:cubicBezTo>
                    <a:cubicBezTo>
                      <a:pt x="53" y="75"/>
                      <a:pt x="59" y="75"/>
                      <a:pt x="59" y="75"/>
                    </a:cubicBezTo>
                    <a:cubicBezTo>
                      <a:pt x="61" y="74"/>
                      <a:pt x="60" y="69"/>
                      <a:pt x="61" y="67"/>
                    </a:cubicBezTo>
                    <a:cubicBezTo>
                      <a:pt x="61" y="66"/>
                      <a:pt x="61" y="64"/>
                      <a:pt x="62" y="64"/>
                    </a:cubicBezTo>
                    <a:cubicBezTo>
                      <a:pt x="63" y="63"/>
                      <a:pt x="65" y="63"/>
                      <a:pt x="65" y="62"/>
                    </a:cubicBezTo>
                    <a:cubicBezTo>
                      <a:pt x="65" y="61"/>
                      <a:pt x="65" y="60"/>
                      <a:pt x="65" y="58"/>
                    </a:cubicBezTo>
                    <a:cubicBezTo>
                      <a:pt x="65" y="57"/>
                      <a:pt x="66" y="56"/>
                      <a:pt x="67" y="55"/>
                    </a:cubicBezTo>
                    <a:cubicBezTo>
                      <a:pt x="68" y="53"/>
                      <a:pt x="70" y="54"/>
                      <a:pt x="71" y="52"/>
                    </a:cubicBezTo>
                    <a:cubicBezTo>
                      <a:pt x="71" y="50"/>
                      <a:pt x="72" y="48"/>
                      <a:pt x="72" y="45"/>
                    </a:cubicBezTo>
                    <a:cubicBezTo>
                      <a:pt x="72" y="44"/>
                      <a:pt x="72" y="43"/>
                      <a:pt x="72" y="42"/>
                    </a:cubicBezTo>
                    <a:cubicBezTo>
                      <a:pt x="72" y="40"/>
                      <a:pt x="74" y="38"/>
                      <a:pt x="74" y="37"/>
                    </a:cubicBezTo>
                    <a:cubicBezTo>
                      <a:pt x="74" y="33"/>
                      <a:pt x="75" y="30"/>
                      <a:pt x="79" y="29"/>
                    </a:cubicBezTo>
                    <a:cubicBezTo>
                      <a:pt x="80" y="29"/>
                      <a:pt x="81" y="29"/>
                      <a:pt x="82" y="27"/>
                    </a:cubicBezTo>
                    <a:cubicBezTo>
                      <a:pt x="82" y="26"/>
                      <a:pt x="80" y="24"/>
                      <a:pt x="79" y="23"/>
                    </a:cubicBezTo>
                    <a:cubicBezTo>
                      <a:pt x="77" y="21"/>
                      <a:pt x="76" y="19"/>
                      <a:pt x="76" y="17"/>
                    </a:cubicBezTo>
                    <a:cubicBezTo>
                      <a:pt x="76" y="16"/>
                      <a:pt x="75" y="11"/>
                      <a:pt x="76" y="11"/>
                    </a:cubicBezTo>
                    <a:cubicBezTo>
                      <a:pt x="77" y="10"/>
                      <a:pt x="76" y="10"/>
                      <a:pt x="75" y="9"/>
                    </a:cubicBezTo>
                    <a:cubicBezTo>
                      <a:pt x="74" y="8"/>
                      <a:pt x="74" y="7"/>
                      <a:pt x="74" y="5"/>
                    </a:cubicBezTo>
                    <a:cubicBezTo>
                      <a:pt x="72" y="3"/>
                      <a:pt x="69" y="2"/>
                      <a:pt x="68" y="0"/>
                    </a:cubicBezTo>
                    <a:cubicBezTo>
                      <a:pt x="67" y="0"/>
                      <a:pt x="65" y="1"/>
                      <a:pt x="64" y="2"/>
                    </a:cubicBezTo>
                    <a:cubicBezTo>
                      <a:pt x="63" y="5"/>
                      <a:pt x="61" y="3"/>
                      <a:pt x="60" y="5"/>
                    </a:cubicBezTo>
                    <a:cubicBezTo>
                      <a:pt x="59" y="9"/>
                      <a:pt x="58" y="5"/>
                      <a:pt x="56" y="5"/>
                    </a:cubicBezTo>
                    <a:cubicBezTo>
                      <a:pt x="52" y="5"/>
                      <a:pt x="49" y="5"/>
                      <a:pt x="46" y="5"/>
                    </a:cubicBezTo>
                    <a:cubicBezTo>
                      <a:pt x="37" y="5"/>
                      <a:pt x="27" y="5"/>
                      <a:pt x="17" y="5"/>
                    </a:cubicBezTo>
                    <a:cubicBezTo>
                      <a:pt x="15" y="5"/>
                      <a:pt x="16" y="12"/>
                      <a:pt x="16" y="14"/>
                    </a:cubicBezTo>
                    <a:cubicBezTo>
                      <a:pt x="16" y="16"/>
                      <a:pt x="15" y="16"/>
                      <a:pt x="13" y="16"/>
                    </a:cubicBezTo>
                    <a:cubicBezTo>
                      <a:pt x="10" y="16"/>
                      <a:pt x="11" y="16"/>
                      <a:pt x="11" y="18"/>
                    </a:cubicBezTo>
                    <a:cubicBezTo>
                      <a:pt x="11" y="23"/>
                      <a:pt x="11" y="27"/>
                      <a:pt x="11" y="32"/>
                    </a:cubicBezTo>
                    <a:cubicBezTo>
                      <a:pt x="11" y="34"/>
                      <a:pt x="11" y="36"/>
                      <a:pt x="11" y="37"/>
                    </a:cubicBezTo>
                    <a:cubicBezTo>
                      <a:pt x="11" y="39"/>
                      <a:pt x="7" y="38"/>
                      <a:pt x="6" y="3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6" name="Freeform 745"/>
              <p:cNvSpPr>
                <a:spLocks/>
              </p:cNvSpPr>
              <p:nvPr/>
            </p:nvSpPr>
            <p:spPr bwMode="auto">
              <a:xfrm>
                <a:off x="13356248" y="8182530"/>
                <a:ext cx="299364" cy="270773"/>
              </a:xfrm>
              <a:custGeom>
                <a:avLst/>
                <a:gdLst>
                  <a:gd name="T0" fmla="*/ 3 w 32"/>
                  <a:gd name="T1" fmla="*/ 19 h 29"/>
                  <a:gd name="T2" fmla="*/ 7 w 32"/>
                  <a:gd name="T3" fmla="*/ 20 h 29"/>
                  <a:gd name="T4" fmla="*/ 7 w 32"/>
                  <a:gd name="T5" fmla="*/ 17 h 29"/>
                  <a:gd name="T6" fmla="*/ 10 w 32"/>
                  <a:gd name="T7" fmla="*/ 19 h 29"/>
                  <a:gd name="T8" fmla="*/ 12 w 32"/>
                  <a:gd name="T9" fmla="*/ 18 h 29"/>
                  <a:gd name="T10" fmla="*/ 14 w 32"/>
                  <a:gd name="T11" fmla="*/ 18 h 29"/>
                  <a:gd name="T12" fmla="*/ 29 w 32"/>
                  <a:gd name="T13" fmla="*/ 29 h 29"/>
                  <a:gd name="T14" fmla="*/ 32 w 32"/>
                  <a:gd name="T15" fmla="*/ 27 h 29"/>
                  <a:gd name="T16" fmla="*/ 24 w 32"/>
                  <a:gd name="T17" fmla="*/ 19 h 29"/>
                  <a:gd name="T18" fmla="*/ 19 w 32"/>
                  <a:gd name="T19" fmla="*/ 16 h 29"/>
                  <a:gd name="T20" fmla="*/ 17 w 32"/>
                  <a:gd name="T21" fmla="*/ 14 h 29"/>
                  <a:gd name="T22" fmla="*/ 17 w 32"/>
                  <a:gd name="T23" fmla="*/ 16 h 29"/>
                  <a:gd name="T24" fmla="*/ 16 w 32"/>
                  <a:gd name="T25" fmla="*/ 14 h 29"/>
                  <a:gd name="T26" fmla="*/ 14 w 32"/>
                  <a:gd name="T27" fmla="*/ 9 h 29"/>
                  <a:gd name="T28" fmla="*/ 10 w 32"/>
                  <a:gd name="T29" fmla="*/ 0 h 29"/>
                  <a:gd name="T30" fmla="*/ 2 w 32"/>
                  <a:gd name="T31" fmla="*/ 7 h 29"/>
                  <a:gd name="T32" fmla="*/ 1 w 32"/>
                  <a:gd name="T33" fmla="*/ 13 h 29"/>
                  <a:gd name="T34" fmla="*/ 0 w 32"/>
                  <a:gd name="T35" fmla="*/ 20 h 29"/>
                  <a:gd name="T36" fmla="*/ 3 w 32"/>
                  <a:gd name="T37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2" h="29">
                    <a:moveTo>
                      <a:pt x="3" y="19"/>
                    </a:moveTo>
                    <a:cubicBezTo>
                      <a:pt x="4" y="19"/>
                      <a:pt x="6" y="21"/>
                      <a:pt x="7" y="20"/>
                    </a:cubicBezTo>
                    <a:cubicBezTo>
                      <a:pt x="7" y="19"/>
                      <a:pt x="6" y="17"/>
                      <a:pt x="7" y="17"/>
                    </a:cubicBezTo>
                    <a:cubicBezTo>
                      <a:pt x="9" y="17"/>
                      <a:pt x="9" y="19"/>
                      <a:pt x="10" y="19"/>
                    </a:cubicBezTo>
                    <a:cubicBezTo>
                      <a:pt x="11" y="19"/>
                      <a:pt x="12" y="18"/>
                      <a:pt x="12" y="18"/>
                    </a:cubicBezTo>
                    <a:cubicBezTo>
                      <a:pt x="13" y="17"/>
                      <a:pt x="14" y="18"/>
                      <a:pt x="14" y="18"/>
                    </a:cubicBezTo>
                    <a:cubicBezTo>
                      <a:pt x="22" y="18"/>
                      <a:pt x="25" y="24"/>
                      <a:pt x="29" y="29"/>
                    </a:cubicBezTo>
                    <a:cubicBezTo>
                      <a:pt x="30" y="29"/>
                      <a:pt x="31" y="28"/>
                      <a:pt x="32" y="27"/>
                    </a:cubicBezTo>
                    <a:cubicBezTo>
                      <a:pt x="29" y="25"/>
                      <a:pt x="26" y="22"/>
                      <a:pt x="24" y="19"/>
                    </a:cubicBezTo>
                    <a:cubicBezTo>
                      <a:pt x="23" y="17"/>
                      <a:pt x="21" y="17"/>
                      <a:pt x="19" y="16"/>
                    </a:cubicBezTo>
                    <a:cubicBezTo>
                      <a:pt x="18" y="16"/>
                      <a:pt x="18" y="14"/>
                      <a:pt x="17" y="14"/>
                    </a:cubicBezTo>
                    <a:cubicBezTo>
                      <a:pt x="16" y="14"/>
                      <a:pt x="17" y="15"/>
                      <a:pt x="17" y="16"/>
                    </a:cubicBezTo>
                    <a:cubicBezTo>
                      <a:pt x="17" y="16"/>
                      <a:pt x="16" y="14"/>
                      <a:pt x="16" y="14"/>
                    </a:cubicBezTo>
                    <a:cubicBezTo>
                      <a:pt x="15" y="12"/>
                      <a:pt x="14" y="11"/>
                      <a:pt x="14" y="9"/>
                    </a:cubicBezTo>
                    <a:cubicBezTo>
                      <a:pt x="13" y="6"/>
                      <a:pt x="13" y="3"/>
                      <a:pt x="10" y="0"/>
                    </a:cubicBezTo>
                    <a:cubicBezTo>
                      <a:pt x="9" y="4"/>
                      <a:pt x="4" y="4"/>
                      <a:pt x="2" y="7"/>
                    </a:cubicBezTo>
                    <a:cubicBezTo>
                      <a:pt x="1" y="9"/>
                      <a:pt x="2" y="11"/>
                      <a:pt x="1" y="13"/>
                    </a:cubicBezTo>
                    <a:cubicBezTo>
                      <a:pt x="0" y="15"/>
                      <a:pt x="0" y="17"/>
                      <a:pt x="0" y="20"/>
                    </a:cubicBezTo>
                    <a:cubicBezTo>
                      <a:pt x="1" y="19"/>
                      <a:pt x="2" y="19"/>
                      <a:pt x="3" y="1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7" name="Freeform 746"/>
              <p:cNvSpPr>
                <a:spLocks/>
              </p:cNvSpPr>
              <p:nvPr/>
            </p:nvSpPr>
            <p:spPr bwMode="auto">
              <a:xfrm>
                <a:off x="13200194" y="8313140"/>
                <a:ext cx="691083" cy="573398"/>
              </a:xfrm>
              <a:custGeom>
                <a:avLst/>
                <a:gdLst>
                  <a:gd name="T0" fmla="*/ 70 w 74"/>
                  <a:gd name="T1" fmla="*/ 38 h 61"/>
                  <a:gd name="T2" fmla="*/ 57 w 74"/>
                  <a:gd name="T3" fmla="*/ 33 h 61"/>
                  <a:gd name="T4" fmla="*/ 51 w 74"/>
                  <a:gd name="T5" fmla="*/ 29 h 61"/>
                  <a:gd name="T6" fmla="*/ 48 w 74"/>
                  <a:gd name="T7" fmla="*/ 24 h 61"/>
                  <a:gd name="T8" fmla="*/ 51 w 74"/>
                  <a:gd name="T9" fmla="*/ 20 h 61"/>
                  <a:gd name="T10" fmla="*/ 45 w 74"/>
                  <a:gd name="T11" fmla="*/ 23 h 61"/>
                  <a:gd name="T12" fmla="*/ 44 w 74"/>
                  <a:gd name="T13" fmla="*/ 18 h 61"/>
                  <a:gd name="T14" fmla="*/ 44 w 74"/>
                  <a:gd name="T15" fmla="*/ 12 h 61"/>
                  <a:gd name="T16" fmla="*/ 37 w 74"/>
                  <a:gd name="T17" fmla="*/ 5 h 61"/>
                  <a:gd name="T18" fmla="*/ 28 w 74"/>
                  <a:gd name="T19" fmla="*/ 4 h 61"/>
                  <a:gd name="T20" fmla="*/ 24 w 74"/>
                  <a:gd name="T21" fmla="*/ 5 h 61"/>
                  <a:gd name="T22" fmla="*/ 21 w 74"/>
                  <a:gd name="T23" fmla="*/ 5 h 61"/>
                  <a:gd name="T24" fmla="*/ 18 w 74"/>
                  <a:gd name="T25" fmla="*/ 5 h 61"/>
                  <a:gd name="T26" fmla="*/ 17 w 74"/>
                  <a:gd name="T27" fmla="*/ 8 h 61"/>
                  <a:gd name="T28" fmla="*/ 15 w 74"/>
                  <a:gd name="T29" fmla="*/ 13 h 61"/>
                  <a:gd name="T30" fmla="*/ 12 w 74"/>
                  <a:gd name="T31" fmla="*/ 14 h 61"/>
                  <a:gd name="T32" fmla="*/ 10 w 74"/>
                  <a:gd name="T33" fmla="*/ 18 h 61"/>
                  <a:gd name="T34" fmla="*/ 10 w 74"/>
                  <a:gd name="T35" fmla="*/ 23 h 61"/>
                  <a:gd name="T36" fmla="*/ 5 w 74"/>
                  <a:gd name="T37" fmla="*/ 34 h 61"/>
                  <a:gd name="T38" fmla="*/ 1 w 74"/>
                  <a:gd name="T39" fmla="*/ 35 h 61"/>
                  <a:gd name="T40" fmla="*/ 2 w 74"/>
                  <a:gd name="T41" fmla="*/ 38 h 61"/>
                  <a:gd name="T42" fmla="*/ 9 w 74"/>
                  <a:gd name="T43" fmla="*/ 47 h 61"/>
                  <a:gd name="T44" fmla="*/ 13 w 74"/>
                  <a:gd name="T45" fmla="*/ 50 h 61"/>
                  <a:gd name="T46" fmla="*/ 14 w 74"/>
                  <a:gd name="T47" fmla="*/ 54 h 61"/>
                  <a:gd name="T48" fmla="*/ 20 w 74"/>
                  <a:gd name="T49" fmla="*/ 55 h 61"/>
                  <a:gd name="T50" fmla="*/ 25 w 74"/>
                  <a:gd name="T51" fmla="*/ 59 h 61"/>
                  <a:gd name="T52" fmla="*/ 33 w 74"/>
                  <a:gd name="T53" fmla="*/ 60 h 61"/>
                  <a:gd name="T54" fmla="*/ 39 w 74"/>
                  <a:gd name="T55" fmla="*/ 57 h 61"/>
                  <a:gd name="T56" fmla="*/ 47 w 74"/>
                  <a:gd name="T57" fmla="*/ 56 h 61"/>
                  <a:gd name="T58" fmla="*/ 54 w 74"/>
                  <a:gd name="T59" fmla="*/ 53 h 61"/>
                  <a:gd name="T60" fmla="*/ 59 w 74"/>
                  <a:gd name="T61" fmla="*/ 53 h 61"/>
                  <a:gd name="T62" fmla="*/ 74 w 74"/>
                  <a:gd name="T63" fmla="*/ 38 h 61"/>
                  <a:gd name="T64" fmla="*/ 70 w 74"/>
                  <a:gd name="T65" fmla="*/ 3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4" h="61">
                    <a:moveTo>
                      <a:pt x="70" y="38"/>
                    </a:moveTo>
                    <a:cubicBezTo>
                      <a:pt x="65" y="36"/>
                      <a:pt x="61" y="35"/>
                      <a:pt x="57" y="33"/>
                    </a:cubicBezTo>
                    <a:cubicBezTo>
                      <a:pt x="54" y="32"/>
                      <a:pt x="53" y="31"/>
                      <a:pt x="51" y="29"/>
                    </a:cubicBezTo>
                    <a:cubicBezTo>
                      <a:pt x="50" y="28"/>
                      <a:pt x="49" y="26"/>
                      <a:pt x="48" y="24"/>
                    </a:cubicBezTo>
                    <a:cubicBezTo>
                      <a:pt x="48" y="23"/>
                      <a:pt x="51" y="21"/>
                      <a:pt x="51" y="20"/>
                    </a:cubicBezTo>
                    <a:cubicBezTo>
                      <a:pt x="49" y="21"/>
                      <a:pt x="47" y="22"/>
                      <a:pt x="45" y="23"/>
                    </a:cubicBezTo>
                    <a:cubicBezTo>
                      <a:pt x="43" y="23"/>
                      <a:pt x="43" y="19"/>
                      <a:pt x="44" y="18"/>
                    </a:cubicBezTo>
                    <a:cubicBezTo>
                      <a:pt x="47" y="15"/>
                      <a:pt x="46" y="15"/>
                      <a:pt x="44" y="12"/>
                    </a:cubicBezTo>
                    <a:cubicBezTo>
                      <a:pt x="42" y="10"/>
                      <a:pt x="40" y="6"/>
                      <a:pt x="37" y="5"/>
                    </a:cubicBezTo>
                    <a:cubicBezTo>
                      <a:pt x="35" y="5"/>
                      <a:pt x="30" y="3"/>
                      <a:pt x="28" y="4"/>
                    </a:cubicBezTo>
                    <a:cubicBezTo>
                      <a:pt x="26" y="7"/>
                      <a:pt x="24" y="0"/>
                      <a:pt x="24" y="5"/>
                    </a:cubicBezTo>
                    <a:cubicBezTo>
                      <a:pt x="24" y="7"/>
                      <a:pt x="22" y="6"/>
                      <a:pt x="21" y="5"/>
                    </a:cubicBezTo>
                    <a:cubicBezTo>
                      <a:pt x="20" y="5"/>
                      <a:pt x="19" y="5"/>
                      <a:pt x="18" y="5"/>
                    </a:cubicBezTo>
                    <a:cubicBezTo>
                      <a:pt x="16" y="6"/>
                      <a:pt x="17" y="6"/>
                      <a:pt x="17" y="8"/>
                    </a:cubicBezTo>
                    <a:cubicBezTo>
                      <a:pt x="17" y="9"/>
                      <a:pt x="16" y="12"/>
                      <a:pt x="15" y="13"/>
                    </a:cubicBezTo>
                    <a:cubicBezTo>
                      <a:pt x="15" y="14"/>
                      <a:pt x="12" y="13"/>
                      <a:pt x="12" y="14"/>
                    </a:cubicBezTo>
                    <a:cubicBezTo>
                      <a:pt x="12" y="16"/>
                      <a:pt x="10" y="17"/>
                      <a:pt x="10" y="18"/>
                    </a:cubicBezTo>
                    <a:cubicBezTo>
                      <a:pt x="10" y="19"/>
                      <a:pt x="11" y="22"/>
                      <a:pt x="10" y="23"/>
                    </a:cubicBezTo>
                    <a:cubicBezTo>
                      <a:pt x="4" y="24"/>
                      <a:pt x="6" y="30"/>
                      <a:pt x="5" y="34"/>
                    </a:cubicBezTo>
                    <a:cubicBezTo>
                      <a:pt x="4" y="35"/>
                      <a:pt x="3" y="35"/>
                      <a:pt x="1" y="35"/>
                    </a:cubicBezTo>
                    <a:cubicBezTo>
                      <a:pt x="0" y="36"/>
                      <a:pt x="0" y="38"/>
                      <a:pt x="2" y="38"/>
                    </a:cubicBezTo>
                    <a:cubicBezTo>
                      <a:pt x="5" y="39"/>
                      <a:pt x="8" y="45"/>
                      <a:pt x="9" y="47"/>
                    </a:cubicBezTo>
                    <a:cubicBezTo>
                      <a:pt x="10" y="49"/>
                      <a:pt x="11" y="49"/>
                      <a:pt x="13" y="50"/>
                    </a:cubicBezTo>
                    <a:cubicBezTo>
                      <a:pt x="14" y="51"/>
                      <a:pt x="13" y="53"/>
                      <a:pt x="14" y="54"/>
                    </a:cubicBezTo>
                    <a:cubicBezTo>
                      <a:pt x="16" y="56"/>
                      <a:pt x="18" y="54"/>
                      <a:pt x="20" y="55"/>
                    </a:cubicBezTo>
                    <a:cubicBezTo>
                      <a:pt x="21" y="56"/>
                      <a:pt x="23" y="58"/>
                      <a:pt x="25" y="59"/>
                    </a:cubicBezTo>
                    <a:cubicBezTo>
                      <a:pt x="27" y="59"/>
                      <a:pt x="31" y="61"/>
                      <a:pt x="33" y="60"/>
                    </a:cubicBezTo>
                    <a:cubicBezTo>
                      <a:pt x="35" y="58"/>
                      <a:pt x="36" y="56"/>
                      <a:pt x="39" y="57"/>
                    </a:cubicBezTo>
                    <a:cubicBezTo>
                      <a:pt x="42" y="58"/>
                      <a:pt x="45" y="57"/>
                      <a:pt x="47" y="56"/>
                    </a:cubicBezTo>
                    <a:cubicBezTo>
                      <a:pt x="49" y="54"/>
                      <a:pt x="51" y="53"/>
                      <a:pt x="54" y="53"/>
                    </a:cubicBezTo>
                    <a:cubicBezTo>
                      <a:pt x="55" y="53"/>
                      <a:pt x="59" y="53"/>
                      <a:pt x="59" y="53"/>
                    </a:cubicBezTo>
                    <a:cubicBezTo>
                      <a:pt x="64" y="48"/>
                      <a:pt x="69" y="43"/>
                      <a:pt x="74" y="38"/>
                    </a:cubicBezTo>
                    <a:cubicBezTo>
                      <a:pt x="73" y="38"/>
                      <a:pt x="71" y="38"/>
                      <a:pt x="70" y="3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8" name="Freeform 747"/>
              <p:cNvSpPr>
                <a:spLocks/>
              </p:cNvSpPr>
              <p:nvPr/>
            </p:nvSpPr>
            <p:spPr bwMode="auto">
              <a:xfrm>
                <a:off x="13235227" y="8481973"/>
                <a:ext cx="812103" cy="777272"/>
              </a:xfrm>
              <a:custGeom>
                <a:avLst/>
                <a:gdLst>
                  <a:gd name="T0" fmla="*/ 86 w 87"/>
                  <a:gd name="T1" fmla="*/ 1 h 83"/>
                  <a:gd name="T2" fmla="*/ 83 w 87"/>
                  <a:gd name="T3" fmla="*/ 0 h 83"/>
                  <a:gd name="T4" fmla="*/ 79 w 87"/>
                  <a:gd name="T5" fmla="*/ 3 h 83"/>
                  <a:gd name="T6" fmla="*/ 71 w 87"/>
                  <a:gd name="T7" fmla="*/ 3 h 83"/>
                  <a:gd name="T8" fmla="*/ 69 w 87"/>
                  <a:gd name="T9" fmla="*/ 4 h 83"/>
                  <a:gd name="T10" fmla="*/ 68 w 87"/>
                  <a:gd name="T11" fmla="*/ 3 h 83"/>
                  <a:gd name="T12" fmla="*/ 63 w 87"/>
                  <a:gd name="T13" fmla="*/ 6 h 83"/>
                  <a:gd name="T14" fmla="*/ 58 w 87"/>
                  <a:gd name="T15" fmla="*/ 5 h 83"/>
                  <a:gd name="T16" fmla="*/ 53 w 87"/>
                  <a:gd name="T17" fmla="*/ 7 h 83"/>
                  <a:gd name="T18" fmla="*/ 47 w 87"/>
                  <a:gd name="T19" fmla="*/ 2 h 83"/>
                  <a:gd name="T20" fmla="*/ 44 w 87"/>
                  <a:gd name="T21" fmla="*/ 6 h 83"/>
                  <a:gd name="T22" fmla="*/ 48 w 87"/>
                  <a:gd name="T23" fmla="*/ 12 h 83"/>
                  <a:gd name="T24" fmla="*/ 56 w 87"/>
                  <a:gd name="T25" fmla="*/ 16 h 83"/>
                  <a:gd name="T26" fmla="*/ 70 w 87"/>
                  <a:gd name="T27" fmla="*/ 20 h 83"/>
                  <a:gd name="T28" fmla="*/ 63 w 87"/>
                  <a:gd name="T29" fmla="*/ 27 h 83"/>
                  <a:gd name="T30" fmla="*/ 58 w 87"/>
                  <a:gd name="T31" fmla="*/ 33 h 83"/>
                  <a:gd name="T32" fmla="*/ 55 w 87"/>
                  <a:gd name="T33" fmla="*/ 35 h 83"/>
                  <a:gd name="T34" fmla="*/ 48 w 87"/>
                  <a:gd name="T35" fmla="*/ 35 h 83"/>
                  <a:gd name="T36" fmla="*/ 42 w 87"/>
                  <a:gd name="T37" fmla="*/ 38 h 83"/>
                  <a:gd name="T38" fmla="*/ 36 w 87"/>
                  <a:gd name="T39" fmla="*/ 39 h 83"/>
                  <a:gd name="T40" fmla="*/ 32 w 87"/>
                  <a:gd name="T41" fmla="*/ 39 h 83"/>
                  <a:gd name="T42" fmla="*/ 26 w 87"/>
                  <a:gd name="T43" fmla="*/ 42 h 83"/>
                  <a:gd name="T44" fmla="*/ 21 w 87"/>
                  <a:gd name="T45" fmla="*/ 41 h 83"/>
                  <a:gd name="T46" fmla="*/ 16 w 87"/>
                  <a:gd name="T47" fmla="*/ 37 h 83"/>
                  <a:gd name="T48" fmla="*/ 11 w 87"/>
                  <a:gd name="T49" fmla="*/ 37 h 83"/>
                  <a:gd name="T50" fmla="*/ 7 w 87"/>
                  <a:gd name="T51" fmla="*/ 34 h 83"/>
                  <a:gd name="T52" fmla="*/ 0 w 87"/>
                  <a:gd name="T53" fmla="*/ 39 h 83"/>
                  <a:gd name="T54" fmla="*/ 3 w 87"/>
                  <a:gd name="T55" fmla="*/ 41 h 83"/>
                  <a:gd name="T56" fmla="*/ 4 w 87"/>
                  <a:gd name="T57" fmla="*/ 45 h 83"/>
                  <a:gd name="T58" fmla="*/ 3 w 87"/>
                  <a:gd name="T59" fmla="*/ 54 h 83"/>
                  <a:gd name="T60" fmla="*/ 0 w 87"/>
                  <a:gd name="T61" fmla="*/ 58 h 83"/>
                  <a:gd name="T62" fmla="*/ 3 w 87"/>
                  <a:gd name="T63" fmla="*/ 60 h 83"/>
                  <a:gd name="T64" fmla="*/ 1 w 87"/>
                  <a:gd name="T65" fmla="*/ 65 h 83"/>
                  <a:gd name="T66" fmla="*/ 4 w 87"/>
                  <a:gd name="T67" fmla="*/ 66 h 83"/>
                  <a:gd name="T68" fmla="*/ 15 w 87"/>
                  <a:gd name="T69" fmla="*/ 73 h 83"/>
                  <a:gd name="T70" fmla="*/ 19 w 87"/>
                  <a:gd name="T71" fmla="*/ 77 h 83"/>
                  <a:gd name="T72" fmla="*/ 26 w 87"/>
                  <a:gd name="T73" fmla="*/ 83 h 83"/>
                  <a:gd name="T74" fmla="*/ 30 w 87"/>
                  <a:gd name="T75" fmla="*/ 76 h 83"/>
                  <a:gd name="T76" fmla="*/ 33 w 87"/>
                  <a:gd name="T77" fmla="*/ 72 h 83"/>
                  <a:gd name="T78" fmla="*/ 35 w 87"/>
                  <a:gd name="T79" fmla="*/ 69 h 83"/>
                  <a:gd name="T80" fmla="*/ 40 w 87"/>
                  <a:gd name="T81" fmla="*/ 65 h 83"/>
                  <a:gd name="T82" fmla="*/ 59 w 87"/>
                  <a:gd name="T83" fmla="*/ 48 h 83"/>
                  <a:gd name="T84" fmla="*/ 77 w 87"/>
                  <a:gd name="T85" fmla="*/ 24 h 83"/>
                  <a:gd name="T86" fmla="*/ 84 w 87"/>
                  <a:gd name="T87" fmla="*/ 14 h 83"/>
                  <a:gd name="T88" fmla="*/ 86 w 87"/>
                  <a:gd name="T89" fmla="*/ 7 h 83"/>
                  <a:gd name="T90" fmla="*/ 86 w 87"/>
                  <a:gd name="T91" fmla="*/ 1 h 83"/>
                  <a:gd name="T92" fmla="*/ 86 w 87"/>
                  <a:gd name="T93" fmla="*/ 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7" h="83">
                    <a:moveTo>
                      <a:pt x="86" y="1"/>
                    </a:moveTo>
                    <a:cubicBezTo>
                      <a:pt x="87" y="0"/>
                      <a:pt x="84" y="0"/>
                      <a:pt x="83" y="0"/>
                    </a:cubicBezTo>
                    <a:cubicBezTo>
                      <a:pt x="82" y="1"/>
                      <a:pt x="81" y="2"/>
                      <a:pt x="79" y="3"/>
                    </a:cubicBezTo>
                    <a:cubicBezTo>
                      <a:pt x="77" y="3"/>
                      <a:pt x="74" y="3"/>
                      <a:pt x="71" y="3"/>
                    </a:cubicBezTo>
                    <a:cubicBezTo>
                      <a:pt x="71" y="4"/>
                      <a:pt x="70" y="4"/>
                      <a:pt x="69" y="4"/>
                    </a:cubicBezTo>
                    <a:cubicBezTo>
                      <a:pt x="68" y="4"/>
                      <a:pt x="68" y="3"/>
                      <a:pt x="68" y="3"/>
                    </a:cubicBezTo>
                    <a:cubicBezTo>
                      <a:pt x="66" y="4"/>
                      <a:pt x="65" y="6"/>
                      <a:pt x="63" y="6"/>
                    </a:cubicBezTo>
                    <a:cubicBezTo>
                      <a:pt x="61" y="6"/>
                      <a:pt x="61" y="5"/>
                      <a:pt x="58" y="5"/>
                    </a:cubicBezTo>
                    <a:cubicBezTo>
                      <a:pt x="57" y="6"/>
                      <a:pt x="55" y="8"/>
                      <a:pt x="53" y="7"/>
                    </a:cubicBezTo>
                    <a:cubicBezTo>
                      <a:pt x="50" y="6"/>
                      <a:pt x="49" y="5"/>
                      <a:pt x="47" y="2"/>
                    </a:cubicBezTo>
                    <a:cubicBezTo>
                      <a:pt x="47" y="3"/>
                      <a:pt x="44" y="5"/>
                      <a:pt x="44" y="6"/>
                    </a:cubicBezTo>
                    <a:cubicBezTo>
                      <a:pt x="45" y="8"/>
                      <a:pt x="46" y="10"/>
                      <a:pt x="48" y="12"/>
                    </a:cubicBezTo>
                    <a:cubicBezTo>
                      <a:pt x="50" y="14"/>
                      <a:pt x="53" y="15"/>
                      <a:pt x="56" y="16"/>
                    </a:cubicBezTo>
                    <a:cubicBezTo>
                      <a:pt x="61" y="18"/>
                      <a:pt x="65" y="20"/>
                      <a:pt x="70" y="20"/>
                    </a:cubicBezTo>
                    <a:cubicBezTo>
                      <a:pt x="68" y="22"/>
                      <a:pt x="65" y="25"/>
                      <a:pt x="63" y="27"/>
                    </a:cubicBezTo>
                    <a:cubicBezTo>
                      <a:pt x="61" y="29"/>
                      <a:pt x="59" y="31"/>
                      <a:pt x="58" y="33"/>
                    </a:cubicBezTo>
                    <a:cubicBezTo>
                      <a:pt x="57" y="33"/>
                      <a:pt x="56" y="35"/>
                      <a:pt x="55" y="35"/>
                    </a:cubicBezTo>
                    <a:cubicBezTo>
                      <a:pt x="53" y="36"/>
                      <a:pt x="50" y="34"/>
                      <a:pt x="48" y="35"/>
                    </a:cubicBezTo>
                    <a:cubicBezTo>
                      <a:pt x="46" y="35"/>
                      <a:pt x="44" y="37"/>
                      <a:pt x="42" y="38"/>
                    </a:cubicBezTo>
                    <a:cubicBezTo>
                      <a:pt x="40" y="39"/>
                      <a:pt x="38" y="40"/>
                      <a:pt x="36" y="39"/>
                    </a:cubicBezTo>
                    <a:cubicBezTo>
                      <a:pt x="35" y="39"/>
                      <a:pt x="33" y="38"/>
                      <a:pt x="32" y="39"/>
                    </a:cubicBezTo>
                    <a:cubicBezTo>
                      <a:pt x="29" y="41"/>
                      <a:pt x="29" y="43"/>
                      <a:pt x="26" y="42"/>
                    </a:cubicBezTo>
                    <a:cubicBezTo>
                      <a:pt x="24" y="41"/>
                      <a:pt x="22" y="41"/>
                      <a:pt x="21" y="41"/>
                    </a:cubicBezTo>
                    <a:cubicBezTo>
                      <a:pt x="19" y="40"/>
                      <a:pt x="17" y="38"/>
                      <a:pt x="16" y="37"/>
                    </a:cubicBezTo>
                    <a:cubicBezTo>
                      <a:pt x="15" y="37"/>
                      <a:pt x="12" y="38"/>
                      <a:pt x="11" y="37"/>
                    </a:cubicBezTo>
                    <a:cubicBezTo>
                      <a:pt x="10" y="36"/>
                      <a:pt x="8" y="34"/>
                      <a:pt x="7" y="34"/>
                    </a:cubicBezTo>
                    <a:cubicBezTo>
                      <a:pt x="3" y="35"/>
                      <a:pt x="2" y="36"/>
                      <a:pt x="0" y="39"/>
                    </a:cubicBezTo>
                    <a:cubicBezTo>
                      <a:pt x="0" y="40"/>
                      <a:pt x="3" y="40"/>
                      <a:pt x="3" y="41"/>
                    </a:cubicBezTo>
                    <a:cubicBezTo>
                      <a:pt x="3" y="43"/>
                      <a:pt x="3" y="44"/>
                      <a:pt x="4" y="45"/>
                    </a:cubicBezTo>
                    <a:cubicBezTo>
                      <a:pt x="6" y="47"/>
                      <a:pt x="5" y="52"/>
                      <a:pt x="3" y="54"/>
                    </a:cubicBezTo>
                    <a:cubicBezTo>
                      <a:pt x="2" y="55"/>
                      <a:pt x="1" y="56"/>
                      <a:pt x="0" y="58"/>
                    </a:cubicBezTo>
                    <a:cubicBezTo>
                      <a:pt x="0" y="61"/>
                      <a:pt x="2" y="59"/>
                      <a:pt x="3" y="60"/>
                    </a:cubicBezTo>
                    <a:cubicBezTo>
                      <a:pt x="3" y="60"/>
                      <a:pt x="0" y="64"/>
                      <a:pt x="1" y="65"/>
                    </a:cubicBezTo>
                    <a:cubicBezTo>
                      <a:pt x="2" y="65"/>
                      <a:pt x="3" y="66"/>
                      <a:pt x="4" y="66"/>
                    </a:cubicBezTo>
                    <a:cubicBezTo>
                      <a:pt x="8" y="69"/>
                      <a:pt x="12" y="71"/>
                      <a:pt x="15" y="73"/>
                    </a:cubicBezTo>
                    <a:cubicBezTo>
                      <a:pt x="18" y="74"/>
                      <a:pt x="19" y="74"/>
                      <a:pt x="19" y="77"/>
                    </a:cubicBezTo>
                    <a:cubicBezTo>
                      <a:pt x="19" y="79"/>
                      <a:pt x="25" y="82"/>
                      <a:pt x="26" y="83"/>
                    </a:cubicBezTo>
                    <a:cubicBezTo>
                      <a:pt x="28" y="80"/>
                      <a:pt x="29" y="78"/>
                      <a:pt x="30" y="76"/>
                    </a:cubicBezTo>
                    <a:cubicBezTo>
                      <a:pt x="30" y="74"/>
                      <a:pt x="31" y="72"/>
                      <a:pt x="33" y="72"/>
                    </a:cubicBezTo>
                    <a:cubicBezTo>
                      <a:pt x="34" y="71"/>
                      <a:pt x="34" y="70"/>
                      <a:pt x="35" y="69"/>
                    </a:cubicBezTo>
                    <a:cubicBezTo>
                      <a:pt x="37" y="68"/>
                      <a:pt x="38" y="67"/>
                      <a:pt x="40" y="65"/>
                    </a:cubicBezTo>
                    <a:cubicBezTo>
                      <a:pt x="45" y="57"/>
                      <a:pt x="52" y="53"/>
                      <a:pt x="59" y="48"/>
                    </a:cubicBezTo>
                    <a:cubicBezTo>
                      <a:pt x="68" y="42"/>
                      <a:pt x="73" y="33"/>
                      <a:pt x="77" y="24"/>
                    </a:cubicBezTo>
                    <a:cubicBezTo>
                      <a:pt x="79" y="20"/>
                      <a:pt x="82" y="18"/>
                      <a:pt x="84" y="14"/>
                    </a:cubicBezTo>
                    <a:cubicBezTo>
                      <a:pt x="85" y="12"/>
                      <a:pt x="85" y="9"/>
                      <a:pt x="86" y="7"/>
                    </a:cubicBezTo>
                    <a:cubicBezTo>
                      <a:pt x="86" y="6"/>
                      <a:pt x="85" y="2"/>
                      <a:pt x="86" y="1"/>
                    </a:cubicBezTo>
                    <a:cubicBezTo>
                      <a:pt x="86" y="1"/>
                      <a:pt x="86" y="1"/>
                      <a:pt x="86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49" name="Freeform 748"/>
              <p:cNvSpPr>
                <a:spLocks/>
              </p:cNvSpPr>
              <p:nvPr/>
            </p:nvSpPr>
            <p:spPr bwMode="auto">
              <a:xfrm>
                <a:off x="13601471" y="8437375"/>
                <a:ext cx="82803" cy="101936"/>
              </a:xfrm>
              <a:custGeom>
                <a:avLst/>
                <a:gdLst>
                  <a:gd name="T0" fmla="*/ 3 w 9"/>
                  <a:gd name="T1" fmla="*/ 2 h 11"/>
                  <a:gd name="T2" fmla="*/ 1 w 9"/>
                  <a:gd name="T3" fmla="*/ 5 h 11"/>
                  <a:gd name="T4" fmla="*/ 0 w 9"/>
                  <a:gd name="T5" fmla="*/ 10 h 11"/>
                  <a:gd name="T6" fmla="*/ 8 w 9"/>
                  <a:gd name="T7" fmla="*/ 7 h 11"/>
                  <a:gd name="T8" fmla="*/ 4 w 9"/>
                  <a:gd name="T9" fmla="*/ 6 h 11"/>
                  <a:gd name="T10" fmla="*/ 8 w 9"/>
                  <a:gd name="T11" fmla="*/ 3 h 11"/>
                  <a:gd name="T12" fmla="*/ 3 w 9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1">
                    <a:moveTo>
                      <a:pt x="3" y="2"/>
                    </a:moveTo>
                    <a:cubicBezTo>
                      <a:pt x="2" y="3"/>
                      <a:pt x="1" y="4"/>
                      <a:pt x="1" y="5"/>
                    </a:cubicBezTo>
                    <a:cubicBezTo>
                      <a:pt x="0" y="5"/>
                      <a:pt x="0" y="9"/>
                      <a:pt x="0" y="10"/>
                    </a:cubicBezTo>
                    <a:cubicBezTo>
                      <a:pt x="2" y="11"/>
                      <a:pt x="7" y="7"/>
                      <a:pt x="8" y="7"/>
                    </a:cubicBezTo>
                    <a:cubicBezTo>
                      <a:pt x="8" y="6"/>
                      <a:pt x="5" y="5"/>
                      <a:pt x="4" y="6"/>
                    </a:cubicBezTo>
                    <a:cubicBezTo>
                      <a:pt x="5" y="5"/>
                      <a:pt x="9" y="4"/>
                      <a:pt x="8" y="3"/>
                    </a:cubicBezTo>
                    <a:cubicBezTo>
                      <a:pt x="7" y="0"/>
                      <a:pt x="5" y="0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0" name="Freeform 749"/>
              <p:cNvSpPr>
                <a:spLocks/>
              </p:cNvSpPr>
              <p:nvPr/>
            </p:nvSpPr>
            <p:spPr bwMode="auto">
              <a:xfrm>
                <a:off x="13040961" y="8848311"/>
                <a:ext cx="242036" cy="261215"/>
              </a:xfrm>
              <a:custGeom>
                <a:avLst/>
                <a:gdLst>
                  <a:gd name="T0" fmla="*/ 22 w 26"/>
                  <a:gd name="T1" fmla="*/ 18 h 28"/>
                  <a:gd name="T2" fmla="*/ 25 w 26"/>
                  <a:gd name="T3" fmla="*/ 14 h 28"/>
                  <a:gd name="T4" fmla="*/ 26 w 26"/>
                  <a:gd name="T5" fmla="*/ 8 h 28"/>
                  <a:gd name="T6" fmla="*/ 24 w 26"/>
                  <a:gd name="T7" fmla="*/ 3 h 28"/>
                  <a:gd name="T8" fmla="*/ 21 w 26"/>
                  <a:gd name="T9" fmla="*/ 0 h 28"/>
                  <a:gd name="T10" fmla="*/ 16 w 26"/>
                  <a:gd name="T11" fmla="*/ 1 h 28"/>
                  <a:gd name="T12" fmla="*/ 12 w 26"/>
                  <a:gd name="T13" fmla="*/ 3 h 28"/>
                  <a:gd name="T14" fmla="*/ 6 w 26"/>
                  <a:gd name="T15" fmla="*/ 2 h 28"/>
                  <a:gd name="T16" fmla="*/ 7 w 26"/>
                  <a:gd name="T17" fmla="*/ 8 h 28"/>
                  <a:gd name="T18" fmla="*/ 6 w 26"/>
                  <a:gd name="T19" fmla="*/ 12 h 28"/>
                  <a:gd name="T20" fmla="*/ 2 w 26"/>
                  <a:gd name="T21" fmla="*/ 16 h 28"/>
                  <a:gd name="T22" fmla="*/ 0 w 26"/>
                  <a:gd name="T23" fmla="*/ 22 h 28"/>
                  <a:gd name="T24" fmla="*/ 0 w 26"/>
                  <a:gd name="T25" fmla="*/ 27 h 28"/>
                  <a:gd name="T26" fmla="*/ 4 w 26"/>
                  <a:gd name="T27" fmla="*/ 26 h 28"/>
                  <a:gd name="T28" fmla="*/ 11 w 26"/>
                  <a:gd name="T29" fmla="*/ 25 h 28"/>
                  <a:gd name="T30" fmla="*/ 14 w 26"/>
                  <a:gd name="T31" fmla="*/ 20 h 28"/>
                  <a:gd name="T32" fmla="*/ 21 w 26"/>
                  <a:gd name="T33" fmla="*/ 20 h 28"/>
                  <a:gd name="T34" fmla="*/ 22 w 26"/>
                  <a:gd name="T35" fmla="*/ 18 h 28"/>
                  <a:gd name="T36" fmla="*/ 22 w 26"/>
                  <a:gd name="T37" fmla="*/ 1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28">
                    <a:moveTo>
                      <a:pt x="22" y="18"/>
                    </a:moveTo>
                    <a:cubicBezTo>
                      <a:pt x="22" y="16"/>
                      <a:pt x="24" y="15"/>
                      <a:pt x="25" y="14"/>
                    </a:cubicBezTo>
                    <a:cubicBezTo>
                      <a:pt x="26" y="13"/>
                      <a:pt x="26" y="10"/>
                      <a:pt x="26" y="8"/>
                    </a:cubicBezTo>
                    <a:cubicBezTo>
                      <a:pt x="26" y="6"/>
                      <a:pt x="24" y="5"/>
                      <a:pt x="24" y="3"/>
                    </a:cubicBezTo>
                    <a:cubicBezTo>
                      <a:pt x="24" y="1"/>
                      <a:pt x="22" y="1"/>
                      <a:pt x="21" y="0"/>
                    </a:cubicBezTo>
                    <a:cubicBezTo>
                      <a:pt x="20" y="1"/>
                      <a:pt x="18" y="0"/>
                      <a:pt x="16" y="1"/>
                    </a:cubicBezTo>
                    <a:cubicBezTo>
                      <a:pt x="15" y="2"/>
                      <a:pt x="13" y="4"/>
                      <a:pt x="12" y="3"/>
                    </a:cubicBezTo>
                    <a:cubicBezTo>
                      <a:pt x="10" y="1"/>
                      <a:pt x="7" y="0"/>
                      <a:pt x="6" y="2"/>
                    </a:cubicBezTo>
                    <a:cubicBezTo>
                      <a:pt x="5" y="4"/>
                      <a:pt x="6" y="7"/>
                      <a:pt x="7" y="8"/>
                    </a:cubicBezTo>
                    <a:cubicBezTo>
                      <a:pt x="8" y="10"/>
                      <a:pt x="7" y="10"/>
                      <a:pt x="6" y="12"/>
                    </a:cubicBezTo>
                    <a:cubicBezTo>
                      <a:pt x="5" y="14"/>
                      <a:pt x="3" y="15"/>
                      <a:pt x="2" y="16"/>
                    </a:cubicBezTo>
                    <a:cubicBezTo>
                      <a:pt x="1" y="18"/>
                      <a:pt x="0" y="19"/>
                      <a:pt x="0" y="22"/>
                    </a:cubicBezTo>
                    <a:cubicBezTo>
                      <a:pt x="0" y="23"/>
                      <a:pt x="1" y="25"/>
                      <a:pt x="0" y="27"/>
                    </a:cubicBezTo>
                    <a:cubicBezTo>
                      <a:pt x="2" y="28"/>
                      <a:pt x="2" y="27"/>
                      <a:pt x="4" y="26"/>
                    </a:cubicBezTo>
                    <a:cubicBezTo>
                      <a:pt x="6" y="25"/>
                      <a:pt x="9" y="25"/>
                      <a:pt x="11" y="25"/>
                    </a:cubicBezTo>
                    <a:cubicBezTo>
                      <a:pt x="10" y="22"/>
                      <a:pt x="12" y="21"/>
                      <a:pt x="14" y="20"/>
                    </a:cubicBezTo>
                    <a:cubicBezTo>
                      <a:pt x="16" y="19"/>
                      <a:pt x="20" y="17"/>
                      <a:pt x="21" y="20"/>
                    </a:cubicBezTo>
                    <a:cubicBezTo>
                      <a:pt x="21" y="19"/>
                      <a:pt x="21" y="18"/>
                      <a:pt x="22" y="18"/>
                    </a:cubicBezTo>
                    <a:cubicBezTo>
                      <a:pt x="22" y="16"/>
                      <a:pt x="21" y="18"/>
                      <a:pt x="22" y="1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1" name="Freeform 750"/>
              <p:cNvSpPr>
                <a:spLocks/>
              </p:cNvSpPr>
              <p:nvPr/>
            </p:nvSpPr>
            <p:spPr bwMode="auto">
              <a:xfrm>
                <a:off x="13012297" y="9147751"/>
                <a:ext cx="92356" cy="92380"/>
              </a:xfrm>
              <a:custGeom>
                <a:avLst/>
                <a:gdLst>
                  <a:gd name="T0" fmla="*/ 1 w 10"/>
                  <a:gd name="T1" fmla="*/ 6 h 10"/>
                  <a:gd name="T2" fmla="*/ 3 w 10"/>
                  <a:gd name="T3" fmla="*/ 10 h 10"/>
                  <a:gd name="T4" fmla="*/ 9 w 10"/>
                  <a:gd name="T5" fmla="*/ 5 h 10"/>
                  <a:gd name="T6" fmla="*/ 8 w 10"/>
                  <a:gd name="T7" fmla="*/ 0 h 10"/>
                  <a:gd name="T8" fmla="*/ 4 w 10"/>
                  <a:gd name="T9" fmla="*/ 1 h 10"/>
                  <a:gd name="T10" fmla="*/ 0 w 10"/>
                  <a:gd name="T11" fmla="*/ 1 h 10"/>
                  <a:gd name="T12" fmla="*/ 1 w 10"/>
                  <a:gd name="T13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0">
                    <a:moveTo>
                      <a:pt x="1" y="6"/>
                    </a:moveTo>
                    <a:cubicBezTo>
                      <a:pt x="2" y="7"/>
                      <a:pt x="2" y="9"/>
                      <a:pt x="3" y="10"/>
                    </a:cubicBezTo>
                    <a:cubicBezTo>
                      <a:pt x="5" y="9"/>
                      <a:pt x="7" y="7"/>
                      <a:pt x="9" y="5"/>
                    </a:cubicBezTo>
                    <a:cubicBezTo>
                      <a:pt x="10" y="3"/>
                      <a:pt x="5" y="4"/>
                      <a:pt x="8" y="0"/>
                    </a:cubicBezTo>
                    <a:cubicBezTo>
                      <a:pt x="7" y="0"/>
                      <a:pt x="3" y="0"/>
                      <a:pt x="4" y="1"/>
                    </a:cubicBezTo>
                    <a:cubicBezTo>
                      <a:pt x="5" y="3"/>
                      <a:pt x="1" y="2"/>
                      <a:pt x="0" y="1"/>
                    </a:cubicBezTo>
                    <a:cubicBezTo>
                      <a:pt x="0" y="3"/>
                      <a:pt x="1" y="4"/>
                      <a:pt x="1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2" name="Freeform 751"/>
              <p:cNvSpPr>
                <a:spLocks/>
              </p:cNvSpPr>
              <p:nvPr/>
            </p:nvSpPr>
            <p:spPr bwMode="auto">
              <a:xfrm>
                <a:off x="13012297" y="9090413"/>
                <a:ext cx="101909" cy="86010"/>
              </a:xfrm>
              <a:custGeom>
                <a:avLst/>
                <a:gdLst>
                  <a:gd name="T0" fmla="*/ 3 w 11"/>
                  <a:gd name="T1" fmla="*/ 1 h 9"/>
                  <a:gd name="T2" fmla="*/ 0 w 11"/>
                  <a:gd name="T3" fmla="*/ 7 h 9"/>
                  <a:gd name="T4" fmla="*/ 4 w 11"/>
                  <a:gd name="T5" fmla="*/ 7 h 9"/>
                  <a:gd name="T6" fmla="*/ 8 w 11"/>
                  <a:gd name="T7" fmla="*/ 6 h 9"/>
                  <a:gd name="T8" fmla="*/ 7 w 11"/>
                  <a:gd name="T9" fmla="*/ 0 h 9"/>
                  <a:gd name="T10" fmla="*/ 3 w 11"/>
                  <a:gd name="T11" fmla="*/ 1 h 9"/>
                  <a:gd name="T12" fmla="*/ 3 w 11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9">
                    <a:moveTo>
                      <a:pt x="3" y="1"/>
                    </a:moveTo>
                    <a:cubicBezTo>
                      <a:pt x="1" y="2"/>
                      <a:pt x="0" y="5"/>
                      <a:pt x="0" y="7"/>
                    </a:cubicBezTo>
                    <a:cubicBezTo>
                      <a:pt x="1" y="8"/>
                      <a:pt x="5" y="9"/>
                      <a:pt x="4" y="7"/>
                    </a:cubicBezTo>
                    <a:cubicBezTo>
                      <a:pt x="3" y="6"/>
                      <a:pt x="7" y="6"/>
                      <a:pt x="8" y="6"/>
                    </a:cubicBezTo>
                    <a:cubicBezTo>
                      <a:pt x="11" y="5"/>
                      <a:pt x="8" y="1"/>
                      <a:pt x="7" y="0"/>
                    </a:cubicBezTo>
                    <a:cubicBezTo>
                      <a:pt x="5" y="1"/>
                      <a:pt x="5" y="2"/>
                      <a:pt x="3" y="1"/>
                    </a:cubicBezTo>
                    <a:cubicBezTo>
                      <a:pt x="2" y="1"/>
                      <a:pt x="4" y="1"/>
                      <a:pt x="3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3" name="Freeform 752"/>
              <p:cNvSpPr>
                <a:spLocks/>
              </p:cNvSpPr>
              <p:nvPr/>
            </p:nvSpPr>
            <p:spPr bwMode="auto">
              <a:xfrm>
                <a:off x="13031406" y="9061741"/>
                <a:ext cx="503186" cy="544729"/>
              </a:xfrm>
              <a:custGeom>
                <a:avLst/>
                <a:gdLst>
                  <a:gd name="T0" fmla="*/ 41 w 54"/>
                  <a:gd name="T1" fmla="*/ 13 h 58"/>
                  <a:gd name="T2" fmla="*/ 23 w 54"/>
                  <a:gd name="T3" fmla="*/ 3 h 58"/>
                  <a:gd name="T4" fmla="*/ 17 w 54"/>
                  <a:gd name="T5" fmla="*/ 7 h 58"/>
                  <a:gd name="T6" fmla="*/ 21 w 54"/>
                  <a:gd name="T7" fmla="*/ 9 h 58"/>
                  <a:gd name="T8" fmla="*/ 17 w 54"/>
                  <a:gd name="T9" fmla="*/ 9 h 58"/>
                  <a:gd name="T10" fmla="*/ 13 w 54"/>
                  <a:gd name="T11" fmla="*/ 10 h 58"/>
                  <a:gd name="T12" fmla="*/ 11 w 54"/>
                  <a:gd name="T13" fmla="*/ 8 h 58"/>
                  <a:gd name="T14" fmla="*/ 12 w 54"/>
                  <a:gd name="T15" fmla="*/ 4 h 58"/>
                  <a:gd name="T16" fmla="*/ 5 w 54"/>
                  <a:gd name="T17" fmla="*/ 3 h 58"/>
                  <a:gd name="T18" fmla="*/ 7 w 54"/>
                  <a:gd name="T19" fmla="*/ 8 h 58"/>
                  <a:gd name="T20" fmla="*/ 5 w 54"/>
                  <a:gd name="T21" fmla="*/ 12 h 58"/>
                  <a:gd name="T22" fmla="*/ 6 w 54"/>
                  <a:gd name="T23" fmla="*/ 16 h 58"/>
                  <a:gd name="T24" fmla="*/ 2 w 54"/>
                  <a:gd name="T25" fmla="*/ 18 h 58"/>
                  <a:gd name="T26" fmla="*/ 1 w 54"/>
                  <a:gd name="T27" fmla="*/ 21 h 58"/>
                  <a:gd name="T28" fmla="*/ 5 w 54"/>
                  <a:gd name="T29" fmla="*/ 33 h 58"/>
                  <a:gd name="T30" fmla="*/ 12 w 54"/>
                  <a:gd name="T31" fmla="*/ 42 h 58"/>
                  <a:gd name="T32" fmla="*/ 15 w 54"/>
                  <a:gd name="T33" fmla="*/ 43 h 58"/>
                  <a:gd name="T34" fmla="*/ 17 w 54"/>
                  <a:gd name="T35" fmla="*/ 45 h 58"/>
                  <a:gd name="T36" fmla="*/ 24 w 54"/>
                  <a:gd name="T37" fmla="*/ 47 h 58"/>
                  <a:gd name="T38" fmla="*/ 25 w 54"/>
                  <a:gd name="T39" fmla="*/ 53 h 58"/>
                  <a:gd name="T40" fmla="*/ 27 w 54"/>
                  <a:gd name="T41" fmla="*/ 55 h 58"/>
                  <a:gd name="T42" fmla="*/ 30 w 54"/>
                  <a:gd name="T43" fmla="*/ 55 h 58"/>
                  <a:gd name="T44" fmla="*/ 33 w 54"/>
                  <a:gd name="T45" fmla="*/ 56 h 58"/>
                  <a:gd name="T46" fmla="*/ 36 w 54"/>
                  <a:gd name="T47" fmla="*/ 55 h 58"/>
                  <a:gd name="T48" fmla="*/ 42 w 54"/>
                  <a:gd name="T49" fmla="*/ 55 h 58"/>
                  <a:gd name="T50" fmla="*/ 46 w 54"/>
                  <a:gd name="T51" fmla="*/ 54 h 58"/>
                  <a:gd name="T52" fmla="*/ 54 w 54"/>
                  <a:gd name="T53" fmla="*/ 49 h 58"/>
                  <a:gd name="T54" fmla="*/ 49 w 54"/>
                  <a:gd name="T55" fmla="*/ 36 h 58"/>
                  <a:gd name="T56" fmla="*/ 49 w 54"/>
                  <a:gd name="T57" fmla="*/ 32 h 58"/>
                  <a:gd name="T58" fmla="*/ 46 w 54"/>
                  <a:gd name="T59" fmla="*/ 28 h 58"/>
                  <a:gd name="T60" fmla="*/ 48 w 54"/>
                  <a:gd name="T61" fmla="*/ 20 h 58"/>
                  <a:gd name="T62" fmla="*/ 45 w 54"/>
                  <a:gd name="T63" fmla="*/ 18 h 58"/>
                  <a:gd name="T64" fmla="*/ 41 w 54"/>
                  <a:gd name="T65" fmla="*/ 16 h 58"/>
                  <a:gd name="T66" fmla="*/ 41 w 54"/>
                  <a:gd name="T67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4" h="58">
                    <a:moveTo>
                      <a:pt x="41" y="13"/>
                    </a:moveTo>
                    <a:cubicBezTo>
                      <a:pt x="35" y="9"/>
                      <a:pt x="29" y="6"/>
                      <a:pt x="23" y="3"/>
                    </a:cubicBezTo>
                    <a:cubicBezTo>
                      <a:pt x="22" y="5"/>
                      <a:pt x="19" y="7"/>
                      <a:pt x="17" y="7"/>
                    </a:cubicBezTo>
                    <a:cubicBezTo>
                      <a:pt x="17" y="7"/>
                      <a:pt x="21" y="8"/>
                      <a:pt x="21" y="9"/>
                    </a:cubicBezTo>
                    <a:cubicBezTo>
                      <a:pt x="20" y="10"/>
                      <a:pt x="18" y="9"/>
                      <a:pt x="17" y="9"/>
                    </a:cubicBezTo>
                    <a:cubicBezTo>
                      <a:pt x="15" y="8"/>
                      <a:pt x="15" y="9"/>
                      <a:pt x="13" y="10"/>
                    </a:cubicBezTo>
                    <a:cubicBezTo>
                      <a:pt x="13" y="10"/>
                      <a:pt x="11" y="9"/>
                      <a:pt x="11" y="8"/>
                    </a:cubicBezTo>
                    <a:cubicBezTo>
                      <a:pt x="10" y="7"/>
                      <a:pt x="11" y="5"/>
                      <a:pt x="12" y="4"/>
                    </a:cubicBezTo>
                    <a:cubicBezTo>
                      <a:pt x="13" y="0"/>
                      <a:pt x="7" y="2"/>
                      <a:pt x="5" y="3"/>
                    </a:cubicBezTo>
                    <a:cubicBezTo>
                      <a:pt x="6" y="4"/>
                      <a:pt x="8" y="7"/>
                      <a:pt x="7" y="8"/>
                    </a:cubicBezTo>
                    <a:cubicBezTo>
                      <a:pt x="7" y="9"/>
                      <a:pt x="3" y="12"/>
                      <a:pt x="5" y="12"/>
                    </a:cubicBezTo>
                    <a:cubicBezTo>
                      <a:pt x="8" y="13"/>
                      <a:pt x="7" y="14"/>
                      <a:pt x="6" y="16"/>
                    </a:cubicBezTo>
                    <a:cubicBezTo>
                      <a:pt x="5" y="16"/>
                      <a:pt x="3" y="17"/>
                      <a:pt x="2" y="18"/>
                    </a:cubicBezTo>
                    <a:cubicBezTo>
                      <a:pt x="0" y="19"/>
                      <a:pt x="1" y="19"/>
                      <a:pt x="1" y="21"/>
                    </a:cubicBezTo>
                    <a:cubicBezTo>
                      <a:pt x="2" y="26"/>
                      <a:pt x="4" y="29"/>
                      <a:pt x="5" y="33"/>
                    </a:cubicBezTo>
                    <a:cubicBezTo>
                      <a:pt x="5" y="38"/>
                      <a:pt x="9" y="40"/>
                      <a:pt x="12" y="42"/>
                    </a:cubicBezTo>
                    <a:cubicBezTo>
                      <a:pt x="13" y="43"/>
                      <a:pt x="14" y="43"/>
                      <a:pt x="15" y="43"/>
                    </a:cubicBezTo>
                    <a:cubicBezTo>
                      <a:pt x="16" y="43"/>
                      <a:pt x="16" y="44"/>
                      <a:pt x="17" y="45"/>
                    </a:cubicBezTo>
                    <a:cubicBezTo>
                      <a:pt x="19" y="45"/>
                      <a:pt x="22" y="45"/>
                      <a:pt x="24" y="47"/>
                    </a:cubicBezTo>
                    <a:cubicBezTo>
                      <a:pt x="25" y="48"/>
                      <a:pt x="25" y="51"/>
                      <a:pt x="25" y="53"/>
                    </a:cubicBezTo>
                    <a:cubicBezTo>
                      <a:pt x="26" y="54"/>
                      <a:pt x="25" y="55"/>
                      <a:pt x="27" y="55"/>
                    </a:cubicBezTo>
                    <a:cubicBezTo>
                      <a:pt x="28" y="55"/>
                      <a:pt x="29" y="55"/>
                      <a:pt x="30" y="55"/>
                    </a:cubicBezTo>
                    <a:cubicBezTo>
                      <a:pt x="31" y="55"/>
                      <a:pt x="32" y="55"/>
                      <a:pt x="33" y="56"/>
                    </a:cubicBezTo>
                    <a:cubicBezTo>
                      <a:pt x="34" y="57"/>
                      <a:pt x="35" y="56"/>
                      <a:pt x="36" y="55"/>
                    </a:cubicBezTo>
                    <a:cubicBezTo>
                      <a:pt x="38" y="54"/>
                      <a:pt x="40" y="58"/>
                      <a:pt x="42" y="55"/>
                    </a:cubicBezTo>
                    <a:cubicBezTo>
                      <a:pt x="42" y="53"/>
                      <a:pt x="45" y="54"/>
                      <a:pt x="46" y="54"/>
                    </a:cubicBezTo>
                    <a:cubicBezTo>
                      <a:pt x="49" y="53"/>
                      <a:pt x="51" y="51"/>
                      <a:pt x="54" y="49"/>
                    </a:cubicBezTo>
                    <a:cubicBezTo>
                      <a:pt x="49" y="46"/>
                      <a:pt x="49" y="42"/>
                      <a:pt x="49" y="36"/>
                    </a:cubicBezTo>
                    <a:cubicBezTo>
                      <a:pt x="48" y="35"/>
                      <a:pt x="50" y="33"/>
                      <a:pt x="49" y="32"/>
                    </a:cubicBezTo>
                    <a:cubicBezTo>
                      <a:pt x="48" y="31"/>
                      <a:pt x="46" y="30"/>
                      <a:pt x="46" y="28"/>
                    </a:cubicBezTo>
                    <a:cubicBezTo>
                      <a:pt x="46" y="27"/>
                      <a:pt x="48" y="20"/>
                      <a:pt x="48" y="20"/>
                    </a:cubicBezTo>
                    <a:cubicBezTo>
                      <a:pt x="47" y="20"/>
                      <a:pt x="46" y="19"/>
                      <a:pt x="45" y="18"/>
                    </a:cubicBezTo>
                    <a:cubicBezTo>
                      <a:pt x="44" y="17"/>
                      <a:pt x="43" y="17"/>
                      <a:pt x="41" y="16"/>
                    </a:cubicBezTo>
                    <a:cubicBezTo>
                      <a:pt x="41" y="15"/>
                      <a:pt x="41" y="14"/>
                      <a:pt x="41" y="1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4" name="Freeform 753"/>
              <p:cNvSpPr>
                <a:spLocks/>
              </p:cNvSpPr>
              <p:nvPr/>
            </p:nvSpPr>
            <p:spPr bwMode="auto">
              <a:xfrm>
                <a:off x="12117393" y="8931134"/>
                <a:ext cx="251592" cy="289887"/>
              </a:xfrm>
              <a:custGeom>
                <a:avLst/>
                <a:gdLst>
                  <a:gd name="T0" fmla="*/ 15 w 27"/>
                  <a:gd name="T1" fmla="*/ 29 h 31"/>
                  <a:gd name="T2" fmla="*/ 15 w 27"/>
                  <a:gd name="T3" fmla="*/ 24 h 31"/>
                  <a:gd name="T4" fmla="*/ 17 w 27"/>
                  <a:gd name="T5" fmla="*/ 24 h 31"/>
                  <a:gd name="T6" fmla="*/ 19 w 27"/>
                  <a:gd name="T7" fmla="*/ 21 h 31"/>
                  <a:gd name="T8" fmla="*/ 21 w 27"/>
                  <a:gd name="T9" fmla="*/ 24 h 31"/>
                  <a:gd name="T10" fmla="*/ 24 w 27"/>
                  <a:gd name="T11" fmla="*/ 23 h 31"/>
                  <a:gd name="T12" fmla="*/ 26 w 27"/>
                  <a:gd name="T13" fmla="*/ 24 h 31"/>
                  <a:gd name="T14" fmla="*/ 26 w 27"/>
                  <a:gd name="T15" fmla="*/ 21 h 31"/>
                  <a:gd name="T16" fmla="*/ 26 w 27"/>
                  <a:gd name="T17" fmla="*/ 14 h 31"/>
                  <a:gd name="T18" fmla="*/ 25 w 27"/>
                  <a:gd name="T19" fmla="*/ 11 h 31"/>
                  <a:gd name="T20" fmla="*/ 26 w 27"/>
                  <a:gd name="T21" fmla="*/ 6 h 31"/>
                  <a:gd name="T22" fmla="*/ 21 w 27"/>
                  <a:gd name="T23" fmla="*/ 4 h 31"/>
                  <a:gd name="T24" fmla="*/ 19 w 27"/>
                  <a:gd name="T25" fmla="*/ 0 h 31"/>
                  <a:gd name="T26" fmla="*/ 14 w 27"/>
                  <a:gd name="T27" fmla="*/ 0 h 31"/>
                  <a:gd name="T28" fmla="*/ 11 w 27"/>
                  <a:gd name="T29" fmla="*/ 7 h 31"/>
                  <a:gd name="T30" fmla="*/ 5 w 27"/>
                  <a:gd name="T31" fmla="*/ 7 h 31"/>
                  <a:gd name="T32" fmla="*/ 4 w 27"/>
                  <a:gd name="T33" fmla="*/ 7 h 31"/>
                  <a:gd name="T34" fmla="*/ 4 w 27"/>
                  <a:gd name="T35" fmla="*/ 10 h 31"/>
                  <a:gd name="T36" fmla="*/ 0 w 27"/>
                  <a:gd name="T37" fmla="*/ 16 h 31"/>
                  <a:gd name="T38" fmla="*/ 4 w 27"/>
                  <a:gd name="T39" fmla="*/ 23 h 31"/>
                  <a:gd name="T40" fmla="*/ 9 w 27"/>
                  <a:gd name="T41" fmla="*/ 28 h 31"/>
                  <a:gd name="T42" fmla="*/ 11 w 27"/>
                  <a:gd name="T43" fmla="*/ 31 h 31"/>
                  <a:gd name="T44" fmla="*/ 15 w 27"/>
                  <a:gd name="T45" fmla="*/ 29 h 31"/>
                  <a:gd name="T46" fmla="*/ 15 w 27"/>
                  <a:gd name="T47" fmla="*/ 2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" h="31">
                    <a:moveTo>
                      <a:pt x="15" y="29"/>
                    </a:moveTo>
                    <a:cubicBezTo>
                      <a:pt x="15" y="28"/>
                      <a:pt x="13" y="24"/>
                      <a:pt x="15" y="24"/>
                    </a:cubicBezTo>
                    <a:cubicBezTo>
                      <a:pt x="15" y="24"/>
                      <a:pt x="17" y="24"/>
                      <a:pt x="17" y="24"/>
                    </a:cubicBezTo>
                    <a:cubicBezTo>
                      <a:pt x="18" y="23"/>
                      <a:pt x="18" y="21"/>
                      <a:pt x="19" y="21"/>
                    </a:cubicBezTo>
                    <a:cubicBezTo>
                      <a:pt x="20" y="22"/>
                      <a:pt x="21" y="23"/>
                      <a:pt x="21" y="24"/>
                    </a:cubicBezTo>
                    <a:cubicBezTo>
                      <a:pt x="22" y="25"/>
                      <a:pt x="22" y="23"/>
                      <a:pt x="24" y="23"/>
                    </a:cubicBezTo>
                    <a:cubicBezTo>
                      <a:pt x="24" y="23"/>
                      <a:pt x="26" y="25"/>
                      <a:pt x="26" y="24"/>
                    </a:cubicBezTo>
                    <a:cubicBezTo>
                      <a:pt x="26" y="23"/>
                      <a:pt x="26" y="22"/>
                      <a:pt x="26" y="21"/>
                    </a:cubicBezTo>
                    <a:cubicBezTo>
                      <a:pt x="27" y="19"/>
                      <a:pt x="27" y="16"/>
                      <a:pt x="26" y="14"/>
                    </a:cubicBezTo>
                    <a:cubicBezTo>
                      <a:pt x="25" y="13"/>
                      <a:pt x="25" y="12"/>
                      <a:pt x="25" y="11"/>
                    </a:cubicBezTo>
                    <a:cubicBezTo>
                      <a:pt x="25" y="9"/>
                      <a:pt x="27" y="8"/>
                      <a:pt x="26" y="6"/>
                    </a:cubicBezTo>
                    <a:cubicBezTo>
                      <a:pt x="25" y="3"/>
                      <a:pt x="21" y="7"/>
                      <a:pt x="21" y="4"/>
                    </a:cubicBezTo>
                    <a:cubicBezTo>
                      <a:pt x="21" y="2"/>
                      <a:pt x="22" y="0"/>
                      <a:pt x="19" y="0"/>
                    </a:cubicBezTo>
                    <a:cubicBezTo>
                      <a:pt x="18" y="0"/>
                      <a:pt x="16" y="0"/>
                      <a:pt x="14" y="0"/>
                    </a:cubicBezTo>
                    <a:cubicBezTo>
                      <a:pt x="10" y="0"/>
                      <a:pt x="15" y="7"/>
                      <a:pt x="11" y="7"/>
                    </a:cubicBezTo>
                    <a:cubicBezTo>
                      <a:pt x="9" y="7"/>
                      <a:pt x="7" y="7"/>
                      <a:pt x="5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2" y="9"/>
                      <a:pt x="4" y="9"/>
                      <a:pt x="4" y="10"/>
                    </a:cubicBezTo>
                    <a:cubicBezTo>
                      <a:pt x="4" y="12"/>
                      <a:pt x="0" y="14"/>
                      <a:pt x="0" y="16"/>
                    </a:cubicBezTo>
                    <a:cubicBezTo>
                      <a:pt x="1" y="18"/>
                      <a:pt x="3" y="21"/>
                      <a:pt x="4" y="23"/>
                    </a:cubicBezTo>
                    <a:cubicBezTo>
                      <a:pt x="6" y="24"/>
                      <a:pt x="7" y="26"/>
                      <a:pt x="9" y="28"/>
                    </a:cubicBezTo>
                    <a:cubicBezTo>
                      <a:pt x="10" y="29"/>
                      <a:pt x="11" y="30"/>
                      <a:pt x="11" y="31"/>
                    </a:cubicBezTo>
                    <a:cubicBezTo>
                      <a:pt x="12" y="30"/>
                      <a:pt x="14" y="30"/>
                      <a:pt x="15" y="29"/>
                    </a:cubicBezTo>
                    <a:cubicBezTo>
                      <a:pt x="15" y="29"/>
                      <a:pt x="14" y="30"/>
                      <a:pt x="15" y="2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5" name="Freeform 754"/>
              <p:cNvSpPr>
                <a:spLocks/>
              </p:cNvSpPr>
              <p:nvPr/>
            </p:nvSpPr>
            <p:spPr bwMode="auto">
              <a:xfrm>
                <a:off x="12133315" y="8931134"/>
                <a:ext cx="105096" cy="66896"/>
              </a:xfrm>
              <a:custGeom>
                <a:avLst/>
                <a:gdLst>
                  <a:gd name="T0" fmla="*/ 11 w 11"/>
                  <a:gd name="T1" fmla="*/ 7 h 7"/>
                  <a:gd name="T2" fmla="*/ 11 w 11"/>
                  <a:gd name="T3" fmla="*/ 0 h 7"/>
                  <a:gd name="T4" fmla="*/ 3 w 11"/>
                  <a:gd name="T5" fmla="*/ 1 h 7"/>
                  <a:gd name="T6" fmla="*/ 0 w 11"/>
                  <a:gd name="T7" fmla="*/ 4 h 7"/>
                  <a:gd name="T8" fmla="*/ 2 w 11"/>
                  <a:gd name="T9" fmla="*/ 7 h 7"/>
                  <a:gd name="T10" fmla="*/ 11 w 11"/>
                  <a:gd name="T11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7">
                    <a:moveTo>
                      <a:pt x="11" y="7"/>
                    </a:moveTo>
                    <a:cubicBezTo>
                      <a:pt x="11" y="5"/>
                      <a:pt x="11" y="2"/>
                      <a:pt x="11" y="0"/>
                    </a:cubicBezTo>
                    <a:cubicBezTo>
                      <a:pt x="8" y="0"/>
                      <a:pt x="6" y="1"/>
                      <a:pt x="3" y="1"/>
                    </a:cubicBezTo>
                    <a:cubicBezTo>
                      <a:pt x="4" y="2"/>
                      <a:pt x="1" y="3"/>
                      <a:pt x="0" y="4"/>
                    </a:cubicBezTo>
                    <a:cubicBezTo>
                      <a:pt x="0" y="5"/>
                      <a:pt x="2" y="6"/>
                      <a:pt x="2" y="7"/>
                    </a:cubicBezTo>
                    <a:lnTo>
                      <a:pt x="11" y="7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6" name="Freeform 755"/>
              <p:cNvSpPr>
                <a:spLocks/>
              </p:cNvSpPr>
              <p:nvPr/>
            </p:nvSpPr>
            <p:spPr bwMode="auto">
              <a:xfrm>
                <a:off x="12098282" y="8427819"/>
                <a:ext cx="343950" cy="531986"/>
              </a:xfrm>
              <a:custGeom>
                <a:avLst/>
                <a:gdLst>
                  <a:gd name="T0" fmla="*/ 29 w 37"/>
                  <a:gd name="T1" fmla="*/ 55 h 57"/>
                  <a:gd name="T2" fmla="*/ 37 w 37"/>
                  <a:gd name="T3" fmla="*/ 55 h 57"/>
                  <a:gd name="T4" fmla="*/ 33 w 37"/>
                  <a:gd name="T5" fmla="*/ 48 h 57"/>
                  <a:gd name="T6" fmla="*/ 32 w 37"/>
                  <a:gd name="T7" fmla="*/ 44 h 57"/>
                  <a:gd name="T8" fmla="*/ 30 w 37"/>
                  <a:gd name="T9" fmla="*/ 40 h 57"/>
                  <a:gd name="T10" fmla="*/ 32 w 37"/>
                  <a:gd name="T11" fmla="*/ 32 h 57"/>
                  <a:gd name="T12" fmla="*/ 34 w 37"/>
                  <a:gd name="T13" fmla="*/ 27 h 57"/>
                  <a:gd name="T14" fmla="*/ 31 w 37"/>
                  <a:gd name="T15" fmla="*/ 21 h 57"/>
                  <a:gd name="T16" fmla="*/ 28 w 37"/>
                  <a:gd name="T17" fmla="*/ 16 h 57"/>
                  <a:gd name="T18" fmla="*/ 34 w 37"/>
                  <a:gd name="T19" fmla="*/ 16 h 57"/>
                  <a:gd name="T20" fmla="*/ 32 w 37"/>
                  <a:gd name="T21" fmla="*/ 6 h 57"/>
                  <a:gd name="T22" fmla="*/ 30 w 37"/>
                  <a:gd name="T23" fmla="*/ 2 h 57"/>
                  <a:gd name="T24" fmla="*/ 27 w 37"/>
                  <a:gd name="T25" fmla="*/ 0 h 57"/>
                  <a:gd name="T26" fmla="*/ 28 w 37"/>
                  <a:gd name="T27" fmla="*/ 9 h 57"/>
                  <a:gd name="T28" fmla="*/ 23 w 37"/>
                  <a:gd name="T29" fmla="*/ 18 h 57"/>
                  <a:gd name="T30" fmla="*/ 21 w 37"/>
                  <a:gd name="T31" fmla="*/ 22 h 57"/>
                  <a:gd name="T32" fmla="*/ 18 w 37"/>
                  <a:gd name="T33" fmla="*/ 27 h 57"/>
                  <a:gd name="T34" fmla="*/ 15 w 37"/>
                  <a:gd name="T35" fmla="*/ 33 h 57"/>
                  <a:gd name="T36" fmla="*/ 11 w 37"/>
                  <a:gd name="T37" fmla="*/ 31 h 57"/>
                  <a:gd name="T38" fmla="*/ 2 w 37"/>
                  <a:gd name="T39" fmla="*/ 39 h 57"/>
                  <a:gd name="T40" fmla="*/ 1 w 37"/>
                  <a:gd name="T41" fmla="*/ 42 h 57"/>
                  <a:gd name="T42" fmla="*/ 4 w 37"/>
                  <a:gd name="T43" fmla="*/ 45 h 57"/>
                  <a:gd name="T44" fmla="*/ 5 w 37"/>
                  <a:gd name="T45" fmla="*/ 45 h 57"/>
                  <a:gd name="T46" fmla="*/ 7 w 37"/>
                  <a:gd name="T47" fmla="*/ 48 h 57"/>
                  <a:gd name="T48" fmla="*/ 7 w 37"/>
                  <a:gd name="T49" fmla="*/ 55 h 57"/>
                  <a:gd name="T50" fmla="*/ 16 w 37"/>
                  <a:gd name="T51" fmla="*/ 54 h 57"/>
                  <a:gd name="T52" fmla="*/ 29 w 37"/>
                  <a:gd name="T53" fmla="*/ 55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57">
                    <a:moveTo>
                      <a:pt x="29" y="55"/>
                    </a:moveTo>
                    <a:cubicBezTo>
                      <a:pt x="32" y="55"/>
                      <a:pt x="35" y="57"/>
                      <a:pt x="37" y="55"/>
                    </a:cubicBezTo>
                    <a:cubicBezTo>
                      <a:pt x="37" y="51"/>
                      <a:pt x="35" y="50"/>
                      <a:pt x="33" y="48"/>
                    </a:cubicBezTo>
                    <a:cubicBezTo>
                      <a:pt x="32" y="47"/>
                      <a:pt x="32" y="46"/>
                      <a:pt x="32" y="44"/>
                    </a:cubicBezTo>
                    <a:cubicBezTo>
                      <a:pt x="31" y="43"/>
                      <a:pt x="30" y="42"/>
                      <a:pt x="30" y="40"/>
                    </a:cubicBezTo>
                    <a:cubicBezTo>
                      <a:pt x="29" y="36"/>
                      <a:pt x="31" y="35"/>
                      <a:pt x="32" y="32"/>
                    </a:cubicBezTo>
                    <a:cubicBezTo>
                      <a:pt x="33" y="30"/>
                      <a:pt x="34" y="29"/>
                      <a:pt x="34" y="27"/>
                    </a:cubicBezTo>
                    <a:cubicBezTo>
                      <a:pt x="33" y="25"/>
                      <a:pt x="33" y="23"/>
                      <a:pt x="31" y="21"/>
                    </a:cubicBezTo>
                    <a:cubicBezTo>
                      <a:pt x="31" y="21"/>
                      <a:pt x="26" y="18"/>
                      <a:pt x="28" y="16"/>
                    </a:cubicBezTo>
                    <a:cubicBezTo>
                      <a:pt x="29" y="15"/>
                      <a:pt x="32" y="16"/>
                      <a:pt x="34" y="16"/>
                    </a:cubicBezTo>
                    <a:cubicBezTo>
                      <a:pt x="32" y="12"/>
                      <a:pt x="32" y="10"/>
                      <a:pt x="32" y="6"/>
                    </a:cubicBezTo>
                    <a:cubicBezTo>
                      <a:pt x="32" y="5"/>
                      <a:pt x="32" y="3"/>
                      <a:pt x="30" y="2"/>
                    </a:cubicBezTo>
                    <a:cubicBezTo>
                      <a:pt x="30" y="1"/>
                      <a:pt x="27" y="0"/>
                      <a:pt x="27" y="0"/>
                    </a:cubicBezTo>
                    <a:cubicBezTo>
                      <a:pt x="27" y="2"/>
                      <a:pt x="33" y="7"/>
                      <a:pt x="28" y="9"/>
                    </a:cubicBezTo>
                    <a:cubicBezTo>
                      <a:pt x="25" y="11"/>
                      <a:pt x="24" y="14"/>
                      <a:pt x="23" y="18"/>
                    </a:cubicBezTo>
                    <a:cubicBezTo>
                      <a:pt x="22" y="19"/>
                      <a:pt x="22" y="22"/>
                      <a:pt x="21" y="22"/>
                    </a:cubicBezTo>
                    <a:cubicBezTo>
                      <a:pt x="19" y="23"/>
                      <a:pt x="19" y="25"/>
                      <a:pt x="18" y="27"/>
                    </a:cubicBezTo>
                    <a:cubicBezTo>
                      <a:pt x="17" y="29"/>
                      <a:pt x="16" y="31"/>
                      <a:pt x="15" y="33"/>
                    </a:cubicBezTo>
                    <a:cubicBezTo>
                      <a:pt x="13" y="35"/>
                      <a:pt x="12" y="31"/>
                      <a:pt x="11" y="31"/>
                    </a:cubicBezTo>
                    <a:cubicBezTo>
                      <a:pt x="6" y="31"/>
                      <a:pt x="3" y="35"/>
                      <a:pt x="2" y="39"/>
                    </a:cubicBezTo>
                    <a:cubicBezTo>
                      <a:pt x="2" y="40"/>
                      <a:pt x="0" y="41"/>
                      <a:pt x="1" y="42"/>
                    </a:cubicBezTo>
                    <a:cubicBezTo>
                      <a:pt x="2" y="43"/>
                      <a:pt x="3" y="44"/>
                      <a:pt x="4" y="45"/>
                    </a:cubicBezTo>
                    <a:cubicBezTo>
                      <a:pt x="4" y="46"/>
                      <a:pt x="5" y="44"/>
                      <a:pt x="5" y="45"/>
                    </a:cubicBezTo>
                    <a:cubicBezTo>
                      <a:pt x="6" y="46"/>
                      <a:pt x="7" y="47"/>
                      <a:pt x="7" y="48"/>
                    </a:cubicBezTo>
                    <a:cubicBezTo>
                      <a:pt x="8" y="50"/>
                      <a:pt x="7" y="53"/>
                      <a:pt x="7" y="55"/>
                    </a:cubicBezTo>
                    <a:cubicBezTo>
                      <a:pt x="10" y="54"/>
                      <a:pt x="13" y="54"/>
                      <a:pt x="16" y="54"/>
                    </a:cubicBezTo>
                    <a:cubicBezTo>
                      <a:pt x="20" y="54"/>
                      <a:pt x="25" y="55"/>
                      <a:pt x="29" y="5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7" name="Freeform 756"/>
              <p:cNvSpPr>
                <a:spLocks/>
              </p:cNvSpPr>
              <p:nvPr/>
            </p:nvSpPr>
            <p:spPr bwMode="auto">
              <a:xfrm>
                <a:off x="11732043" y="8453303"/>
                <a:ext cx="140127" cy="289887"/>
              </a:xfrm>
              <a:custGeom>
                <a:avLst/>
                <a:gdLst>
                  <a:gd name="T0" fmla="*/ 11 w 15"/>
                  <a:gd name="T1" fmla="*/ 0 h 31"/>
                  <a:gd name="T2" fmla="*/ 9 w 15"/>
                  <a:gd name="T3" fmla="*/ 4 h 31"/>
                  <a:gd name="T4" fmla="*/ 4 w 15"/>
                  <a:gd name="T5" fmla="*/ 5 h 31"/>
                  <a:gd name="T6" fmla="*/ 1 w 15"/>
                  <a:gd name="T7" fmla="*/ 8 h 31"/>
                  <a:gd name="T8" fmla="*/ 3 w 15"/>
                  <a:gd name="T9" fmla="*/ 13 h 31"/>
                  <a:gd name="T10" fmla="*/ 6 w 15"/>
                  <a:gd name="T11" fmla="*/ 31 h 31"/>
                  <a:gd name="T12" fmla="*/ 11 w 15"/>
                  <a:gd name="T13" fmla="*/ 30 h 31"/>
                  <a:gd name="T14" fmla="*/ 11 w 15"/>
                  <a:gd name="T15" fmla="*/ 27 h 31"/>
                  <a:gd name="T16" fmla="*/ 11 w 15"/>
                  <a:gd name="T17" fmla="*/ 18 h 31"/>
                  <a:gd name="T18" fmla="*/ 15 w 15"/>
                  <a:gd name="T19" fmla="*/ 9 h 31"/>
                  <a:gd name="T20" fmla="*/ 14 w 15"/>
                  <a:gd name="T21" fmla="*/ 3 h 31"/>
                  <a:gd name="T22" fmla="*/ 11 w 15"/>
                  <a:gd name="T23" fmla="*/ 0 h 31"/>
                  <a:gd name="T24" fmla="*/ 11 w 15"/>
                  <a:gd name="T2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" h="31">
                    <a:moveTo>
                      <a:pt x="11" y="0"/>
                    </a:moveTo>
                    <a:cubicBezTo>
                      <a:pt x="9" y="2"/>
                      <a:pt x="10" y="2"/>
                      <a:pt x="9" y="4"/>
                    </a:cubicBezTo>
                    <a:cubicBezTo>
                      <a:pt x="8" y="6"/>
                      <a:pt x="6" y="5"/>
                      <a:pt x="4" y="5"/>
                    </a:cubicBezTo>
                    <a:cubicBezTo>
                      <a:pt x="4" y="5"/>
                      <a:pt x="2" y="7"/>
                      <a:pt x="1" y="8"/>
                    </a:cubicBezTo>
                    <a:cubicBezTo>
                      <a:pt x="0" y="9"/>
                      <a:pt x="2" y="11"/>
                      <a:pt x="3" y="13"/>
                    </a:cubicBezTo>
                    <a:cubicBezTo>
                      <a:pt x="7" y="18"/>
                      <a:pt x="4" y="25"/>
                      <a:pt x="6" y="31"/>
                    </a:cubicBezTo>
                    <a:cubicBezTo>
                      <a:pt x="7" y="31"/>
                      <a:pt x="9" y="31"/>
                      <a:pt x="11" y="30"/>
                    </a:cubicBezTo>
                    <a:cubicBezTo>
                      <a:pt x="12" y="30"/>
                      <a:pt x="12" y="29"/>
                      <a:pt x="11" y="27"/>
                    </a:cubicBezTo>
                    <a:cubicBezTo>
                      <a:pt x="11" y="24"/>
                      <a:pt x="11" y="21"/>
                      <a:pt x="11" y="18"/>
                    </a:cubicBezTo>
                    <a:cubicBezTo>
                      <a:pt x="11" y="14"/>
                      <a:pt x="14" y="12"/>
                      <a:pt x="15" y="9"/>
                    </a:cubicBezTo>
                    <a:cubicBezTo>
                      <a:pt x="15" y="6"/>
                      <a:pt x="15" y="5"/>
                      <a:pt x="14" y="3"/>
                    </a:cubicBezTo>
                    <a:cubicBezTo>
                      <a:pt x="14" y="3"/>
                      <a:pt x="11" y="0"/>
                      <a:pt x="11" y="0"/>
                    </a:cubicBezTo>
                    <a:cubicBezTo>
                      <a:pt x="10" y="1"/>
                      <a:pt x="11" y="0"/>
                      <a:pt x="1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8" name="Freeform 757"/>
              <p:cNvSpPr>
                <a:spLocks/>
              </p:cNvSpPr>
              <p:nvPr/>
            </p:nvSpPr>
            <p:spPr bwMode="auto">
              <a:xfrm>
                <a:off x="11827584" y="8380032"/>
                <a:ext cx="550956" cy="477833"/>
              </a:xfrm>
              <a:custGeom>
                <a:avLst/>
                <a:gdLst>
                  <a:gd name="T0" fmla="*/ 31 w 59"/>
                  <a:gd name="T1" fmla="*/ 42 h 51"/>
                  <a:gd name="T2" fmla="*/ 37 w 59"/>
                  <a:gd name="T3" fmla="*/ 37 h 51"/>
                  <a:gd name="T4" fmla="*/ 40 w 59"/>
                  <a:gd name="T5" fmla="*/ 36 h 51"/>
                  <a:gd name="T6" fmla="*/ 43 w 59"/>
                  <a:gd name="T7" fmla="*/ 38 h 51"/>
                  <a:gd name="T8" fmla="*/ 47 w 59"/>
                  <a:gd name="T9" fmla="*/ 32 h 51"/>
                  <a:gd name="T10" fmla="*/ 48 w 59"/>
                  <a:gd name="T11" fmla="*/ 28 h 51"/>
                  <a:gd name="T12" fmla="*/ 51 w 59"/>
                  <a:gd name="T13" fmla="*/ 27 h 51"/>
                  <a:gd name="T14" fmla="*/ 56 w 59"/>
                  <a:gd name="T15" fmla="*/ 14 h 51"/>
                  <a:gd name="T16" fmla="*/ 59 w 59"/>
                  <a:gd name="T17" fmla="*/ 11 h 51"/>
                  <a:gd name="T18" fmla="*/ 57 w 59"/>
                  <a:gd name="T19" fmla="*/ 8 h 51"/>
                  <a:gd name="T20" fmla="*/ 56 w 59"/>
                  <a:gd name="T21" fmla="*/ 6 h 51"/>
                  <a:gd name="T22" fmla="*/ 54 w 59"/>
                  <a:gd name="T23" fmla="*/ 1 h 51"/>
                  <a:gd name="T24" fmla="*/ 48 w 59"/>
                  <a:gd name="T25" fmla="*/ 5 h 51"/>
                  <a:gd name="T26" fmla="*/ 40 w 59"/>
                  <a:gd name="T27" fmla="*/ 4 h 51"/>
                  <a:gd name="T28" fmla="*/ 32 w 59"/>
                  <a:gd name="T29" fmla="*/ 6 h 51"/>
                  <a:gd name="T30" fmla="*/ 26 w 59"/>
                  <a:gd name="T31" fmla="*/ 4 h 51"/>
                  <a:gd name="T32" fmla="*/ 19 w 59"/>
                  <a:gd name="T33" fmla="*/ 3 h 51"/>
                  <a:gd name="T34" fmla="*/ 13 w 59"/>
                  <a:gd name="T35" fmla="*/ 1 h 51"/>
                  <a:gd name="T36" fmla="*/ 8 w 59"/>
                  <a:gd name="T37" fmla="*/ 3 h 51"/>
                  <a:gd name="T38" fmla="*/ 7 w 59"/>
                  <a:gd name="T39" fmla="*/ 6 h 51"/>
                  <a:gd name="T40" fmla="*/ 6 w 59"/>
                  <a:gd name="T41" fmla="*/ 10 h 51"/>
                  <a:gd name="T42" fmla="*/ 5 w 59"/>
                  <a:gd name="T43" fmla="*/ 16 h 51"/>
                  <a:gd name="T44" fmla="*/ 1 w 59"/>
                  <a:gd name="T45" fmla="*/ 24 h 51"/>
                  <a:gd name="T46" fmla="*/ 2 w 59"/>
                  <a:gd name="T47" fmla="*/ 38 h 51"/>
                  <a:gd name="T48" fmla="*/ 5 w 59"/>
                  <a:gd name="T49" fmla="*/ 38 h 51"/>
                  <a:gd name="T50" fmla="*/ 9 w 59"/>
                  <a:gd name="T51" fmla="*/ 39 h 51"/>
                  <a:gd name="T52" fmla="*/ 14 w 59"/>
                  <a:gd name="T53" fmla="*/ 43 h 51"/>
                  <a:gd name="T54" fmla="*/ 14 w 59"/>
                  <a:gd name="T55" fmla="*/ 45 h 51"/>
                  <a:gd name="T56" fmla="*/ 16 w 59"/>
                  <a:gd name="T57" fmla="*/ 48 h 51"/>
                  <a:gd name="T58" fmla="*/ 23 w 59"/>
                  <a:gd name="T59" fmla="*/ 47 h 51"/>
                  <a:gd name="T60" fmla="*/ 22 w 59"/>
                  <a:gd name="T61" fmla="*/ 48 h 51"/>
                  <a:gd name="T62" fmla="*/ 27 w 59"/>
                  <a:gd name="T63" fmla="*/ 47 h 51"/>
                  <a:gd name="T64" fmla="*/ 30 w 59"/>
                  <a:gd name="T65" fmla="*/ 47 h 51"/>
                  <a:gd name="T66" fmla="*/ 31 w 59"/>
                  <a:gd name="T67" fmla="*/ 42 h 51"/>
                  <a:gd name="T68" fmla="*/ 31 w 59"/>
                  <a:gd name="T69" fmla="*/ 42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9" h="51">
                    <a:moveTo>
                      <a:pt x="31" y="42"/>
                    </a:moveTo>
                    <a:cubicBezTo>
                      <a:pt x="32" y="40"/>
                      <a:pt x="35" y="37"/>
                      <a:pt x="37" y="37"/>
                    </a:cubicBezTo>
                    <a:cubicBezTo>
                      <a:pt x="38" y="36"/>
                      <a:pt x="40" y="36"/>
                      <a:pt x="40" y="36"/>
                    </a:cubicBezTo>
                    <a:cubicBezTo>
                      <a:pt x="41" y="37"/>
                      <a:pt x="42" y="39"/>
                      <a:pt x="43" y="38"/>
                    </a:cubicBezTo>
                    <a:cubicBezTo>
                      <a:pt x="45" y="37"/>
                      <a:pt x="46" y="34"/>
                      <a:pt x="47" y="32"/>
                    </a:cubicBezTo>
                    <a:cubicBezTo>
                      <a:pt x="47" y="31"/>
                      <a:pt x="48" y="29"/>
                      <a:pt x="48" y="28"/>
                    </a:cubicBezTo>
                    <a:cubicBezTo>
                      <a:pt x="49" y="27"/>
                      <a:pt x="50" y="28"/>
                      <a:pt x="51" y="27"/>
                    </a:cubicBezTo>
                    <a:cubicBezTo>
                      <a:pt x="51" y="25"/>
                      <a:pt x="53" y="14"/>
                      <a:pt x="56" y="14"/>
                    </a:cubicBezTo>
                    <a:cubicBezTo>
                      <a:pt x="58" y="14"/>
                      <a:pt x="59" y="12"/>
                      <a:pt x="59" y="11"/>
                    </a:cubicBezTo>
                    <a:cubicBezTo>
                      <a:pt x="59" y="9"/>
                      <a:pt x="57" y="9"/>
                      <a:pt x="57" y="8"/>
                    </a:cubicBezTo>
                    <a:cubicBezTo>
                      <a:pt x="57" y="7"/>
                      <a:pt x="56" y="7"/>
                      <a:pt x="56" y="6"/>
                    </a:cubicBezTo>
                    <a:cubicBezTo>
                      <a:pt x="55" y="4"/>
                      <a:pt x="55" y="3"/>
                      <a:pt x="54" y="1"/>
                    </a:cubicBezTo>
                    <a:cubicBezTo>
                      <a:pt x="53" y="2"/>
                      <a:pt x="50" y="5"/>
                      <a:pt x="48" y="5"/>
                    </a:cubicBezTo>
                    <a:cubicBezTo>
                      <a:pt x="45" y="4"/>
                      <a:pt x="43" y="4"/>
                      <a:pt x="40" y="4"/>
                    </a:cubicBezTo>
                    <a:cubicBezTo>
                      <a:pt x="37" y="4"/>
                      <a:pt x="35" y="6"/>
                      <a:pt x="32" y="6"/>
                    </a:cubicBezTo>
                    <a:cubicBezTo>
                      <a:pt x="30" y="6"/>
                      <a:pt x="28" y="3"/>
                      <a:pt x="26" y="4"/>
                    </a:cubicBezTo>
                    <a:cubicBezTo>
                      <a:pt x="22" y="6"/>
                      <a:pt x="21" y="5"/>
                      <a:pt x="19" y="3"/>
                    </a:cubicBezTo>
                    <a:cubicBezTo>
                      <a:pt x="18" y="2"/>
                      <a:pt x="15" y="0"/>
                      <a:pt x="13" y="1"/>
                    </a:cubicBezTo>
                    <a:cubicBezTo>
                      <a:pt x="12" y="1"/>
                      <a:pt x="9" y="2"/>
                      <a:pt x="8" y="3"/>
                    </a:cubicBezTo>
                    <a:cubicBezTo>
                      <a:pt x="7" y="4"/>
                      <a:pt x="8" y="5"/>
                      <a:pt x="7" y="6"/>
                    </a:cubicBezTo>
                    <a:cubicBezTo>
                      <a:pt x="7" y="7"/>
                      <a:pt x="6" y="9"/>
                      <a:pt x="6" y="10"/>
                    </a:cubicBezTo>
                    <a:cubicBezTo>
                      <a:pt x="5" y="12"/>
                      <a:pt x="5" y="14"/>
                      <a:pt x="5" y="16"/>
                    </a:cubicBezTo>
                    <a:cubicBezTo>
                      <a:pt x="5" y="19"/>
                      <a:pt x="2" y="21"/>
                      <a:pt x="1" y="24"/>
                    </a:cubicBezTo>
                    <a:cubicBezTo>
                      <a:pt x="0" y="27"/>
                      <a:pt x="1" y="34"/>
                      <a:pt x="2" y="38"/>
                    </a:cubicBezTo>
                    <a:cubicBezTo>
                      <a:pt x="2" y="39"/>
                      <a:pt x="4" y="38"/>
                      <a:pt x="5" y="38"/>
                    </a:cubicBezTo>
                    <a:cubicBezTo>
                      <a:pt x="6" y="38"/>
                      <a:pt x="8" y="39"/>
                      <a:pt x="9" y="39"/>
                    </a:cubicBezTo>
                    <a:cubicBezTo>
                      <a:pt x="10" y="40"/>
                      <a:pt x="14" y="42"/>
                      <a:pt x="14" y="43"/>
                    </a:cubicBezTo>
                    <a:cubicBezTo>
                      <a:pt x="14" y="44"/>
                      <a:pt x="14" y="44"/>
                      <a:pt x="14" y="45"/>
                    </a:cubicBezTo>
                    <a:cubicBezTo>
                      <a:pt x="14" y="46"/>
                      <a:pt x="15" y="47"/>
                      <a:pt x="16" y="48"/>
                    </a:cubicBezTo>
                    <a:cubicBezTo>
                      <a:pt x="18" y="51"/>
                      <a:pt x="21" y="46"/>
                      <a:pt x="23" y="47"/>
                    </a:cubicBezTo>
                    <a:cubicBezTo>
                      <a:pt x="23" y="47"/>
                      <a:pt x="22" y="48"/>
                      <a:pt x="22" y="48"/>
                    </a:cubicBezTo>
                    <a:cubicBezTo>
                      <a:pt x="22" y="47"/>
                      <a:pt x="27" y="47"/>
                      <a:pt x="27" y="47"/>
                    </a:cubicBezTo>
                    <a:cubicBezTo>
                      <a:pt x="29" y="47"/>
                      <a:pt x="29" y="45"/>
                      <a:pt x="30" y="47"/>
                    </a:cubicBezTo>
                    <a:cubicBezTo>
                      <a:pt x="31" y="45"/>
                      <a:pt x="31" y="44"/>
                      <a:pt x="31" y="42"/>
                    </a:cubicBezTo>
                    <a:cubicBezTo>
                      <a:pt x="32" y="41"/>
                      <a:pt x="31" y="43"/>
                      <a:pt x="31" y="4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59" name="Freeform 758"/>
              <p:cNvSpPr>
                <a:spLocks/>
              </p:cNvSpPr>
              <p:nvPr/>
            </p:nvSpPr>
            <p:spPr bwMode="auto">
              <a:xfrm>
                <a:off x="11432679" y="8322691"/>
                <a:ext cx="394905" cy="280329"/>
              </a:xfrm>
              <a:custGeom>
                <a:avLst/>
                <a:gdLst>
                  <a:gd name="T0" fmla="*/ 35 w 42"/>
                  <a:gd name="T1" fmla="*/ 20 h 30"/>
                  <a:gd name="T2" fmla="*/ 41 w 42"/>
                  <a:gd name="T3" fmla="*/ 17 h 30"/>
                  <a:gd name="T4" fmla="*/ 38 w 42"/>
                  <a:gd name="T5" fmla="*/ 13 h 30"/>
                  <a:gd name="T6" fmla="*/ 33 w 42"/>
                  <a:gd name="T7" fmla="*/ 10 h 30"/>
                  <a:gd name="T8" fmla="*/ 32 w 42"/>
                  <a:gd name="T9" fmla="*/ 7 h 30"/>
                  <a:gd name="T10" fmla="*/ 30 w 42"/>
                  <a:gd name="T11" fmla="*/ 1 h 30"/>
                  <a:gd name="T12" fmla="*/ 26 w 42"/>
                  <a:gd name="T13" fmla="*/ 0 h 30"/>
                  <a:gd name="T14" fmla="*/ 22 w 42"/>
                  <a:gd name="T15" fmla="*/ 2 h 30"/>
                  <a:gd name="T16" fmla="*/ 19 w 42"/>
                  <a:gd name="T17" fmla="*/ 4 h 30"/>
                  <a:gd name="T18" fmla="*/ 17 w 42"/>
                  <a:gd name="T19" fmla="*/ 5 h 30"/>
                  <a:gd name="T20" fmla="*/ 11 w 42"/>
                  <a:gd name="T21" fmla="*/ 10 h 30"/>
                  <a:gd name="T22" fmla="*/ 9 w 42"/>
                  <a:gd name="T23" fmla="*/ 10 h 30"/>
                  <a:gd name="T24" fmla="*/ 7 w 42"/>
                  <a:gd name="T25" fmla="*/ 14 h 30"/>
                  <a:gd name="T26" fmla="*/ 5 w 42"/>
                  <a:gd name="T27" fmla="*/ 16 h 30"/>
                  <a:gd name="T28" fmla="*/ 2 w 42"/>
                  <a:gd name="T29" fmla="*/ 18 h 30"/>
                  <a:gd name="T30" fmla="*/ 1 w 42"/>
                  <a:gd name="T31" fmla="*/ 24 h 30"/>
                  <a:gd name="T32" fmla="*/ 8 w 42"/>
                  <a:gd name="T33" fmla="*/ 28 h 30"/>
                  <a:gd name="T34" fmla="*/ 16 w 42"/>
                  <a:gd name="T35" fmla="*/ 30 h 30"/>
                  <a:gd name="T36" fmla="*/ 15 w 42"/>
                  <a:gd name="T37" fmla="*/ 22 h 30"/>
                  <a:gd name="T38" fmla="*/ 26 w 42"/>
                  <a:gd name="T39" fmla="*/ 22 h 30"/>
                  <a:gd name="T40" fmla="*/ 35 w 42"/>
                  <a:gd name="T41" fmla="*/ 20 h 30"/>
                  <a:gd name="T42" fmla="*/ 35 w 42"/>
                  <a:gd name="T43" fmla="*/ 2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2" h="30">
                    <a:moveTo>
                      <a:pt x="35" y="20"/>
                    </a:moveTo>
                    <a:cubicBezTo>
                      <a:pt x="37" y="17"/>
                      <a:pt x="40" y="20"/>
                      <a:pt x="41" y="17"/>
                    </a:cubicBezTo>
                    <a:cubicBezTo>
                      <a:pt x="42" y="16"/>
                      <a:pt x="39" y="13"/>
                      <a:pt x="38" y="13"/>
                    </a:cubicBezTo>
                    <a:cubicBezTo>
                      <a:pt x="37" y="15"/>
                      <a:pt x="34" y="11"/>
                      <a:pt x="33" y="10"/>
                    </a:cubicBezTo>
                    <a:cubicBezTo>
                      <a:pt x="33" y="9"/>
                      <a:pt x="33" y="8"/>
                      <a:pt x="32" y="7"/>
                    </a:cubicBezTo>
                    <a:cubicBezTo>
                      <a:pt x="30" y="5"/>
                      <a:pt x="30" y="4"/>
                      <a:pt x="30" y="1"/>
                    </a:cubicBezTo>
                    <a:cubicBezTo>
                      <a:pt x="29" y="1"/>
                      <a:pt x="27" y="0"/>
                      <a:pt x="26" y="0"/>
                    </a:cubicBezTo>
                    <a:cubicBezTo>
                      <a:pt x="24" y="1"/>
                      <a:pt x="23" y="2"/>
                      <a:pt x="22" y="2"/>
                    </a:cubicBezTo>
                    <a:cubicBezTo>
                      <a:pt x="21" y="3"/>
                      <a:pt x="20" y="4"/>
                      <a:pt x="19" y="4"/>
                    </a:cubicBezTo>
                    <a:cubicBezTo>
                      <a:pt x="18" y="6"/>
                      <a:pt x="18" y="4"/>
                      <a:pt x="17" y="5"/>
                    </a:cubicBezTo>
                    <a:cubicBezTo>
                      <a:pt x="15" y="6"/>
                      <a:pt x="13" y="11"/>
                      <a:pt x="11" y="10"/>
                    </a:cubicBezTo>
                    <a:cubicBezTo>
                      <a:pt x="10" y="10"/>
                      <a:pt x="9" y="8"/>
                      <a:pt x="9" y="10"/>
                    </a:cubicBezTo>
                    <a:cubicBezTo>
                      <a:pt x="8" y="11"/>
                      <a:pt x="8" y="13"/>
                      <a:pt x="7" y="14"/>
                    </a:cubicBezTo>
                    <a:cubicBezTo>
                      <a:pt x="7" y="15"/>
                      <a:pt x="7" y="16"/>
                      <a:pt x="5" y="16"/>
                    </a:cubicBezTo>
                    <a:cubicBezTo>
                      <a:pt x="5" y="16"/>
                      <a:pt x="1" y="17"/>
                      <a:pt x="2" y="18"/>
                    </a:cubicBezTo>
                    <a:cubicBezTo>
                      <a:pt x="5" y="20"/>
                      <a:pt x="0" y="23"/>
                      <a:pt x="1" y="24"/>
                    </a:cubicBezTo>
                    <a:cubicBezTo>
                      <a:pt x="3" y="25"/>
                      <a:pt x="5" y="30"/>
                      <a:pt x="8" y="28"/>
                    </a:cubicBezTo>
                    <a:cubicBezTo>
                      <a:pt x="11" y="26"/>
                      <a:pt x="13" y="27"/>
                      <a:pt x="16" y="30"/>
                    </a:cubicBezTo>
                    <a:cubicBezTo>
                      <a:pt x="15" y="27"/>
                      <a:pt x="15" y="24"/>
                      <a:pt x="15" y="22"/>
                    </a:cubicBezTo>
                    <a:cubicBezTo>
                      <a:pt x="19" y="22"/>
                      <a:pt x="22" y="22"/>
                      <a:pt x="26" y="22"/>
                    </a:cubicBezTo>
                    <a:cubicBezTo>
                      <a:pt x="29" y="22"/>
                      <a:pt x="34" y="23"/>
                      <a:pt x="35" y="20"/>
                    </a:cubicBezTo>
                    <a:cubicBezTo>
                      <a:pt x="36" y="18"/>
                      <a:pt x="35" y="20"/>
                      <a:pt x="35" y="2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0" name="Freeform 759"/>
              <p:cNvSpPr>
                <a:spLocks/>
              </p:cNvSpPr>
              <p:nvPr/>
            </p:nvSpPr>
            <p:spPr bwMode="auto">
              <a:xfrm>
                <a:off x="11697010" y="8529753"/>
                <a:ext cx="92356" cy="222990"/>
              </a:xfrm>
              <a:custGeom>
                <a:avLst/>
                <a:gdLst>
                  <a:gd name="T0" fmla="*/ 9 w 10"/>
                  <a:gd name="T1" fmla="*/ 10 h 24"/>
                  <a:gd name="T2" fmla="*/ 8 w 10"/>
                  <a:gd name="T3" fmla="*/ 6 h 24"/>
                  <a:gd name="T4" fmla="*/ 5 w 10"/>
                  <a:gd name="T5" fmla="*/ 0 h 24"/>
                  <a:gd name="T6" fmla="*/ 2 w 10"/>
                  <a:gd name="T7" fmla="*/ 0 h 24"/>
                  <a:gd name="T8" fmla="*/ 2 w 10"/>
                  <a:gd name="T9" fmla="*/ 3 h 24"/>
                  <a:gd name="T10" fmla="*/ 2 w 10"/>
                  <a:gd name="T11" fmla="*/ 9 h 24"/>
                  <a:gd name="T12" fmla="*/ 4 w 10"/>
                  <a:gd name="T13" fmla="*/ 15 h 24"/>
                  <a:gd name="T14" fmla="*/ 4 w 10"/>
                  <a:gd name="T15" fmla="*/ 21 h 24"/>
                  <a:gd name="T16" fmla="*/ 6 w 10"/>
                  <a:gd name="T17" fmla="*/ 23 h 24"/>
                  <a:gd name="T18" fmla="*/ 9 w 10"/>
                  <a:gd name="T19" fmla="*/ 23 h 24"/>
                  <a:gd name="T20" fmla="*/ 9 w 10"/>
                  <a:gd name="T21" fmla="*/ 10 h 24"/>
                  <a:gd name="T22" fmla="*/ 9 w 10"/>
                  <a:gd name="T23" fmla="*/ 1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24">
                    <a:moveTo>
                      <a:pt x="9" y="10"/>
                    </a:moveTo>
                    <a:cubicBezTo>
                      <a:pt x="9" y="9"/>
                      <a:pt x="9" y="7"/>
                      <a:pt x="8" y="6"/>
                    </a:cubicBezTo>
                    <a:cubicBezTo>
                      <a:pt x="7" y="5"/>
                      <a:pt x="4" y="1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0" y="0"/>
                      <a:pt x="2" y="2"/>
                      <a:pt x="2" y="3"/>
                    </a:cubicBezTo>
                    <a:cubicBezTo>
                      <a:pt x="3" y="5"/>
                      <a:pt x="2" y="7"/>
                      <a:pt x="2" y="9"/>
                    </a:cubicBezTo>
                    <a:cubicBezTo>
                      <a:pt x="1" y="12"/>
                      <a:pt x="3" y="12"/>
                      <a:pt x="4" y="15"/>
                    </a:cubicBezTo>
                    <a:cubicBezTo>
                      <a:pt x="4" y="17"/>
                      <a:pt x="3" y="19"/>
                      <a:pt x="4" y="21"/>
                    </a:cubicBezTo>
                    <a:cubicBezTo>
                      <a:pt x="4" y="22"/>
                      <a:pt x="5" y="23"/>
                      <a:pt x="6" y="23"/>
                    </a:cubicBezTo>
                    <a:cubicBezTo>
                      <a:pt x="7" y="24"/>
                      <a:pt x="10" y="24"/>
                      <a:pt x="9" y="23"/>
                    </a:cubicBezTo>
                    <a:cubicBezTo>
                      <a:pt x="9" y="19"/>
                      <a:pt x="9" y="15"/>
                      <a:pt x="9" y="10"/>
                    </a:cubicBezTo>
                    <a:cubicBezTo>
                      <a:pt x="9" y="7"/>
                      <a:pt x="9" y="13"/>
                      <a:pt x="9" y="1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1" name="Freeform 760"/>
              <p:cNvSpPr>
                <a:spLocks/>
              </p:cNvSpPr>
              <p:nvPr/>
            </p:nvSpPr>
            <p:spPr bwMode="auto">
              <a:xfrm>
                <a:off x="11295734" y="8539311"/>
                <a:ext cx="296178" cy="289887"/>
              </a:xfrm>
              <a:custGeom>
                <a:avLst/>
                <a:gdLst>
                  <a:gd name="T0" fmla="*/ 26 w 32"/>
                  <a:gd name="T1" fmla="*/ 4 h 31"/>
                  <a:gd name="T2" fmla="*/ 21 w 32"/>
                  <a:gd name="T3" fmla="*/ 5 h 31"/>
                  <a:gd name="T4" fmla="*/ 15 w 32"/>
                  <a:gd name="T5" fmla="*/ 1 h 31"/>
                  <a:gd name="T6" fmla="*/ 13 w 32"/>
                  <a:gd name="T7" fmla="*/ 1 h 31"/>
                  <a:gd name="T8" fmla="*/ 10 w 32"/>
                  <a:gd name="T9" fmla="*/ 2 h 31"/>
                  <a:gd name="T10" fmla="*/ 6 w 32"/>
                  <a:gd name="T11" fmla="*/ 2 h 31"/>
                  <a:gd name="T12" fmla="*/ 4 w 32"/>
                  <a:gd name="T13" fmla="*/ 3 h 31"/>
                  <a:gd name="T14" fmla="*/ 3 w 32"/>
                  <a:gd name="T15" fmla="*/ 6 h 31"/>
                  <a:gd name="T16" fmla="*/ 5 w 32"/>
                  <a:gd name="T17" fmla="*/ 7 h 31"/>
                  <a:gd name="T18" fmla="*/ 3 w 32"/>
                  <a:gd name="T19" fmla="*/ 9 h 31"/>
                  <a:gd name="T20" fmla="*/ 5 w 32"/>
                  <a:gd name="T21" fmla="*/ 12 h 31"/>
                  <a:gd name="T22" fmla="*/ 3 w 32"/>
                  <a:gd name="T23" fmla="*/ 13 h 31"/>
                  <a:gd name="T24" fmla="*/ 2 w 32"/>
                  <a:gd name="T25" fmla="*/ 16 h 31"/>
                  <a:gd name="T26" fmla="*/ 2 w 32"/>
                  <a:gd name="T27" fmla="*/ 19 h 31"/>
                  <a:gd name="T28" fmla="*/ 3 w 32"/>
                  <a:gd name="T29" fmla="*/ 23 h 31"/>
                  <a:gd name="T30" fmla="*/ 7 w 32"/>
                  <a:gd name="T31" fmla="*/ 26 h 31"/>
                  <a:gd name="T32" fmla="*/ 7 w 32"/>
                  <a:gd name="T33" fmla="*/ 31 h 31"/>
                  <a:gd name="T34" fmla="*/ 19 w 32"/>
                  <a:gd name="T35" fmla="*/ 28 h 31"/>
                  <a:gd name="T36" fmla="*/ 26 w 32"/>
                  <a:gd name="T37" fmla="*/ 28 h 31"/>
                  <a:gd name="T38" fmla="*/ 30 w 32"/>
                  <a:gd name="T39" fmla="*/ 26 h 31"/>
                  <a:gd name="T40" fmla="*/ 28 w 32"/>
                  <a:gd name="T41" fmla="*/ 21 h 31"/>
                  <a:gd name="T42" fmla="*/ 30 w 32"/>
                  <a:gd name="T43" fmla="*/ 15 h 31"/>
                  <a:gd name="T44" fmla="*/ 26 w 32"/>
                  <a:gd name="T45" fmla="*/ 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2" h="31">
                    <a:moveTo>
                      <a:pt x="26" y="4"/>
                    </a:moveTo>
                    <a:cubicBezTo>
                      <a:pt x="24" y="4"/>
                      <a:pt x="23" y="6"/>
                      <a:pt x="21" y="5"/>
                    </a:cubicBezTo>
                    <a:cubicBezTo>
                      <a:pt x="19" y="5"/>
                      <a:pt x="17" y="0"/>
                      <a:pt x="15" y="1"/>
                    </a:cubicBezTo>
                    <a:cubicBezTo>
                      <a:pt x="14" y="2"/>
                      <a:pt x="13" y="2"/>
                      <a:pt x="13" y="1"/>
                    </a:cubicBezTo>
                    <a:cubicBezTo>
                      <a:pt x="12" y="0"/>
                      <a:pt x="11" y="2"/>
                      <a:pt x="10" y="2"/>
                    </a:cubicBezTo>
                    <a:cubicBezTo>
                      <a:pt x="8" y="3"/>
                      <a:pt x="7" y="2"/>
                      <a:pt x="6" y="2"/>
                    </a:cubicBezTo>
                    <a:cubicBezTo>
                      <a:pt x="5" y="1"/>
                      <a:pt x="5" y="3"/>
                      <a:pt x="4" y="3"/>
                    </a:cubicBezTo>
                    <a:cubicBezTo>
                      <a:pt x="3" y="3"/>
                      <a:pt x="2" y="5"/>
                      <a:pt x="3" y="6"/>
                    </a:cubicBezTo>
                    <a:cubicBezTo>
                      <a:pt x="3" y="7"/>
                      <a:pt x="5" y="7"/>
                      <a:pt x="5" y="7"/>
                    </a:cubicBezTo>
                    <a:cubicBezTo>
                      <a:pt x="5" y="8"/>
                      <a:pt x="3" y="9"/>
                      <a:pt x="3" y="9"/>
                    </a:cubicBezTo>
                    <a:cubicBezTo>
                      <a:pt x="3" y="10"/>
                      <a:pt x="5" y="11"/>
                      <a:pt x="5" y="12"/>
                    </a:cubicBezTo>
                    <a:cubicBezTo>
                      <a:pt x="5" y="12"/>
                      <a:pt x="3" y="11"/>
                      <a:pt x="3" y="13"/>
                    </a:cubicBezTo>
                    <a:cubicBezTo>
                      <a:pt x="3" y="14"/>
                      <a:pt x="4" y="16"/>
                      <a:pt x="2" y="16"/>
                    </a:cubicBezTo>
                    <a:cubicBezTo>
                      <a:pt x="3" y="17"/>
                      <a:pt x="3" y="18"/>
                      <a:pt x="2" y="19"/>
                    </a:cubicBezTo>
                    <a:cubicBezTo>
                      <a:pt x="2" y="21"/>
                      <a:pt x="0" y="21"/>
                      <a:pt x="3" y="23"/>
                    </a:cubicBezTo>
                    <a:cubicBezTo>
                      <a:pt x="4" y="23"/>
                      <a:pt x="6" y="24"/>
                      <a:pt x="7" y="26"/>
                    </a:cubicBezTo>
                    <a:cubicBezTo>
                      <a:pt x="8" y="27"/>
                      <a:pt x="7" y="29"/>
                      <a:pt x="7" y="31"/>
                    </a:cubicBezTo>
                    <a:cubicBezTo>
                      <a:pt x="11" y="30"/>
                      <a:pt x="14" y="28"/>
                      <a:pt x="19" y="28"/>
                    </a:cubicBezTo>
                    <a:cubicBezTo>
                      <a:pt x="21" y="27"/>
                      <a:pt x="24" y="28"/>
                      <a:pt x="26" y="28"/>
                    </a:cubicBezTo>
                    <a:cubicBezTo>
                      <a:pt x="28" y="28"/>
                      <a:pt x="31" y="29"/>
                      <a:pt x="30" y="26"/>
                    </a:cubicBezTo>
                    <a:cubicBezTo>
                      <a:pt x="30" y="24"/>
                      <a:pt x="29" y="23"/>
                      <a:pt x="28" y="21"/>
                    </a:cubicBezTo>
                    <a:cubicBezTo>
                      <a:pt x="28" y="19"/>
                      <a:pt x="29" y="17"/>
                      <a:pt x="30" y="15"/>
                    </a:cubicBezTo>
                    <a:cubicBezTo>
                      <a:pt x="31" y="11"/>
                      <a:pt x="32" y="4"/>
                      <a:pt x="26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2" name="Freeform 761"/>
              <p:cNvSpPr>
                <a:spLocks/>
              </p:cNvSpPr>
              <p:nvPr/>
            </p:nvSpPr>
            <p:spPr bwMode="auto">
              <a:xfrm>
                <a:off x="11547328" y="8529753"/>
                <a:ext cx="213379" cy="280329"/>
              </a:xfrm>
              <a:custGeom>
                <a:avLst/>
                <a:gdLst>
                  <a:gd name="T0" fmla="*/ 19 w 23"/>
                  <a:gd name="T1" fmla="*/ 13 h 30"/>
                  <a:gd name="T2" fmla="*/ 18 w 23"/>
                  <a:gd name="T3" fmla="*/ 6 h 30"/>
                  <a:gd name="T4" fmla="*/ 17 w 23"/>
                  <a:gd name="T5" fmla="*/ 0 h 30"/>
                  <a:gd name="T6" fmla="*/ 3 w 23"/>
                  <a:gd name="T7" fmla="*/ 0 h 30"/>
                  <a:gd name="T8" fmla="*/ 4 w 23"/>
                  <a:gd name="T9" fmla="*/ 11 h 30"/>
                  <a:gd name="T10" fmla="*/ 1 w 23"/>
                  <a:gd name="T11" fmla="*/ 22 h 30"/>
                  <a:gd name="T12" fmla="*/ 3 w 23"/>
                  <a:gd name="T13" fmla="*/ 30 h 30"/>
                  <a:gd name="T14" fmla="*/ 10 w 23"/>
                  <a:gd name="T15" fmla="*/ 29 h 30"/>
                  <a:gd name="T16" fmla="*/ 23 w 23"/>
                  <a:gd name="T17" fmla="*/ 24 h 30"/>
                  <a:gd name="T18" fmla="*/ 20 w 23"/>
                  <a:gd name="T19" fmla="*/ 19 h 30"/>
                  <a:gd name="T20" fmla="*/ 19 w 23"/>
                  <a:gd name="T21" fmla="*/ 13 h 30"/>
                  <a:gd name="T22" fmla="*/ 19 w 23"/>
                  <a:gd name="T23" fmla="*/ 1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" h="30">
                    <a:moveTo>
                      <a:pt x="19" y="13"/>
                    </a:moveTo>
                    <a:cubicBezTo>
                      <a:pt x="17" y="11"/>
                      <a:pt x="18" y="8"/>
                      <a:pt x="18" y="6"/>
                    </a:cubicBezTo>
                    <a:cubicBezTo>
                      <a:pt x="19" y="4"/>
                      <a:pt x="16" y="2"/>
                      <a:pt x="17" y="0"/>
                    </a:cubicBezTo>
                    <a:cubicBezTo>
                      <a:pt x="12" y="0"/>
                      <a:pt x="8" y="0"/>
                      <a:pt x="3" y="0"/>
                    </a:cubicBezTo>
                    <a:cubicBezTo>
                      <a:pt x="3" y="3"/>
                      <a:pt x="4" y="7"/>
                      <a:pt x="4" y="11"/>
                    </a:cubicBezTo>
                    <a:cubicBezTo>
                      <a:pt x="4" y="15"/>
                      <a:pt x="0" y="18"/>
                      <a:pt x="1" y="22"/>
                    </a:cubicBezTo>
                    <a:cubicBezTo>
                      <a:pt x="2" y="25"/>
                      <a:pt x="4" y="26"/>
                      <a:pt x="3" y="30"/>
                    </a:cubicBezTo>
                    <a:cubicBezTo>
                      <a:pt x="6" y="30"/>
                      <a:pt x="7" y="30"/>
                      <a:pt x="10" y="29"/>
                    </a:cubicBezTo>
                    <a:cubicBezTo>
                      <a:pt x="15" y="28"/>
                      <a:pt x="19" y="26"/>
                      <a:pt x="23" y="24"/>
                    </a:cubicBezTo>
                    <a:cubicBezTo>
                      <a:pt x="21" y="23"/>
                      <a:pt x="20" y="21"/>
                      <a:pt x="20" y="19"/>
                    </a:cubicBezTo>
                    <a:cubicBezTo>
                      <a:pt x="20" y="17"/>
                      <a:pt x="20" y="15"/>
                      <a:pt x="19" y="13"/>
                    </a:cubicBezTo>
                    <a:cubicBezTo>
                      <a:pt x="17" y="11"/>
                      <a:pt x="20" y="15"/>
                      <a:pt x="19" y="1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3" name="Freeform 762"/>
              <p:cNvSpPr>
                <a:spLocks/>
              </p:cNvSpPr>
              <p:nvPr/>
            </p:nvSpPr>
            <p:spPr bwMode="auto">
              <a:xfrm>
                <a:off x="11079175" y="8558422"/>
                <a:ext cx="140127" cy="168835"/>
              </a:xfrm>
              <a:custGeom>
                <a:avLst/>
                <a:gdLst>
                  <a:gd name="T0" fmla="*/ 12 w 15"/>
                  <a:gd name="T1" fmla="*/ 14 h 18"/>
                  <a:gd name="T2" fmla="*/ 14 w 15"/>
                  <a:gd name="T3" fmla="*/ 6 h 18"/>
                  <a:gd name="T4" fmla="*/ 5 w 15"/>
                  <a:gd name="T5" fmla="*/ 3 h 18"/>
                  <a:gd name="T6" fmla="*/ 1 w 15"/>
                  <a:gd name="T7" fmla="*/ 8 h 18"/>
                  <a:gd name="T8" fmla="*/ 4 w 15"/>
                  <a:gd name="T9" fmla="*/ 12 h 18"/>
                  <a:gd name="T10" fmla="*/ 7 w 15"/>
                  <a:gd name="T11" fmla="*/ 16 h 18"/>
                  <a:gd name="T12" fmla="*/ 10 w 15"/>
                  <a:gd name="T13" fmla="*/ 16 h 18"/>
                  <a:gd name="T14" fmla="*/ 12 w 15"/>
                  <a:gd name="T15" fmla="*/ 14 h 18"/>
                  <a:gd name="T16" fmla="*/ 12 w 15"/>
                  <a:gd name="T17" fmla="*/ 1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8">
                    <a:moveTo>
                      <a:pt x="12" y="14"/>
                    </a:moveTo>
                    <a:cubicBezTo>
                      <a:pt x="15" y="13"/>
                      <a:pt x="15" y="8"/>
                      <a:pt x="14" y="6"/>
                    </a:cubicBezTo>
                    <a:cubicBezTo>
                      <a:pt x="12" y="2"/>
                      <a:pt x="8" y="0"/>
                      <a:pt x="5" y="3"/>
                    </a:cubicBezTo>
                    <a:cubicBezTo>
                      <a:pt x="3" y="4"/>
                      <a:pt x="0" y="6"/>
                      <a:pt x="1" y="8"/>
                    </a:cubicBezTo>
                    <a:cubicBezTo>
                      <a:pt x="2" y="10"/>
                      <a:pt x="2" y="11"/>
                      <a:pt x="4" y="12"/>
                    </a:cubicBezTo>
                    <a:cubicBezTo>
                      <a:pt x="5" y="14"/>
                      <a:pt x="5" y="15"/>
                      <a:pt x="7" y="16"/>
                    </a:cubicBezTo>
                    <a:cubicBezTo>
                      <a:pt x="8" y="17"/>
                      <a:pt x="9" y="18"/>
                      <a:pt x="10" y="16"/>
                    </a:cubicBezTo>
                    <a:cubicBezTo>
                      <a:pt x="10" y="15"/>
                      <a:pt x="11" y="15"/>
                      <a:pt x="12" y="14"/>
                    </a:cubicBezTo>
                    <a:cubicBezTo>
                      <a:pt x="14" y="13"/>
                      <a:pt x="11" y="15"/>
                      <a:pt x="12" y="1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4" name="Freeform 763"/>
              <p:cNvSpPr>
                <a:spLocks/>
              </p:cNvSpPr>
              <p:nvPr/>
            </p:nvSpPr>
            <p:spPr bwMode="auto">
              <a:xfrm>
                <a:off x="11161976" y="8631691"/>
                <a:ext cx="207006" cy="197506"/>
              </a:xfrm>
              <a:custGeom>
                <a:avLst/>
                <a:gdLst>
                  <a:gd name="T0" fmla="*/ 21 w 22"/>
                  <a:gd name="T1" fmla="*/ 17 h 21"/>
                  <a:gd name="T2" fmla="*/ 19 w 22"/>
                  <a:gd name="T3" fmla="*/ 13 h 21"/>
                  <a:gd name="T4" fmla="*/ 16 w 22"/>
                  <a:gd name="T5" fmla="*/ 11 h 21"/>
                  <a:gd name="T6" fmla="*/ 16 w 22"/>
                  <a:gd name="T7" fmla="*/ 6 h 21"/>
                  <a:gd name="T8" fmla="*/ 13 w 22"/>
                  <a:gd name="T9" fmla="*/ 8 h 21"/>
                  <a:gd name="T10" fmla="*/ 9 w 22"/>
                  <a:gd name="T11" fmla="*/ 1 h 21"/>
                  <a:gd name="T12" fmla="*/ 5 w 22"/>
                  <a:gd name="T13" fmla="*/ 4 h 21"/>
                  <a:gd name="T14" fmla="*/ 0 w 22"/>
                  <a:gd name="T15" fmla="*/ 9 h 21"/>
                  <a:gd name="T16" fmla="*/ 12 w 22"/>
                  <a:gd name="T17" fmla="*/ 18 h 21"/>
                  <a:gd name="T18" fmla="*/ 19 w 22"/>
                  <a:gd name="T19" fmla="*/ 21 h 21"/>
                  <a:gd name="T20" fmla="*/ 21 w 22"/>
                  <a:gd name="T21" fmla="*/ 17 h 21"/>
                  <a:gd name="T22" fmla="*/ 21 w 22"/>
                  <a:gd name="T23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" h="21">
                    <a:moveTo>
                      <a:pt x="21" y="17"/>
                    </a:moveTo>
                    <a:cubicBezTo>
                      <a:pt x="22" y="15"/>
                      <a:pt x="20" y="14"/>
                      <a:pt x="19" y="13"/>
                    </a:cubicBezTo>
                    <a:cubicBezTo>
                      <a:pt x="18" y="13"/>
                      <a:pt x="14" y="12"/>
                      <a:pt x="16" y="11"/>
                    </a:cubicBezTo>
                    <a:cubicBezTo>
                      <a:pt x="17" y="10"/>
                      <a:pt x="17" y="7"/>
                      <a:pt x="16" y="6"/>
                    </a:cubicBezTo>
                    <a:cubicBezTo>
                      <a:pt x="15" y="4"/>
                      <a:pt x="14" y="8"/>
                      <a:pt x="13" y="8"/>
                    </a:cubicBezTo>
                    <a:cubicBezTo>
                      <a:pt x="10" y="8"/>
                      <a:pt x="11" y="0"/>
                      <a:pt x="9" y="1"/>
                    </a:cubicBezTo>
                    <a:cubicBezTo>
                      <a:pt x="8" y="2"/>
                      <a:pt x="6" y="3"/>
                      <a:pt x="5" y="4"/>
                    </a:cubicBezTo>
                    <a:cubicBezTo>
                      <a:pt x="4" y="6"/>
                      <a:pt x="2" y="7"/>
                      <a:pt x="0" y="9"/>
                    </a:cubicBezTo>
                    <a:cubicBezTo>
                      <a:pt x="5" y="12"/>
                      <a:pt x="8" y="15"/>
                      <a:pt x="12" y="18"/>
                    </a:cubicBezTo>
                    <a:cubicBezTo>
                      <a:pt x="14" y="20"/>
                      <a:pt x="16" y="21"/>
                      <a:pt x="19" y="21"/>
                    </a:cubicBezTo>
                    <a:cubicBezTo>
                      <a:pt x="22" y="21"/>
                      <a:pt x="20" y="19"/>
                      <a:pt x="21" y="17"/>
                    </a:cubicBezTo>
                    <a:cubicBezTo>
                      <a:pt x="22" y="15"/>
                      <a:pt x="21" y="19"/>
                      <a:pt x="21" y="1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5" name="Freeform 764"/>
              <p:cNvSpPr>
                <a:spLocks/>
              </p:cNvSpPr>
              <p:nvPr/>
            </p:nvSpPr>
            <p:spPr bwMode="auto">
              <a:xfrm>
                <a:off x="11015478" y="8443745"/>
                <a:ext cx="324842" cy="273958"/>
              </a:xfrm>
              <a:custGeom>
                <a:avLst/>
                <a:gdLst>
                  <a:gd name="T0" fmla="*/ 10 w 35"/>
                  <a:gd name="T1" fmla="*/ 16 h 29"/>
                  <a:gd name="T2" fmla="*/ 20 w 35"/>
                  <a:gd name="T3" fmla="*/ 17 h 29"/>
                  <a:gd name="T4" fmla="*/ 21 w 35"/>
                  <a:gd name="T5" fmla="*/ 23 h 29"/>
                  <a:gd name="T6" fmla="*/ 25 w 35"/>
                  <a:gd name="T7" fmla="*/ 21 h 29"/>
                  <a:gd name="T8" fmla="*/ 29 w 35"/>
                  <a:gd name="T9" fmla="*/ 27 h 29"/>
                  <a:gd name="T10" fmla="*/ 31 w 35"/>
                  <a:gd name="T11" fmla="*/ 26 h 29"/>
                  <a:gd name="T12" fmla="*/ 33 w 35"/>
                  <a:gd name="T13" fmla="*/ 25 h 29"/>
                  <a:gd name="T14" fmla="*/ 33 w 35"/>
                  <a:gd name="T15" fmla="*/ 23 h 29"/>
                  <a:gd name="T16" fmla="*/ 35 w 35"/>
                  <a:gd name="T17" fmla="*/ 22 h 29"/>
                  <a:gd name="T18" fmla="*/ 34 w 35"/>
                  <a:gd name="T19" fmla="*/ 19 h 29"/>
                  <a:gd name="T20" fmla="*/ 33 w 35"/>
                  <a:gd name="T21" fmla="*/ 16 h 29"/>
                  <a:gd name="T22" fmla="*/ 33 w 35"/>
                  <a:gd name="T23" fmla="*/ 12 h 29"/>
                  <a:gd name="T24" fmla="*/ 32 w 35"/>
                  <a:gd name="T25" fmla="*/ 8 h 29"/>
                  <a:gd name="T26" fmla="*/ 26 w 35"/>
                  <a:gd name="T27" fmla="*/ 2 h 29"/>
                  <a:gd name="T28" fmla="*/ 24 w 35"/>
                  <a:gd name="T29" fmla="*/ 3 h 29"/>
                  <a:gd name="T30" fmla="*/ 22 w 35"/>
                  <a:gd name="T31" fmla="*/ 3 h 29"/>
                  <a:gd name="T32" fmla="*/ 19 w 35"/>
                  <a:gd name="T33" fmla="*/ 3 h 29"/>
                  <a:gd name="T34" fmla="*/ 18 w 35"/>
                  <a:gd name="T35" fmla="*/ 3 h 29"/>
                  <a:gd name="T36" fmla="*/ 15 w 35"/>
                  <a:gd name="T37" fmla="*/ 2 h 29"/>
                  <a:gd name="T38" fmla="*/ 10 w 35"/>
                  <a:gd name="T39" fmla="*/ 1 h 29"/>
                  <a:gd name="T40" fmla="*/ 5 w 35"/>
                  <a:gd name="T41" fmla="*/ 1 h 29"/>
                  <a:gd name="T42" fmla="*/ 5 w 35"/>
                  <a:gd name="T43" fmla="*/ 4 h 29"/>
                  <a:gd name="T44" fmla="*/ 3 w 35"/>
                  <a:gd name="T45" fmla="*/ 6 h 29"/>
                  <a:gd name="T46" fmla="*/ 0 w 35"/>
                  <a:gd name="T47" fmla="*/ 8 h 29"/>
                  <a:gd name="T48" fmla="*/ 3 w 35"/>
                  <a:gd name="T49" fmla="*/ 13 h 29"/>
                  <a:gd name="T50" fmla="*/ 8 w 35"/>
                  <a:gd name="T51" fmla="*/ 19 h 29"/>
                  <a:gd name="T52" fmla="*/ 10 w 35"/>
                  <a:gd name="T53" fmla="*/ 16 h 29"/>
                  <a:gd name="T54" fmla="*/ 10 w 35"/>
                  <a:gd name="T55" fmla="*/ 1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29">
                    <a:moveTo>
                      <a:pt x="10" y="16"/>
                    </a:moveTo>
                    <a:cubicBezTo>
                      <a:pt x="14" y="14"/>
                      <a:pt x="18" y="12"/>
                      <a:pt x="20" y="17"/>
                    </a:cubicBezTo>
                    <a:cubicBezTo>
                      <a:pt x="22" y="19"/>
                      <a:pt x="21" y="20"/>
                      <a:pt x="21" y="23"/>
                    </a:cubicBezTo>
                    <a:cubicBezTo>
                      <a:pt x="22" y="24"/>
                      <a:pt x="24" y="21"/>
                      <a:pt x="25" y="21"/>
                    </a:cubicBezTo>
                    <a:cubicBezTo>
                      <a:pt x="27" y="20"/>
                      <a:pt x="27" y="29"/>
                      <a:pt x="29" y="27"/>
                    </a:cubicBezTo>
                    <a:cubicBezTo>
                      <a:pt x="30" y="27"/>
                      <a:pt x="30" y="26"/>
                      <a:pt x="31" y="26"/>
                    </a:cubicBezTo>
                    <a:cubicBezTo>
                      <a:pt x="31" y="25"/>
                      <a:pt x="33" y="26"/>
                      <a:pt x="33" y="25"/>
                    </a:cubicBezTo>
                    <a:cubicBezTo>
                      <a:pt x="34" y="24"/>
                      <a:pt x="33" y="23"/>
                      <a:pt x="33" y="23"/>
                    </a:cubicBezTo>
                    <a:cubicBezTo>
                      <a:pt x="33" y="21"/>
                      <a:pt x="35" y="22"/>
                      <a:pt x="35" y="22"/>
                    </a:cubicBezTo>
                    <a:cubicBezTo>
                      <a:pt x="35" y="21"/>
                      <a:pt x="32" y="20"/>
                      <a:pt x="34" y="19"/>
                    </a:cubicBezTo>
                    <a:cubicBezTo>
                      <a:pt x="35" y="18"/>
                      <a:pt x="35" y="17"/>
                      <a:pt x="33" y="16"/>
                    </a:cubicBezTo>
                    <a:cubicBezTo>
                      <a:pt x="32" y="15"/>
                      <a:pt x="34" y="13"/>
                      <a:pt x="33" y="12"/>
                    </a:cubicBezTo>
                    <a:cubicBezTo>
                      <a:pt x="32" y="11"/>
                      <a:pt x="33" y="10"/>
                      <a:pt x="32" y="8"/>
                    </a:cubicBezTo>
                    <a:cubicBezTo>
                      <a:pt x="31" y="7"/>
                      <a:pt x="29" y="0"/>
                      <a:pt x="26" y="2"/>
                    </a:cubicBezTo>
                    <a:cubicBezTo>
                      <a:pt x="26" y="2"/>
                      <a:pt x="25" y="3"/>
                      <a:pt x="24" y="3"/>
                    </a:cubicBezTo>
                    <a:cubicBezTo>
                      <a:pt x="23" y="3"/>
                      <a:pt x="23" y="3"/>
                      <a:pt x="22" y="3"/>
                    </a:cubicBezTo>
                    <a:cubicBezTo>
                      <a:pt x="21" y="4"/>
                      <a:pt x="20" y="3"/>
                      <a:pt x="19" y="3"/>
                    </a:cubicBezTo>
                    <a:cubicBezTo>
                      <a:pt x="18" y="3"/>
                      <a:pt x="18" y="4"/>
                      <a:pt x="18" y="3"/>
                    </a:cubicBezTo>
                    <a:cubicBezTo>
                      <a:pt x="16" y="2"/>
                      <a:pt x="17" y="2"/>
                      <a:pt x="15" y="2"/>
                    </a:cubicBezTo>
                    <a:cubicBezTo>
                      <a:pt x="12" y="3"/>
                      <a:pt x="12" y="1"/>
                      <a:pt x="10" y="1"/>
                    </a:cubicBezTo>
                    <a:cubicBezTo>
                      <a:pt x="8" y="0"/>
                      <a:pt x="6" y="0"/>
                      <a:pt x="5" y="1"/>
                    </a:cubicBezTo>
                    <a:cubicBezTo>
                      <a:pt x="5" y="2"/>
                      <a:pt x="3" y="3"/>
                      <a:pt x="5" y="4"/>
                    </a:cubicBezTo>
                    <a:cubicBezTo>
                      <a:pt x="6" y="5"/>
                      <a:pt x="5" y="6"/>
                      <a:pt x="3" y="6"/>
                    </a:cubicBezTo>
                    <a:cubicBezTo>
                      <a:pt x="1" y="6"/>
                      <a:pt x="0" y="6"/>
                      <a:pt x="0" y="8"/>
                    </a:cubicBezTo>
                    <a:cubicBezTo>
                      <a:pt x="1" y="10"/>
                      <a:pt x="2" y="11"/>
                      <a:pt x="3" y="13"/>
                    </a:cubicBezTo>
                    <a:cubicBezTo>
                      <a:pt x="5" y="15"/>
                      <a:pt x="6" y="16"/>
                      <a:pt x="8" y="19"/>
                    </a:cubicBezTo>
                    <a:cubicBezTo>
                      <a:pt x="9" y="18"/>
                      <a:pt x="9" y="17"/>
                      <a:pt x="10" y="16"/>
                    </a:cubicBezTo>
                    <a:cubicBezTo>
                      <a:pt x="11" y="16"/>
                      <a:pt x="10" y="17"/>
                      <a:pt x="10" y="1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6" name="Freeform 765"/>
              <p:cNvSpPr>
                <a:spLocks/>
              </p:cNvSpPr>
              <p:nvPr/>
            </p:nvSpPr>
            <p:spPr bwMode="auto">
              <a:xfrm>
                <a:off x="10929493" y="8453303"/>
                <a:ext cx="149682" cy="66896"/>
              </a:xfrm>
              <a:custGeom>
                <a:avLst/>
                <a:gdLst>
                  <a:gd name="T0" fmla="*/ 10 w 16"/>
                  <a:gd name="T1" fmla="*/ 5 h 7"/>
                  <a:gd name="T2" fmla="*/ 14 w 16"/>
                  <a:gd name="T3" fmla="*/ 3 h 7"/>
                  <a:gd name="T4" fmla="*/ 14 w 16"/>
                  <a:gd name="T5" fmla="*/ 0 h 7"/>
                  <a:gd name="T6" fmla="*/ 7 w 16"/>
                  <a:gd name="T7" fmla="*/ 0 h 7"/>
                  <a:gd name="T8" fmla="*/ 4 w 16"/>
                  <a:gd name="T9" fmla="*/ 0 h 7"/>
                  <a:gd name="T10" fmla="*/ 0 w 16"/>
                  <a:gd name="T11" fmla="*/ 1 h 7"/>
                  <a:gd name="T12" fmla="*/ 3 w 16"/>
                  <a:gd name="T13" fmla="*/ 3 h 7"/>
                  <a:gd name="T14" fmla="*/ 7 w 16"/>
                  <a:gd name="T15" fmla="*/ 3 h 7"/>
                  <a:gd name="T16" fmla="*/ 9 w 16"/>
                  <a:gd name="T17" fmla="*/ 7 h 7"/>
                  <a:gd name="T18" fmla="*/ 10 w 16"/>
                  <a:gd name="T19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7">
                    <a:moveTo>
                      <a:pt x="10" y="5"/>
                    </a:moveTo>
                    <a:cubicBezTo>
                      <a:pt x="11" y="5"/>
                      <a:pt x="16" y="5"/>
                      <a:pt x="14" y="3"/>
                    </a:cubicBezTo>
                    <a:cubicBezTo>
                      <a:pt x="12" y="2"/>
                      <a:pt x="14" y="1"/>
                      <a:pt x="14" y="0"/>
                    </a:cubicBezTo>
                    <a:cubicBezTo>
                      <a:pt x="12" y="0"/>
                      <a:pt x="9" y="0"/>
                      <a:pt x="7" y="0"/>
                    </a:cubicBezTo>
                    <a:cubicBezTo>
                      <a:pt x="5" y="0"/>
                      <a:pt x="5" y="1"/>
                      <a:pt x="4" y="0"/>
                    </a:cubicBezTo>
                    <a:cubicBezTo>
                      <a:pt x="2" y="0"/>
                      <a:pt x="2" y="0"/>
                      <a:pt x="0" y="1"/>
                    </a:cubicBezTo>
                    <a:cubicBezTo>
                      <a:pt x="1" y="2"/>
                      <a:pt x="1" y="3"/>
                      <a:pt x="3" y="3"/>
                    </a:cubicBezTo>
                    <a:cubicBezTo>
                      <a:pt x="4" y="3"/>
                      <a:pt x="7" y="3"/>
                      <a:pt x="7" y="3"/>
                    </a:cubicBezTo>
                    <a:cubicBezTo>
                      <a:pt x="5" y="5"/>
                      <a:pt x="7" y="6"/>
                      <a:pt x="9" y="7"/>
                    </a:cubicBezTo>
                    <a:cubicBezTo>
                      <a:pt x="9" y="7"/>
                      <a:pt x="9" y="5"/>
                      <a:pt x="10" y="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7" name="Freeform 766"/>
              <p:cNvSpPr>
                <a:spLocks/>
              </p:cNvSpPr>
              <p:nvPr/>
            </p:nvSpPr>
            <p:spPr bwMode="auto">
              <a:xfrm>
                <a:off x="10919937" y="8389590"/>
                <a:ext cx="140127" cy="38227"/>
              </a:xfrm>
              <a:custGeom>
                <a:avLst/>
                <a:gdLst>
                  <a:gd name="T0" fmla="*/ 4 w 15"/>
                  <a:gd name="T1" fmla="*/ 4 h 4"/>
                  <a:gd name="T2" fmla="*/ 9 w 15"/>
                  <a:gd name="T3" fmla="*/ 3 h 4"/>
                  <a:gd name="T4" fmla="*/ 15 w 15"/>
                  <a:gd name="T5" fmla="*/ 2 h 4"/>
                  <a:gd name="T6" fmla="*/ 8 w 15"/>
                  <a:gd name="T7" fmla="*/ 1 h 4"/>
                  <a:gd name="T8" fmla="*/ 0 w 15"/>
                  <a:gd name="T9" fmla="*/ 4 h 4"/>
                  <a:gd name="T10" fmla="*/ 4 w 15"/>
                  <a:gd name="T11" fmla="*/ 4 h 4"/>
                  <a:gd name="T12" fmla="*/ 4 w 15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4">
                    <a:moveTo>
                      <a:pt x="4" y="4"/>
                    </a:moveTo>
                    <a:cubicBezTo>
                      <a:pt x="6" y="3"/>
                      <a:pt x="7" y="2"/>
                      <a:pt x="9" y="3"/>
                    </a:cubicBezTo>
                    <a:cubicBezTo>
                      <a:pt x="10" y="3"/>
                      <a:pt x="14" y="4"/>
                      <a:pt x="15" y="2"/>
                    </a:cubicBezTo>
                    <a:cubicBezTo>
                      <a:pt x="15" y="3"/>
                      <a:pt x="9" y="0"/>
                      <a:pt x="8" y="1"/>
                    </a:cubicBezTo>
                    <a:cubicBezTo>
                      <a:pt x="5" y="2"/>
                      <a:pt x="1" y="0"/>
                      <a:pt x="0" y="4"/>
                    </a:cubicBezTo>
                    <a:cubicBezTo>
                      <a:pt x="2" y="4"/>
                      <a:pt x="3" y="4"/>
                      <a:pt x="4" y="4"/>
                    </a:cubicBezTo>
                    <a:cubicBezTo>
                      <a:pt x="5" y="4"/>
                      <a:pt x="4" y="4"/>
                      <a:pt x="4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8" name="Freeform 767"/>
              <p:cNvSpPr>
                <a:spLocks/>
              </p:cNvSpPr>
              <p:nvPr/>
            </p:nvSpPr>
            <p:spPr bwMode="auto">
              <a:xfrm>
                <a:off x="10900829" y="7733369"/>
                <a:ext cx="560509" cy="637107"/>
              </a:xfrm>
              <a:custGeom>
                <a:avLst/>
                <a:gdLst>
                  <a:gd name="T0" fmla="*/ 5 w 60"/>
                  <a:gd name="T1" fmla="*/ 57 h 68"/>
                  <a:gd name="T2" fmla="*/ 15 w 60"/>
                  <a:gd name="T3" fmla="*/ 57 h 68"/>
                  <a:gd name="T4" fmla="*/ 18 w 60"/>
                  <a:gd name="T5" fmla="*/ 59 h 68"/>
                  <a:gd name="T6" fmla="*/ 21 w 60"/>
                  <a:gd name="T7" fmla="*/ 63 h 68"/>
                  <a:gd name="T8" fmla="*/ 27 w 60"/>
                  <a:gd name="T9" fmla="*/ 64 h 68"/>
                  <a:gd name="T10" fmla="*/ 32 w 60"/>
                  <a:gd name="T11" fmla="*/ 64 h 68"/>
                  <a:gd name="T12" fmla="*/ 35 w 60"/>
                  <a:gd name="T13" fmla="*/ 62 h 68"/>
                  <a:gd name="T14" fmla="*/ 39 w 60"/>
                  <a:gd name="T15" fmla="*/ 62 h 68"/>
                  <a:gd name="T16" fmla="*/ 44 w 60"/>
                  <a:gd name="T17" fmla="*/ 61 h 68"/>
                  <a:gd name="T18" fmla="*/ 53 w 60"/>
                  <a:gd name="T19" fmla="*/ 61 h 68"/>
                  <a:gd name="T20" fmla="*/ 58 w 60"/>
                  <a:gd name="T21" fmla="*/ 61 h 68"/>
                  <a:gd name="T22" fmla="*/ 58 w 60"/>
                  <a:gd name="T23" fmla="*/ 54 h 68"/>
                  <a:gd name="T24" fmla="*/ 56 w 60"/>
                  <a:gd name="T25" fmla="*/ 38 h 68"/>
                  <a:gd name="T26" fmla="*/ 52 w 60"/>
                  <a:gd name="T27" fmla="*/ 12 h 68"/>
                  <a:gd name="T28" fmla="*/ 60 w 60"/>
                  <a:gd name="T29" fmla="*/ 12 h 68"/>
                  <a:gd name="T30" fmla="*/ 43 w 60"/>
                  <a:gd name="T31" fmla="*/ 0 h 68"/>
                  <a:gd name="T32" fmla="*/ 42 w 60"/>
                  <a:gd name="T33" fmla="*/ 7 h 68"/>
                  <a:gd name="T34" fmla="*/ 37 w 60"/>
                  <a:gd name="T35" fmla="*/ 7 h 68"/>
                  <a:gd name="T36" fmla="*/ 29 w 60"/>
                  <a:gd name="T37" fmla="*/ 7 h 68"/>
                  <a:gd name="T38" fmla="*/ 26 w 60"/>
                  <a:gd name="T39" fmla="*/ 7 h 68"/>
                  <a:gd name="T40" fmla="*/ 26 w 60"/>
                  <a:gd name="T41" fmla="*/ 12 h 68"/>
                  <a:gd name="T42" fmla="*/ 26 w 60"/>
                  <a:gd name="T43" fmla="*/ 19 h 68"/>
                  <a:gd name="T44" fmla="*/ 20 w 60"/>
                  <a:gd name="T45" fmla="*/ 25 h 68"/>
                  <a:gd name="T46" fmla="*/ 20 w 60"/>
                  <a:gd name="T47" fmla="*/ 32 h 68"/>
                  <a:gd name="T48" fmla="*/ 16 w 60"/>
                  <a:gd name="T49" fmla="*/ 32 h 68"/>
                  <a:gd name="T50" fmla="*/ 3 w 60"/>
                  <a:gd name="T51" fmla="*/ 32 h 68"/>
                  <a:gd name="T52" fmla="*/ 1 w 60"/>
                  <a:gd name="T53" fmla="*/ 33 h 68"/>
                  <a:gd name="T54" fmla="*/ 4 w 60"/>
                  <a:gd name="T55" fmla="*/ 36 h 68"/>
                  <a:gd name="T56" fmla="*/ 3 w 60"/>
                  <a:gd name="T57" fmla="*/ 41 h 68"/>
                  <a:gd name="T58" fmla="*/ 6 w 60"/>
                  <a:gd name="T59" fmla="*/ 48 h 68"/>
                  <a:gd name="T60" fmla="*/ 3 w 60"/>
                  <a:gd name="T61" fmla="*/ 58 h 68"/>
                  <a:gd name="T62" fmla="*/ 5 w 60"/>
                  <a:gd name="T63" fmla="*/ 5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0" h="68">
                    <a:moveTo>
                      <a:pt x="5" y="57"/>
                    </a:moveTo>
                    <a:cubicBezTo>
                      <a:pt x="7" y="57"/>
                      <a:pt x="13" y="55"/>
                      <a:pt x="15" y="57"/>
                    </a:cubicBezTo>
                    <a:cubicBezTo>
                      <a:pt x="16" y="58"/>
                      <a:pt x="17" y="58"/>
                      <a:pt x="18" y="59"/>
                    </a:cubicBezTo>
                    <a:cubicBezTo>
                      <a:pt x="19" y="61"/>
                      <a:pt x="20" y="62"/>
                      <a:pt x="21" y="63"/>
                    </a:cubicBezTo>
                    <a:cubicBezTo>
                      <a:pt x="22" y="64"/>
                      <a:pt x="26" y="68"/>
                      <a:pt x="27" y="64"/>
                    </a:cubicBezTo>
                    <a:cubicBezTo>
                      <a:pt x="28" y="58"/>
                      <a:pt x="30" y="65"/>
                      <a:pt x="32" y="64"/>
                    </a:cubicBezTo>
                    <a:cubicBezTo>
                      <a:pt x="33" y="62"/>
                      <a:pt x="33" y="62"/>
                      <a:pt x="35" y="62"/>
                    </a:cubicBezTo>
                    <a:cubicBezTo>
                      <a:pt x="37" y="62"/>
                      <a:pt x="38" y="62"/>
                      <a:pt x="39" y="62"/>
                    </a:cubicBezTo>
                    <a:cubicBezTo>
                      <a:pt x="41" y="61"/>
                      <a:pt x="43" y="61"/>
                      <a:pt x="44" y="61"/>
                    </a:cubicBezTo>
                    <a:cubicBezTo>
                      <a:pt x="47" y="61"/>
                      <a:pt x="50" y="61"/>
                      <a:pt x="53" y="61"/>
                    </a:cubicBezTo>
                    <a:cubicBezTo>
                      <a:pt x="54" y="61"/>
                      <a:pt x="57" y="62"/>
                      <a:pt x="58" y="61"/>
                    </a:cubicBezTo>
                    <a:cubicBezTo>
                      <a:pt x="59" y="61"/>
                      <a:pt x="58" y="55"/>
                      <a:pt x="58" y="54"/>
                    </a:cubicBezTo>
                    <a:cubicBezTo>
                      <a:pt x="57" y="48"/>
                      <a:pt x="56" y="43"/>
                      <a:pt x="56" y="38"/>
                    </a:cubicBezTo>
                    <a:cubicBezTo>
                      <a:pt x="55" y="29"/>
                      <a:pt x="53" y="21"/>
                      <a:pt x="52" y="12"/>
                    </a:cubicBezTo>
                    <a:cubicBezTo>
                      <a:pt x="55" y="12"/>
                      <a:pt x="58" y="12"/>
                      <a:pt x="60" y="12"/>
                    </a:cubicBezTo>
                    <a:cubicBezTo>
                      <a:pt x="54" y="8"/>
                      <a:pt x="48" y="4"/>
                      <a:pt x="43" y="0"/>
                    </a:cubicBezTo>
                    <a:cubicBezTo>
                      <a:pt x="43" y="1"/>
                      <a:pt x="43" y="7"/>
                      <a:pt x="42" y="7"/>
                    </a:cubicBezTo>
                    <a:cubicBezTo>
                      <a:pt x="41" y="7"/>
                      <a:pt x="39" y="7"/>
                      <a:pt x="37" y="7"/>
                    </a:cubicBezTo>
                    <a:cubicBezTo>
                      <a:pt x="35" y="7"/>
                      <a:pt x="32" y="7"/>
                      <a:pt x="29" y="7"/>
                    </a:cubicBezTo>
                    <a:cubicBezTo>
                      <a:pt x="29" y="7"/>
                      <a:pt x="26" y="7"/>
                      <a:pt x="26" y="7"/>
                    </a:cubicBezTo>
                    <a:cubicBezTo>
                      <a:pt x="25" y="8"/>
                      <a:pt x="26" y="11"/>
                      <a:pt x="26" y="12"/>
                    </a:cubicBezTo>
                    <a:cubicBezTo>
                      <a:pt x="26" y="14"/>
                      <a:pt x="26" y="17"/>
                      <a:pt x="26" y="19"/>
                    </a:cubicBezTo>
                    <a:cubicBezTo>
                      <a:pt x="26" y="22"/>
                      <a:pt x="20" y="21"/>
                      <a:pt x="20" y="25"/>
                    </a:cubicBezTo>
                    <a:cubicBezTo>
                      <a:pt x="20" y="26"/>
                      <a:pt x="21" y="31"/>
                      <a:pt x="20" y="32"/>
                    </a:cubicBezTo>
                    <a:cubicBezTo>
                      <a:pt x="20" y="32"/>
                      <a:pt x="17" y="32"/>
                      <a:pt x="16" y="32"/>
                    </a:cubicBezTo>
                    <a:cubicBezTo>
                      <a:pt x="12" y="32"/>
                      <a:pt x="7" y="32"/>
                      <a:pt x="3" y="32"/>
                    </a:cubicBezTo>
                    <a:cubicBezTo>
                      <a:pt x="2" y="32"/>
                      <a:pt x="0" y="31"/>
                      <a:pt x="1" y="33"/>
                    </a:cubicBezTo>
                    <a:cubicBezTo>
                      <a:pt x="2" y="34"/>
                      <a:pt x="3" y="35"/>
                      <a:pt x="4" y="36"/>
                    </a:cubicBezTo>
                    <a:cubicBezTo>
                      <a:pt x="5" y="38"/>
                      <a:pt x="4" y="40"/>
                      <a:pt x="3" y="41"/>
                    </a:cubicBezTo>
                    <a:cubicBezTo>
                      <a:pt x="3" y="44"/>
                      <a:pt x="6" y="45"/>
                      <a:pt x="6" y="48"/>
                    </a:cubicBezTo>
                    <a:cubicBezTo>
                      <a:pt x="7" y="51"/>
                      <a:pt x="4" y="55"/>
                      <a:pt x="3" y="58"/>
                    </a:cubicBezTo>
                    <a:cubicBezTo>
                      <a:pt x="4" y="58"/>
                      <a:pt x="4" y="57"/>
                      <a:pt x="5" y="5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69" name="Freeform 768"/>
              <p:cNvSpPr>
                <a:spLocks/>
              </p:cNvSpPr>
              <p:nvPr/>
            </p:nvSpPr>
            <p:spPr bwMode="auto">
              <a:xfrm>
                <a:off x="10900829" y="8258982"/>
                <a:ext cx="270700" cy="213435"/>
              </a:xfrm>
              <a:custGeom>
                <a:avLst/>
                <a:gdLst>
                  <a:gd name="T0" fmla="*/ 8 w 29"/>
                  <a:gd name="T1" fmla="*/ 22 h 23"/>
                  <a:gd name="T2" fmla="*/ 10 w 29"/>
                  <a:gd name="T3" fmla="*/ 21 h 23"/>
                  <a:gd name="T4" fmla="*/ 15 w 29"/>
                  <a:gd name="T5" fmla="*/ 21 h 23"/>
                  <a:gd name="T6" fmla="*/ 23 w 29"/>
                  <a:gd name="T7" fmla="*/ 21 h 23"/>
                  <a:gd name="T8" fmla="*/ 27 w 29"/>
                  <a:gd name="T9" fmla="*/ 22 h 23"/>
                  <a:gd name="T10" fmla="*/ 29 w 29"/>
                  <a:gd name="T11" fmla="*/ 19 h 23"/>
                  <a:gd name="T12" fmla="*/ 25 w 29"/>
                  <a:gd name="T13" fmla="*/ 14 h 23"/>
                  <a:gd name="T14" fmla="*/ 25 w 29"/>
                  <a:gd name="T15" fmla="*/ 10 h 23"/>
                  <a:gd name="T16" fmla="*/ 19 w 29"/>
                  <a:gd name="T17" fmla="*/ 4 h 23"/>
                  <a:gd name="T18" fmla="*/ 9 w 29"/>
                  <a:gd name="T19" fmla="*/ 1 h 23"/>
                  <a:gd name="T20" fmla="*/ 5 w 29"/>
                  <a:gd name="T21" fmla="*/ 1 h 23"/>
                  <a:gd name="T22" fmla="*/ 2 w 29"/>
                  <a:gd name="T23" fmla="*/ 6 h 23"/>
                  <a:gd name="T24" fmla="*/ 1 w 29"/>
                  <a:gd name="T25" fmla="*/ 10 h 23"/>
                  <a:gd name="T26" fmla="*/ 2 w 29"/>
                  <a:gd name="T27" fmla="*/ 12 h 23"/>
                  <a:gd name="T28" fmla="*/ 2 w 29"/>
                  <a:gd name="T29" fmla="*/ 14 h 23"/>
                  <a:gd name="T30" fmla="*/ 4 w 29"/>
                  <a:gd name="T31" fmla="*/ 15 h 23"/>
                  <a:gd name="T32" fmla="*/ 9 w 29"/>
                  <a:gd name="T33" fmla="*/ 15 h 23"/>
                  <a:gd name="T34" fmla="*/ 10 w 29"/>
                  <a:gd name="T35" fmla="*/ 14 h 23"/>
                  <a:gd name="T36" fmla="*/ 17 w 29"/>
                  <a:gd name="T37" fmla="*/ 16 h 23"/>
                  <a:gd name="T38" fmla="*/ 11 w 29"/>
                  <a:gd name="T39" fmla="*/ 17 h 23"/>
                  <a:gd name="T40" fmla="*/ 6 w 29"/>
                  <a:gd name="T41" fmla="*/ 18 h 23"/>
                  <a:gd name="T42" fmla="*/ 3 w 29"/>
                  <a:gd name="T43" fmla="*/ 21 h 23"/>
                  <a:gd name="T44" fmla="*/ 5 w 29"/>
                  <a:gd name="T45" fmla="*/ 21 h 23"/>
                  <a:gd name="T46" fmla="*/ 8 w 29"/>
                  <a:gd name="T47" fmla="*/ 2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3">
                    <a:moveTo>
                      <a:pt x="8" y="22"/>
                    </a:moveTo>
                    <a:cubicBezTo>
                      <a:pt x="9" y="22"/>
                      <a:pt x="9" y="21"/>
                      <a:pt x="10" y="21"/>
                    </a:cubicBezTo>
                    <a:cubicBezTo>
                      <a:pt x="12" y="21"/>
                      <a:pt x="13" y="21"/>
                      <a:pt x="15" y="21"/>
                    </a:cubicBezTo>
                    <a:cubicBezTo>
                      <a:pt x="17" y="21"/>
                      <a:pt x="20" y="20"/>
                      <a:pt x="23" y="21"/>
                    </a:cubicBezTo>
                    <a:cubicBezTo>
                      <a:pt x="24" y="22"/>
                      <a:pt x="25" y="23"/>
                      <a:pt x="27" y="22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17"/>
                      <a:pt x="25" y="16"/>
                      <a:pt x="25" y="14"/>
                    </a:cubicBezTo>
                    <a:cubicBezTo>
                      <a:pt x="25" y="14"/>
                      <a:pt x="25" y="10"/>
                      <a:pt x="25" y="10"/>
                    </a:cubicBezTo>
                    <a:cubicBezTo>
                      <a:pt x="24" y="10"/>
                      <a:pt x="20" y="5"/>
                      <a:pt x="19" y="4"/>
                    </a:cubicBezTo>
                    <a:cubicBezTo>
                      <a:pt x="16" y="1"/>
                      <a:pt x="13" y="0"/>
                      <a:pt x="9" y="1"/>
                    </a:cubicBezTo>
                    <a:cubicBezTo>
                      <a:pt x="8" y="1"/>
                      <a:pt x="5" y="0"/>
                      <a:pt x="5" y="1"/>
                    </a:cubicBezTo>
                    <a:cubicBezTo>
                      <a:pt x="4" y="2"/>
                      <a:pt x="2" y="4"/>
                      <a:pt x="2" y="6"/>
                    </a:cubicBezTo>
                    <a:cubicBezTo>
                      <a:pt x="3" y="8"/>
                      <a:pt x="3" y="9"/>
                      <a:pt x="1" y="10"/>
                    </a:cubicBezTo>
                    <a:cubicBezTo>
                      <a:pt x="0" y="10"/>
                      <a:pt x="3" y="12"/>
                      <a:pt x="2" y="12"/>
                    </a:cubicBezTo>
                    <a:cubicBezTo>
                      <a:pt x="4" y="13"/>
                      <a:pt x="2" y="13"/>
                      <a:pt x="2" y="14"/>
                    </a:cubicBezTo>
                    <a:cubicBezTo>
                      <a:pt x="2" y="14"/>
                      <a:pt x="3" y="15"/>
                      <a:pt x="4" y="15"/>
                    </a:cubicBezTo>
                    <a:cubicBezTo>
                      <a:pt x="4" y="16"/>
                      <a:pt x="8" y="15"/>
                      <a:pt x="9" y="15"/>
                    </a:cubicBezTo>
                    <a:cubicBezTo>
                      <a:pt x="10" y="15"/>
                      <a:pt x="10" y="14"/>
                      <a:pt x="10" y="14"/>
                    </a:cubicBezTo>
                    <a:cubicBezTo>
                      <a:pt x="11" y="14"/>
                      <a:pt x="17" y="17"/>
                      <a:pt x="17" y="16"/>
                    </a:cubicBezTo>
                    <a:cubicBezTo>
                      <a:pt x="16" y="18"/>
                      <a:pt x="12" y="17"/>
                      <a:pt x="11" y="17"/>
                    </a:cubicBezTo>
                    <a:cubicBezTo>
                      <a:pt x="9" y="16"/>
                      <a:pt x="8" y="18"/>
                      <a:pt x="6" y="18"/>
                    </a:cubicBezTo>
                    <a:cubicBezTo>
                      <a:pt x="3" y="18"/>
                      <a:pt x="1" y="18"/>
                      <a:pt x="3" y="21"/>
                    </a:cubicBezTo>
                    <a:cubicBezTo>
                      <a:pt x="3" y="22"/>
                      <a:pt x="4" y="21"/>
                      <a:pt x="5" y="21"/>
                    </a:cubicBezTo>
                    <a:cubicBezTo>
                      <a:pt x="6" y="21"/>
                      <a:pt x="7" y="22"/>
                      <a:pt x="8" y="2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0" name="Freeform 769"/>
              <p:cNvSpPr>
                <a:spLocks/>
              </p:cNvSpPr>
              <p:nvPr/>
            </p:nvSpPr>
            <p:spPr bwMode="auto">
              <a:xfrm>
                <a:off x="11136499" y="7838490"/>
                <a:ext cx="783439" cy="729492"/>
              </a:xfrm>
              <a:custGeom>
                <a:avLst/>
                <a:gdLst>
                  <a:gd name="T0" fmla="*/ 27 w 84"/>
                  <a:gd name="T1" fmla="*/ 1 h 78"/>
                  <a:gd name="T2" fmla="*/ 33 w 84"/>
                  <a:gd name="T3" fmla="*/ 45 h 78"/>
                  <a:gd name="T4" fmla="*/ 32 w 84"/>
                  <a:gd name="T5" fmla="*/ 50 h 78"/>
                  <a:gd name="T6" fmla="*/ 19 w 84"/>
                  <a:gd name="T7" fmla="*/ 50 h 78"/>
                  <a:gd name="T8" fmla="*/ 15 w 84"/>
                  <a:gd name="T9" fmla="*/ 50 h 78"/>
                  <a:gd name="T10" fmla="*/ 12 w 84"/>
                  <a:gd name="T11" fmla="*/ 51 h 78"/>
                  <a:gd name="T12" fmla="*/ 8 w 84"/>
                  <a:gd name="T13" fmla="*/ 51 h 78"/>
                  <a:gd name="T14" fmla="*/ 6 w 84"/>
                  <a:gd name="T15" fmla="*/ 52 h 78"/>
                  <a:gd name="T16" fmla="*/ 3 w 84"/>
                  <a:gd name="T17" fmla="*/ 50 h 78"/>
                  <a:gd name="T18" fmla="*/ 0 w 84"/>
                  <a:gd name="T19" fmla="*/ 55 h 78"/>
                  <a:gd name="T20" fmla="*/ 0 w 84"/>
                  <a:gd name="T21" fmla="*/ 59 h 78"/>
                  <a:gd name="T22" fmla="*/ 3 w 84"/>
                  <a:gd name="T23" fmla="*/ 63 h 78"/>
                  <a:gd name="T24" fmla="*/ 4 w 84"/>
                  <a:gd name="T25" fmla="*/ 67 h 78"/>
                  <a:gd name="T26" fmla="*/ 7 w 84"/>
                  <a:gd name="T27" fmla="*/ 68 h 78"/>
                  <a:gd name="T28" fmla="*/ 11 w 84"/>
                  <a:gd name="T29" fmla="*/ 68 h 78"/>
                  <a:gd name="T30" fmla="*/ 15 w 84"/>
                  <a:gd name="T31" fmla="*/ 66 h 78"/>
                  <a:gd name="T32" fmla="*/ 20 w 84"/>
                  <a:gd name="T33" fmla="*/ 75 h 78"/>
                  <a:gd name="T34" fmla="*/ 20 w 84"/>
                  <a:gd name="T35" fmla="*/ 77 h 78"/>
                  <a:gd name="T36" fmla="*/ 23 w 84"/>
                  <a:gd name="T37" fmla="*/ 77 h 78"/>
                  <a:gd name="T38" fmla="*/ 27 w 84"/>
                  <a:gd name="T39" fmla="*/ 77 h 78"/>
                  <a:gd name="T40" fmla="*/ 30 w 84"/>
                  <a:gd name="T41" fmla="*/ 77 h 78"/>
                  <a:gd name="T42" fmla="*/ 35 w 84"/>
                  <a:gd name="T43" fmla="*/ 71 h 78"/>
                  <a:gd name="T44" fmla="*/ 35 w 84"/>
                  <a:gd name="T45" fmla="*/ 69 h 78"/>
                  <a:gd name="T46" fmla="*/ 39 w 84"/>
                  <a:gd name="T47" fmla="*/ 67 h 78"/>
                  <a:gd name="T48" fmla="*/ 40 w 84"/>
                  <a:gd name="T49" fmla="*/ 63 h 78"/>
                  <a:gd name="T50" fmla="*/ 42 w 84"/>
                  <a:gd name="T51" fmla="*/ 62 h 78"/>
                  <a:gd name="T52" fmla="*/ 49 w 84"/>
                  <a:gd name="T53" fmla="*/ 57 h 78"/>
                  <a:gd name="T54" fmla="*/ 51 w 84"/>
                  <a:gd name="T55" fmla="*/ 57 h 78"/>
                  <a:gd name="T56" fmla="*/ 52 w 84"/>
                  <a:gd name="T57" fmla="*/ 56 h 78"/>
                  <a:gd name="T58" fmla="*/ 55 w 84"/>
                  <a:gd name="T59" fmla="*/ 54 h 78"/>
                  <a:gd name="T60" fmla="*/ 65 w 84"/>
                  <a:gd name="T61" fmla="*/ 53 h 78"/>
                  <a:gd name="T62" fmla="*/ 70 w 84"/>
                  <a:gd name="T63" fmla="*/ 52 h 78"/>
                  <a:gd name="T64" fmla="*/ 78 w 84"/>
                  <a:gd name="T65" fmla="*/ 51 h 78"/>
                  <a:gd name="T66" fmla="*/ 82 w 84"/>
                  <a:gd name="T67" fmla="*/ 31 h 78"/>
                  <a:gd name="T68" fmla="*/ 77 w 84"/>
                  <a:gd name="T69" fmla="*/ 32 h 78"/>
                  <a:gd name="T70" fmla="*/ 77 w 84"/>
                  <a:gd name="T71" fmla="*/ 28 h 78"/>
                  <a:gd name="T72" fmla="*/ 70 w 84"/>
                  <a:gd name="T73" fmla="*/ 26 h 78"/>
                  <a:gd name="T74" fmla="*/ 66 w 84"/>
                  <a:gd name="T75" fmla="*/ 22 h 78"/>
                  <a:gd name="T76" fmla="*/ 63 w 84"/>
                  <a:gd name="T77" fmla="*/ 20 h 78"/>
                  <a:gd name="T78" fmla="*/ 56 w 84"/>
                  <a:gd name="T79" fmla="*/ 14 h 78"/>
                  <a:gd name="T80" fmla="*/ 39 w 84"/>
                  <a:gd name="T81" fmla="*/ 3 h 78"/>
                  <a:gd name="T82" fmla="*/ 35 w 84"/>
                  <a:gd name="T83" fmla="*/ 1 h 78"/>
                  <a:gd name="T84" fmla="*/ 27 w 84"/>
                  <a:gd name="T85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4" h="78">
                    <a:moveTo>
                      <a:pt x="27" y="1"/>
                    </a:moveTo>
                    <a:cubicBezTo>
                      <a:pt x="29" y="16"/>
                      <a:pt x="31" y="31"/>
                      <a:pt x="33" y="45"/>
                    </a:cubicBezTo>
                    <a:cubicBezTo>
                      <a:pt x="33" y="47"/>
                      <a:pt x="35" y="50"/>
                      <a:pt x="32" y="50"/>
                    </a:cubicBezTo>
                    <a:cubicBezTo>
                      <a:pt x="28" y="50"/>
                      <a:pt x="23" y="50"/>
                      <a:pt x="19" y="50"/>
                    </a:cubicBezTo>
                    <a:cubicBezTo>
                      <a:pt x="17" y="50"/>
                      <a:pt x="16" y="50"/>
                      <a:pt x="15" y="50"/>
                    </a:cubicBezTo>
                    <a:cubicBezTo>
                      <a:pt x="14" y="50"/>
                      <a:pt x="13" y="51"/>
                      <a:pt x="12" y="51"/>
                    </a:cubicBezTo>
                    <a:cubicBezTo>
                      <a:pt x="11" y="52"/>
                      <a:pt x="10" y="51"/>
                      <a:pt x="8" y="51"/>
                    </a:cubicBezTo>
                    <a:cubicBezTo>
                      <a:pt x="7" y="51"/>
                      <a:pt x="7" y="53"/>
                      <a:pt x="6" y="52"/>
                    </a:cubicBezTo>
                    <a:cubicBezTo>
                      <a:pt x="5" y="52"/>
                      <a:pt x="4" y="50"/>
                      <a:pt x="3" y="50"/>
                    </a:cubicBezTo>
                    <a:cubicBezTo>
                      <a:pt x="2" y="50"/>
                      <a:pt x="2" y="56"/>
                      <a:pt x="0" y="55"/>
                    </a:cubicBezTo>
                    <a:cubicBezTo>
                      <a:pt x="0" y="56"/>
                      <a:pt x="0" y="58"/>
                      <a:pt x="0" y="59"/>
                    </a:cubicBezTo>
                    <a:cubicBezTo>
                      <a:pt x="0" y="61"/>
                      <a:pt x="2" y="61"/>
                      <a:pt x="3" y="63"/>
                    </a:cubicBezTo>
                    <a:cubicBezTo>
                      <a:pt x="4" y="64"/>
                      <a:pt x="3" y="66"/>
                      <a:pt x="4" y="67"/>
                    </a:cubicBezTo>
                    <a:cubicBezTo>
                      <a:pt x="5" y="69"/>
                      <a:pt x="6" y="67"/>
                      <a:pt x="7" y="68"/>
                    </a:cubicBezTo>
                    <a:cubicBezTo>
                      <a:pt x="7" y="69"/>
                      <a:pt x="10" y="68"/>
                      <a:pt x="11" y="68"/>
                    </a:cubicBezTo>
                    <a:cubicBezTo>
                      <a:pt x="12" y="68"/>
                      <a:pt x="14" y="66"/>
                      <a:pt x="15" y="66"/>
                    </a:cubicBezTo>
                    <a:cubicBezTo>
                      <a:pt x="17" y="68"/>
                      <a:pt x="18" y="73"/>
                      <a:pt x="20" y="75"/>
                    </a:cubicBezTo>
                    <a:cubicBezTo>
                      <a:pt x="20" y="75"/>
                      <a:pt x="19" y="77"/>
                      <a:pt x="20" y="77"/>
                    </a:cubicBezTo>
                    <a:cubicBezTo>
                      <a:pt x="21" y="78"/>
                      <a:pt x="22" y="76"/>
                      <a:pt x="23" y="77"/>
                    </a:cubicBezTo>
                    <a:cubicBezTo>
                      <a:pt x="24" y="78"/>
                      <a:pt x="26" y="78"/>
                      <a:pt x="27" y="77"/>
                    </a:cubicBezTo>
                    <a:cubicBezTo>
                      <a:pt x="29" y="75"/>
                      <a:pt x="29" y="77"/>
                      <a:pt x="30" y="77"/>
                    </a:cubicBezTo>
                    <a:cubicBezTo>
                      <a:pt x="33" y="77"/>
                      <a:pt x="35" y="73"/>
                      <a:pt x="35" y="71"/>
                    </a:cubicBezTo>
                    <a:cubicBezTo>
                      <a:pt x="35" y="70"/>
                      <a:pt x="33" y="70"/>
                      <a:pt x="35" y="69"/>
                    </a:cubicBezTo>
                    <a:cubicBezTo>
                      <a:pt x="36" y="68"/>
                      <a:pt x="38" y="69"/>
                      <a:pt x="39" y="67"/>
                    </a:cubicBezTo>
                    <a:cubicBezTo>
                      <a:pt x="39" y="66"/>
                      <a:pt x="40" y="64"/>
                      <a:pt x="40" y="63"/>
                    </a:cubicBezTo>
                    <a:cubicBezTo>
                      <a:pt x="41" y="61"/>
                      <a:pt x="41" y="60"/>
                      <a:pt x="42" y="62"/>
                    </a:cubicBezTo>
                    <a:cubicBezTo>
                      <a:pt x="45" y="64"/>
                      <a:pt x="47" y="56"/>
                      <a:pt x="49" y="57"/>
                    </a:cubicBezTo>
                    <a:cubicBezTo>
                      <a:pt x="50" y="57"/>
                      <a:pt x="50" y="57"/>
                      <a:pt x="51" y="57"/>
                    </a:cubicBezTo>
                    <a:cubicBezTo>
                      <a:pt x="51" y="57"/>
                      <a:pt x="52" y="56"/>
                      <a:pt x="52" y="56"/>
                    </a:cubicBezTo>
                    <a:cubicBezTo>
                      <a:pt x="53" y="55"/>
                      <a:pt x="54" y="55"/>
                      <a:pt x="55" y="54"/>
                    </a:cubicBezTo>
                    <a:cubicBezTo>
                      <a:pt x="58" y="51"/>
                      <a:pt x="61" y="54"/>
                      <a:pt x="65" y="53"/>
                    </a:cubicBezTo>
                    <a:cubicBezTo>
                      <a:pt x="67" y="53"/>
                      <a:pt x="68" y="52"/>
                      <a:pt x="70" y="52"/>
                    </a:cubicBezTo>
                    <a:cubicBezTo>
                      <a:pt x="73" y="52"/>
                      <a:pt x="76" y="52"/>
                      <a:pt x="78" y="51"/>
                    </a:cubicBezTo>
                    <a:cubicBezTo>
                      <a:pt x="84" y="49"/>
                      <a:pt x="82" y="36"/>
                      <a:pt x="82" y="31"/>
                    </a:cubicBezTo>
                    <a:cubicBezTo>
                      <a:pt x="81" y="32"/>
                      <a:pt x="78" y="34"/>
                      <a:pt x="77" y="32"/>
                    </a:cubicBezTo>
                    <a:cubicBezTo>
                      <a:pt x="76" y="31"/>
                      <a:pt x="78" y="29"/>
                      <a:pt x="77" y="28"/>
                    </a:cubicBezTo>
                    <a:cubicBezTo>
                      <a:pt x="76" y="26"/>
                      <a:pt x="72" y="27"/>
                      <a:pt x="70" y="26"/>
                    </a:cubicBezTo>
                    <a:cubicBezTo>
                      <a:pt x="68" y="26"/>
                      <a:pt x="67" y="23"/>
                      <a:pt x="66" y="22"/>
                    </a:cubicBezTo>
                    <a:cubicBezTo>
                      <a:pt x="66" y="21"/>
                      <a:pt x="65" y="20"/>
                      <a:pt x="63" y="20"/>
                    </a:cubicBezTo>
                    <a:cubicBezTo>
                      <a:pt x="61" y="18"/>
                      <a:pt x="58" y="16"/>
                      <a:pt x="56" y="14"/>
                    </a:cubicBezTo>
                    <a:cubicBezTo>
                      <a:pt x="50" y="11"/>
                      <a:pt x="44" y="7"/>
                      <a:pt x="39" y="3"/>
                    </a:cubicBezTo>
                    <a:cubicBezTo>
                      <a:pt x="38" y="3"/>
                      <a:pt x="36" y="1"/>
                      <a:pt x="35" y="1"/>
                    </a:cubicBezTo>
                    <a:cubicBezTo>
                      <a:pt x="33" y="0"/>
                      <a:pt x="30" y="1"/>
                      <a:pt x="27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1" name="Freeform 770"/>
              <p:cNvSpPr>
                <a:spLocks/>
              </p:cNvSpPr>
              <p:nvPr/>
            </p:nvSpPr>
            <p:spPr bwMode="auto">
              <a:xfrm>
                <a:off x="12814845" y="7500821"/>
                <a:ext cx="515923" cy="503317"/>
              </a:xfrm>
              <a:custGeom>
                <a:avLst/>
                <a:gdLst>
                  <a:gd name="T0" fmla="*/ 45 w 55"/>
                  <a:gd name="T1" fmla="*/ 54 h 54"/>
                  <a:gd name="T2" fmla="*/ 48 w 55"/>
                  <a:gd name="T3" fmla="*/ 51 h 54"/>
                  <a:gd name="T4" fmla="*/ 51 w 55"/>
                  <a:gd name="T5" fmla="*/ 48 h 54"/>
                  <a:gd name="T6" fmla="*/ 54 w 55"/>
                  <a:gd name="T7" fmla="*/ 44 h 54"/>
                  <a:gd name="T8" fmla="*/ 55 w 55"/>
                  <a:gd name="T9" fmla="*/ 42 h 54"/>
                  <a:gd name="T10" fmla="*/ 50 w 55"/>
                  <a:gd name="T11" fmla="*/ 36 h 54"/>
                  <a:gd name="T12" fmla="*/ 45 w 55"/>
                  <a:gd name="T13" fmla="*/ 25 h 54"/>
                  <a:gd name="T14" fmla="*/ 40 w 55"/>
                  <a:gd name="T15" fmla="*/ 16 h 54"/>
                  <a:gd name="T16" fmla="*/ 38 w 55"/>
                  <a:gd name="T17" fmla="*/ 8 h 54"/>
                  <a:gd name="T18" fmla="*/ 47 w 55"/>
                  <a:gd name="T19" fmla="*/ 22 h 54"/>
                  <a:gd name="T20" fmla="*/ 49 w 55"/>
                  <a:gd name="T21" fmla="*/ 19 h 54"/>
                  <a:gd name="T22" fmla="*/ 48 w 55"/>
                  <a:gd name="T23" fmla="*/ 14 h 54"/>
                  <a:gd name="T24" fmla="*/ 47 w 55"/>
                  <a:gd name="T25" fmla="*/ 2 h 54"/>
                  <a:gd name="T26" fmla="*/ 38 w 55"/>
                  <a:gd name="T27" fmla="*/ 2 h 54"/>
                  <a:gd name="T28" fmla="*/ 25 w 55"/>
                  <a:gd name="T29" fmla="*/ 3 h 54"/>
                  <a:gd name="T30" fmla="*/ 16 w 55"/>
                  <a:gd name="T31" fmla="*/ 3 h 54"/>
                  <a:gd name="T32" fmla="*/ 4 w 55"/>
                  <a:gd name="T33" fmla="*/ 1 h 54"/>
                  <a:gd name="T34" fmla="*/ 3 w 55"/>
                  <a:gd name="T35" fmla="*/ 0 h 54"/>
                  <a:gd name="T36" fmla="*/ 1 w 55"/>
                  <a:gd name="T37" fmla="*/ 3 h 54"/>
                  <a:gd name="T38" fmla="*/ 2 w 55"/>
                  <a:gd name="T39" fmla="*/ 7 h 54"/>
                  <a:gd name="T40" fmla="*/ 1 w 55"/>
                  <a:gd name="T41" fmla="*/ 11 h 54"/>
                  <a:gd name="T42" fmla="*/ 2 w 55"/>
                  <a:gd name="T43" fmla="*/ 13 h 54"/>
                  <a:gd name="T44" fmla="*/ 2 w 55"/>
                  <a:gd name="T45" fmla="*/ 25 h 54"/>
                  <a:gd name="T46" fmla="*/ 2 w 55"/>
                  <a:gd name="T47" fmla="*/ 52 h 54"/>
                  <a:gd name="T48" fmla="*/ 34 w 55"/>
                  <a:gd name="T49" fmla="*/ 52 h 54"/>
                  <a:gd name="T50" fmla="*/ 40 w 55"/>
                  <a:gd name="T51" fmla="*/ 52 h 54"/>
                  <a:gd name="T52" fmla="*/ 45 w 55"/>
                  <a:gd name="T53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5" h="54">
                    <a:moveTo>
                      <a:pt x="45" y="54"/>
                    </a:moveTo>
                    <a:cubicBezTo>
                      <a:pt x="46" y="54"/>
                      <a:pt x="46" y="51"/>
                      <a:pt x="48" y="51"/>
                    </a:cubicBezTo>
                    <a:cubicBezTo>
                      <a:pt x="51" y="51"/>
                      <a:pt x="49" y="49"/>
                      <a:pt x="51" y="48"/>
                    </a:cubicBezTo>
                    <a:cubicBezTo>
                      <a:pt x="54" y="47"/>
                      <a:pt x="54" y="47"/>
                      <a:pt x="54" y="44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4" y="42"/>
                      <a:pt x="51" y="37"/>
                      <a:pt x="50" y="36"/>
                    </a:cubicBezTo>
                    <a:cubicBezTo>
                      <a:pt x="49" y="32"/>
                      <a:pt x="47" y="28"/>
                      <a:pt x="45" y="25"/>
                    </a:cubicBezTo>
                    <a:cubicBezTo>
                      <a:pt x="43" y="22"/>
                      <a:pt x="42" y="18"/>
                      <a:pt x="40" y="16"/>
                    </a:cubicBezTo>
                    <a:cubicBezTo>
                      <a:pt x="39" y="15"/>
                      <a:pt x="37" y="9"/>
                      <a:pt x="38" y="8"/>
                    </a:cubicBezTo>
                    <a:cubicBezTo>
                      <a:pt x="38" y="8"/>
                      <a:pt x="46" y="22"/>
                      <a:pt x="47" y="22"/>
                    </a:cubicBezTo>
                    <a:cubicBezTo>
                      <a:pt x="48" y="22"/>
                      <a:pt x="49" y="19"/>
                      <a:pt x="49" y="19"/>
                    </a:cubicBezTo>
                    <a:cubicBezTo>
                      <a:pt x="49" y="17"/>
                      <a:pt x="49" y="15"/>
                      <a:pt x="48" y="14"/>
                    </a:cubicBezTo>
                    <a:cubicBezTo>
                      <a:pt x="48" y="10"/>
                      <a:pt x="47" y="6"/>
                      <a:pt x="47" y="2"/>
                    </a:cubicBezTo>
                    <a:cubicBezTo>
                      <a:pt x="45" y="4"/>
                      <a:pt x="40" y="4"/>
                      <a:pt x="38" y="2"/>
                    </a:cubicBezTo>
                    <a:cubicBezTo>
                      <a:pt x="34" y="0"/>
                      <a:pt x="29" y="1"/>
                      <a:pt x="25" y="3"/>
                    </a:cubicBezTo>
                    <a:cubicBezTo>
                      <a:pt x="22" y="5"/>
                      <a:pt x="19" y="4"/>
                      <a:pt x="16" y="3"/>
                    </a:cubicBezTo>
                    <a:cubicBezTo>
                      <a:pt x="12" y="2"/>
                      <a:pt x="8" y="2"/>
                      <a:pt x="4" y="1"/>
                    </a:cubicBezTo>
                    <a:cubicBezTo>
                      <a:pt x="4" y="1"/>
                      <a:pt x="3" y="0"/>
                      <a:pt x="3" y="0"/>
                    </a:cubicBezTo>
                    <a:cubicBezTo>
                      <a:pt x="2" y="1"/>
                      <a:pt x="2" y="2"/>
                      <a:pt x="1" y="3"/>
                    </a:cubicBezTo>
                    <a:cubicBezTo>
                      <a:pt x="0" y="4"/>
                      <a:pt x="3" y="5"/>
                      <a:pt x="2" y="7"/>
                    </a:cubicBezTo>
                    <a:cubicBezTo>
                      <a:pt x="1" y="8"/>
                      <a:pt x="1" y="9"/>
                      <a:pt x="1" y="11"/>
                    </a:cubicBezTo>
                    <a:cubicBezTo>
                      <a:pt x="2" y="11"/>
                      <a:pt x="2" y="12"/>
                      <a:pt x="2" y="13"/>
                    </a:cubicBezTo>
                    <a:cubicBezTo>
                      <a:pt x="2" y="17"/>
                      <a:pt x="2" y="21"/>
                      <a:pt x="2" y="25"/>
                    </a:cubicBezTo>
                    <a:cubicBezTo>
                      <a:pt x="2" y="28"/>
                      <a:pt x="2" y="52"/>
                      <a:pt x="2" y="52"/>
                    </a:cubicBezTo>
                    <a:cubicBezTo>
                      <a:pt x="13" y="52"/>
                      <a:pt x="23" y="52"/>
                      <a:pt x="34" y="52"/>
                    </a:cubicBezTo>
                    <a:cubicBezTo>
                      <a:pt x="36" y="52"/>
                      <a:pt x="38" y="52"/>
                      <a:pt x="40" y="52"/>
                    </a:cubicBezTo>
                    <a:cubicBezTo>
                      <a:pt x="42" y="52"/>
                      <a:pt x="43" y="54"/>
                      <a:pt x="45" y="5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2" name="Freeform 771"/>
              <p:cNvSpPr>
                <a:spLocks/>
              </p:cNvSpPr>
              <p:nvPr/>
            </p:nvSpPr>
            <p:spPr bwMode="auto">
              <a:xfrm>
                <a:off x="12050511" y="7210939"/>
                <a:ext cx="187902" cy="363153"/>
              </a:xfrm>
              <a:custGeom>
                <a:avLst/>
                <a:gdLst>
                  <a:gd name="T0" fmla="*/ 14 w 20"/>
                  <a:gd name="T1" fmla="*/ 34 h 39"/>
                  <a:gd name="T2" fmla="*/ 17 w 20"/>
                  <a:gd name="T3" fmla="*/ 30 h 39"/>
                  <a:gd name="T4" fmla="*/ 20 w 20"/>
                  <a:gd name="T5" fmla="*/ 27 h 39"/>
                  <a:gd name="T6" fmla="*/ 20 w 20"/>
                  <a:gd name="T7" fmla="*/ 24 h 39"/>
                  <a:gd name="T8" fmla="*/ 19 w 20"/>
                  <a:gd name="T9" fmla="*/ 23 h 39"/>
                  <a:gd name="T10" fmla="*/ 17 w 20"/>
                  <a:gd name="T11" fmla="*/ 20 h 39"/>
                  <a:gd name="T12" fmla="*/ 14 w 20"/>
                  <a:gd name="T13" fmla="*/ 20 h 39"/>
                  <a:gd name="T14" fmla="*/ 16 w 20"/>
                  <a:gd name="T15" fmla="*/ 16 h 39"/>
                  <a:gd name="T16" fmla="*/ 17 w 20"/>
                  <a:gd name="T17" fmla="*/ 10 h 39"/>
                  <a:gd name="T18" fmla="*/ 15 w 20"/>
                  <a:gd name="T19" fmla="*/ 6 h 39"/>
                  <a:gd name="T20" fmla="*/ 18 w 20"/>
                  <a:gd name="T21" fmla="*/ 4 h 39"/>
                  <a:gd name="T22" fmla="*/ 18 w 20"/>
                  <a:gd name="T23" fmla="*/ 1 h 39"/>
                  <a:gd name="T24" fmla="*/ 15 w 20"/>
                  <a:gd name="T25" fmla="*/ 3 h 39"/>
                  <a:gd name="T26" fmla="*/ 14 w 20"/>
                  <a:gd name="T27" fmla="*/ 2 h 39"/>
                  <a:gd name="T28" fmla="*/ 11 w 20"/>
                  <a:gd name="T29" fmla="*/ 0 h 39"/>
                  <a:gd name="T30" fmla="*/ 5 w 20"/>
                  <a:gd name="T31" fmla="*/ 4 h 39"/>
                  <a:gd name="T32" fmla="*/ 2 w 20"/>
                  <a:gd name="T33" fmla="*/ 17 h 39"/>
                  <a:gd name="T34" fmla="*/ 1 w 20"/>
                  <a:gd name="T35" fmla="*/ 21 h 39"/>
                  <a:gd name="T36" fmla="*/ 4 w 20"/>
                  <a:gd name="T37" fmla="*/ 26 h 39"/>
                  <a:gd name="T38" fmla="*/ 8 w 20"/>
                  <a:gd name="T39" fmla="*/ 30 h 39"/>
                  <a:gd name="T40" fmla="*/ 10 w 20"/>
                  <a:gd name="T41" fmla="*/ 39 h 39"/>
                  <a:gd name="T42" fmla="*/ 14 w 20"/>
                  <a:gd name="T43" fmla="*/ 34 h 39"/>
                  <a:gd name="T44" fmla="*/ 14 w 20"/>
                  <a:gd name="T45" fmla="*/ 3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0" h="39">
                    <a:moveTo>
                      <a:pt x="14" y="34"/>
                    </a:moveTo>
                    <a:cubicBezTo>
                      <a:pt x="12" y="32"/>
                      <a:pt x="16" y="30"/>
                      <a:pt x="17" y="30"/>
                    </a:cubicBezTo>
                    <a:cubicBezTo>
                      <a:pt x="19" y="29"/>
                      <a:pt x="20" y="28"/>
                      <a:pt x="20" y="27"/>
                    </a:cubicBezTo>
                    <a:cubicBezTo>
                      <a:pt x="20" y="26"/>
                      <a:pt x="20" y="25"/>
                      <a:pt x="20" y="24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8" y="22"/>
                      <a:pt x="18" y="21"/>
                      <a:pt x="17" y="20"/>
                    </a:cubicBezTo>
                    <a:cubicBezTo>
                      <a:pt x="16" y="20"/>
                      <a:pt x="15" y="21"/>
                      <a:pt x="14" y="20"/>
                    </a:cubicBezTo>
                    <a:cubicBezTo>
                      <a:pt x="11" y="18"/>
                      <a:pt x="14" y="17"/>
                      <a:pt x="16" y="16"/>
                    </a:cubicBezTo>
                    <a:cubicBezTo>
                      <a:pt x="18" y="15"/>
                      <a:pt x="19" y="12"/>
                      <a:pt x="17" y="10"/>
                    </a:cubicBezTo>
                    <a:cubicBezTo>
                      <a:pt x="17" y="9"/>
                      <a:pt x="14" y="7"/>
                      <a:pt x="15" y="6"/>
                    </a:cubicBezTo>
                    <a:cubicBezTo>
                      <a:pt x="16" y="5"/>
                      <a:pt x="17" y="5"/>
                      <a:pt x="18" y="4"/>
                    </a:cubicBezTo>
                    <a:cubicBezTo>
                      <a:pt x="18" y="4"/>
                      <a:pt x="18" y="1"/>
                      <a:pt x="18" y="1"/>
                    </a:cubicBezTo>
                    <a:cubicBezTo>
                      <a:pt x="17" y="1"/>
                      <a:pt x="16" y="4"/>
                      <a:pt x="15" y="3"/>
                    </a:cubicBezTo>
                    <a:cubicBezTo>
                      <a:pt x="15" y="3"/>
                      <a:pt x="14" y="2"/>
                      <a:pt x="14" y="2"/>
                    </a:cubicBezTo>
                    <a:cubicBezTo>
                      <a:pt x="13" y="1"/>
                      <a:pt x="12" y="0"/>
                      <a:pt x="11" y="0"/>
                    </a:cubicBezTo>
                    <a:cubicBezTo>
                      <a:pt x="9" y="1"/>
                      <a:pt x="6" y="2"/>
                      <a:pt x="5" y="4"/>
                    </a:cubicBezTo>
                    <a:cubicBezTo>
                      <a:pt x="3" y="8"/>
                      <a:pt x="5" y="14"/>
                      <a:pt x="2" y="17"/>
                    </a:cubicBezTo>
                    <a:cubicBezTo>
                      <a:pt x="0" y="19"/>
                      <a:pt x="0" y="19"/>
                      <a:pt x="1" y="21"/>
                    </a:cubicBezTo>
                    <a:cubicBezTo>
                      <a:pt x="1" y="23"/>
                      <a:pt x="4" y="24"/>
                      <a:pt x="4" y="26"/>
                    </a:cubicBezTo>
                    <a:cubicBezTo>
                      <a:pt x="5" y="28"/>
                      <a:pt x="8" y="29"/>
                      <a:pt x="8" y="30"/>
                    </a:cubicBezTo>
                    <a:cubicBezTo>
                      <a:pt x="9" y="33"/>
                      <a:pt x="10" y="37"/>
                      <a:pt x="10" y="39"/>
                    </a:cubicBezTo>
                    <a:cubicBezTo>
                      <a:pt x="12" y="39"/>
                      <a:pt x="16" y="37"/>
                      <a:pt x="14" y="34"/>
                    </a:cubicBezTo>
                    <a:cubicBezTo>
                      <a:pt x="13" y="33"/>
                      <a:pt x="15" y="35"/>
                      <a:pt x="14" y="3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3" name="Freeform 772"/>
              <p:cNvSpPr>
                <a:spLocks/>
              </p:cNvSpPr>
              <p:nvPr/>
            </p:nvSpPr>
            <p:spPr bwMode="auto">
              <a:xfrm>
                <a:off x="12133317" y="7424369"/>
                <a:ext cx="710194" cy="684895"/>
              </a:xfrm>
              <a:custGeom>
                <a:avLst/>
                <a:gdLst>
                  <a:gd name="T0" fmla="*/ 21 w 76"/>
                  <a:gd name="T1" fmla="*/ 55 h 73"/>
                  <a:gd name="T2" fmla="*/ 25 w 76"/>
                  <a:gd name="T3" fmla="*/ 57 h 73"/>
                  <a:gd name="T4" fmla="*/ 28 w 76"/>
                  <a:gd name="T5" fmla="*/ 55 h 73"/>
                  <a:gd name="T6" fmla="*/ 33 w 76"/>
                  <a:gd name="T7" fmla="*/ 53 h 73"/>
                  <a:gd name="T8" fmla="*/ 44 w 76"/>
                  <a:gd name="T9" fmla="*/ 59 h 73"/>
                  <a:gd name="T10" fmla="*/ 70 w 76"/>
                  <a:gd name="T11" fmla="*/ 73 h 73"/>
                  <a:gd name="T12" fmla="*/ 71 w 76"/>
                  <a:gd name="T13" fmla="*/ 71 h 73"/>
                  <a:gd name="T14" fmla="*/ 75 w 76"/>
                  <a:gd name="T15" fmla="*/ 71 h 73"/>
                  <a:gd name="T16" fmla="*/ 75 w 76"/>
                  <a:gd name="T17" fmla="*/ 66 h 73"/>
                  <a:gd name="T18" fmla="*/ 75 w 76"/>
                  <a:gd name="T19" fmla="*/ 44 h 73"/>
                  <a:gd name="T20" fmla="*/ 75 w 76"/>
                  <a:gd name="T21" fmla="*/ 24 h 73"/>
                  <a:gd name="T22" fmla="*/ 75 w 76"/>
                  <a:gd name="T23" fmla="*/ 20 h 73"/>
                  <a:gd name="T24" fmla="*/ 74 w 76"/>
                  <a:gd name="T25" fmla="*/ 17 h 73"/>
                  <a:gd name="T26" fmla="*/ 76 w 76"/>
                  <a:gd name="T27" fmla="*/ 14 h 73"/>
                  <a:gd name="T28" fmla="*/ 74 w 76"/>
                  <a:gd name="T29" fmla="*/ 11 h 73"/>
                  <a:gd name="T30" fmla="*/ 76 w 76"/>
                  <a:gd name="T31" fmla="*/ 8 h 73"/>
                  <a:gd name="T32" fmla="*/ 67 w 76"/>
                  <a:gd name="T33" fmla="*/ 5 h 73"/>
                  <a:gd name="T34" fmla="*/ 61 w 76"/>
                  <a:gd name="T35" fmla="*/ 2 h 73"/>
                  <a:gd name="T36" fmla="*/ 51 w 76"/>
                  <a:gd name="T37" fmla="*/ 6 h 73"/>
                  <a:gd name="T38" fmla="*/ 51 w 76"/>
                  <a:gd name="T39" fmla="*/ 9 h 73"/>
                  <a:gd name="T40" fmla="*/ 50 w 76"/>
                  <a:gd name="T41" fmla="*/ 14 h 73"/>
                  <a:gd name="T42" fmla="*/ 41 w 76"/>
                  <a:gd name="T43" fmla="*/ 13 h 73"/>
                  <a:gd name="T44" fmla="*/ 36 w 76"/>
                  <a:gd name="T45" fmla="*/ 12 h 73"/>
                  <a:gd name="T46" fmla="*/ 31 w 76"/>
                  <a:gd name="T47" fmla="*/ 10 h 73"/>
                  <a:gd name="T48" fmla="*/ 29 w 76"/>
                  <a:gd name="T49" fmla="*/ 6 h 73"/>
                  <a:gd name="T50" fmla="*/ 23 w 76"/>
                  <a:gd name="T51" fmla="*/ 3 h 73"/>
                  <a:gd name="T52" fmla="*/ 17 w 76"/>
                  <a:gd name="T53" fmla="*/ 2 h 73"/>
                  <a:gd name="T54" fmla="*/ 11 w 76"/>
                  <a:gd name="T55" fmla="*/ 0 h 73"/>
                  <a:gd name="T56" fmla="*/ 11 w 76"/>
                  <a:gd name="T57" fmla="*/ 4 h 73"/>
                  <a:gd name="T58" fmla="*/ 9 w 76"/>
                  <a:gd name="T59" fmla="*/ 6 h 73"/>
                  <a:gd name="T60" fmla="*/ 5 w 76"/>
                  <a:gd name="T61" fmla="*/ 8 h 73"/>
                  <a:gd name="T62" fmla="*/ 5 w 76"/>
                  <a:gd name="T63" fmla="*/ 14 h 73"/>
                  <a:gd name="T64" fmla="*/ 1 w 76"/>
                  <a:gd name="T65" fmla="*/ 17 h 73"/>
                  <a:gd name="T66" fmla="*/ 3 w 76"/>
                  <a:gd name="T67" fmla="*/ 21 h 73"/>
                  <a:gd name="T68" fmla="*/ 3 w 76"/>
                  <a:gd name="T69" fmla="*/ 26 h 73"/>
                  <a:gd name="T70" fmla="*/ 3 w 76"/>
                  <a:gd name="T71" fmla="*/ 31 h 73"/>
                  <a:gd name="T72" fmla="*/ 3 w 76"/>
                  <a:gd name="T73" fmla="*/ 34 h 73"/>
                  <a:gd name="T74" fmla="*/ 3 w 76"/>
                  <a:gd name="T75" fmla="*/ 37 h 73"/>
                  <a:gd name="T76" fmla="*/ 1 w 76"/>
                  <a:gd name="T77" fmla="*/ 40 h 73"/>
                  <a:gd name="T78" fmla="*/ 4 w 76"/>
                  <a:gd name="T79" fmla="*/ 46 h 73"/>
                  <a:gd name="T80" fmla="*/ 7 w 76"/>
                  <a:gd name="T81" fmla="*/ 48 h 73"/>
                  <a:gd name="T82" fmla="*/ 11 w 76"/>
                  <a:gd name="T83" fmla="*/ 49 h 73"/>
                  <a:gd name="T84" fmla="*/ 14 w 76"/>
                  <a:gd name="T85" fmla="*/ 53 h 73"/>
                  <a:gd name="T86" fmla="*/ 21 w 76"/>
                  <a:gd name="T87" fmla="*/ 55 h 73"/>
                  <a:gd name="T88" fmla="*/ 21 w 76"/>
                  <a:gd name="T89" fmla="*/ 5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6" h="73">
                    <a:moveTo>
                      <a:pt x="21" y="55"/>
                    </a:moveTo>
                    <a:cubicBezTo>
                      <a:pt x="21" y="56"/>
                      <a:pt x="24" y="58"/>
                      <a:pt x="25" y="57"/>
                    </a:cubicBezTo>
                    <a:cubicBezTo>
                      <a:pt x="26" y="56"/>
                      <a:pt x="27" y="56"/>
                      <a:pt x="28" y="55"/>
                    </a:cubicBezTo>
                    <a:cubicBezTo>
                      <a:pt x="29" y="55"/>
                      <a:pt x="32" y="53"/>
                      <a:pt x="33" y="53"/>
                    </a:cubicBezTo>
                    <a:cubicBezTo>
                      <a:pt x="37" y="55"/>
                      <a:pt x="40" y="57"/>
                      <a:pt x="44" y="59"/>
                    </a:cubicBezTo>
                    <a:cubicBezTo>
                      <a:pt x="53" y="64"/>
                      <a:pt x="61" y="69"/>
                      <a:pt x="70" y="73"/>
                    </a:cubicBezTo>
                    <a:cubicBezTo>
                      <a:pt x="70" y="71"/>
                      <a:pt x="69" y="71"/>
                      <a:pt x="71" y="71"/>
                    </a:cubicBezTo>
                    <a:cubicBezTo>
                      <a:pt x="71" y="71"/>
                      <a:pt x="75" y="71"/>
                      <a:pt x="75" y="71"/>
                    </a:cubicBezTo>
                    <a:cubicBezTo>
                      <a:pt x="75" y="69"/>
                      <a:pt x="75" y="68"/>
                      <a:pt x="75" y="66"/>
                    </a:cubicBezTo>
                    <a:cubicBezTo>
                      <a:pt x="75" y="59"/>
                      <a:pt x="75" y="52"/>
                      <a:pt x="75" y="44"/>
                    </a:cubicBezTo>
                    <a:cubicBezTo>
                      <a:pt x="75" y="37"/>
                      <a:pt x="75" y="30"/>
                      <a:pt x="75" y="24"/>
                    </a:cubicBezTo>
                    <a:cubicBezTo>
                      <a:pt x="75" y="22"/>
                      <a:pt x="75" y="21"/>
                      <a:pt x="75" y="20"/>
                    </a:cubicBezTo>
                    <a:cubicBezTo>
                      <a:pt x="74" y="19"/>
                      <a:pt x="74" y="18"/>
                      <a:pt x="74" y="17"/>
                    </a:cubicBezTo>
                    <a:cubicBezTo>
                      <a:pt x="74" y="16"/>
                      <a:pt x="76" y="15"/>
                      <a:pt x="76" y="14"/>
                    </a:cubicBezTo>
                    <a:cubicBezTo>
                      <a:pt x="76" y="13"/>
                      <a:pt x="74" y="12"/>
                      <a:pt x="74" y="11"/>
                    </a:cubicBezTo>
                    <a:cubicBezTo>
                      <a:pt x="74" y="10"/>
                      <a:pt x="75" y="9"/>
                      <a:pt x="76" y="8"/>
                    </a:cubicBezTo>
                    <a:cubicBezTo>
                      <a:pt x="73" y="6"/>
                      <a:pt x="70" y="7"/>
                      <a:pt x="67" y="5"/>
                    </a:cubicBezTo>
                    <a:cubicBezTo>
                      <a:pt x="65" y="4"/>
                      <a:pt x="64" y="2"/>
                      <a:pt x="61" y="2"/>
                    </a:cubicBezTo>
                    <a:cubicBezTo>
                      <a:pt x="57" y="2"/>
                      <a:pt x="53" y="3"/>
                      <a:pt x="51" y="6"/>
                    </a:cubicBezTo>
                    <a:cubicBezTo>
                      <a:pt x="50" y="7"/>
                      <a:pt x="50" y="8"/>
                      <a:pt x="51" y="9"/>
                    </a:cubicBezTo>
                    <a:cubicBezTo>
                      <a:pt x="52" y="11"/>
                      <a:pt x="51" y="12"/>
                      <a:pt x="50" y="14"/>
                    </a:cubicBezTo>
                    <a:cubicBezTo>
                      <a:pt x="48" y="17"/>
                      <a:pt x="44" y="15"/>
                      <a:pt x="41" y="13"/>
                    </a:cubicBezTo>
                    <a:cubicBezTo>
                      <a:pt x="39" y="13"/>
                      <a:pt x="38" y="12"/>
                      <a:pt x="36" y="12"/>
                    </a:cubicBezTo>
                    <a:cubicBezTo>
                      <a:pt x="34" y="11"/>
                      <a:pt x="32" y="12"/>
                      <a:pt x="31" y="10"/>
                    </a:cubicBezTo>
                    <a:cubicBezTo>
                      <a:pt x="30" y="9"/>
                      <a:pt x="30" y="7"/>
                      <a:pt x="29" y="6"/>
                    </a:cubicBezTo>
                    <a:cubicBezTo>
                      <a:pt x="28" y="4"/>
                      <a:pt x="25" y="4"/>
                      <a:pt x="23" y="3"/>
                    </a:cubicBezTo>
                    <a:cubicBezTo>
                      <a:pt x="21" y="2"/>
                      <a:pt x="19" y="2"/>
                      <a:pt x="17" y="2"/>
                    </a:cubicBezTo>
                    <a:cubicBezTo>
                      <a:pt x="15" y="2"/>
                      <a:pt x="14" y="1"/>
                      <a:pt x="11" y="0"/>
                    </a:cubicBezTo>
                    <a:cubicBezTo>
                      <a:pt x="11" y="1"/>
                      <a:pt x="11" y="2"/>
                      <a:pt x="11" y="4"/>
                    </a:cubicBezTo>
                    <a:cubicBezTo>
                      <a:pt x="11" y="5"/>
                      <a:pt x="11" y="4"/>
                      <a:pt x="9" y="6"/>
                    </a:cubicBezTo>
                    <a:cubicBezTo>
                      <a:pt x="8" y="7"/>
                      <a:pt x="7" y="7"/>
                      <a:pt x="5" y="8"/>
                    </a:cubicBezTo>
                    <a:cubicBezTo>
                      <a:pt x="3" y="10"/>
                      <a:pt x="6" y="12"/>
                      <a:pt x="5" y="14"/>
                    </a:cubicBezTo>
                    <a:cubicBezTo>
                      <a:pt x="4" y="16"/>
                      <a:pt x="1" y="16"/>
                      <a:pt x="1" y="17"/>
                    </a:cubicBezTo>
                    <a:cubicBezTo>
                      <a:pt x="1" y="19"/>
                      <a:pt x="2" y="20"/>
                      <a:pt x="3" y="21"/>
                    </a:cubicBezTo>
                    <a:cubicBezTo>
                      <a:pt x="3" y="23"/>
                      <a:pt x="3" y="25"/>
                      <a:pt x="3" y="26"/>
                    </a:cubicBezTo>
                    <a:cubicBezTo>
                      <a:pt x="3" y="28"/>
                      <a:pt x="4" y="29"/>
                      <a:pt x="3" y="31"/>
                    </a:cubicBezTo>
                    <a:cubicBezTo>
                      <a:pt x="3" y="32"/>
                      <a:pt x="3" y="33"/>
                      <a:pt x="3" y="34"/>
                    </a:cubicBezTo>
                    <a:cubicBezTo>
                      <a:pt x="3" y="35"/>
                      <a:pt x="4" y="36"/>
                      <a:pt x="3" y="37"/>
                    </a:cubicBezTo>
                    <a:cubicBezTo>
                      <a:pt x="3" y="38"/>
                      <a:pt x="0" y="38"/>
                      <a:pt x="1" y="40"/>
                    </a:cubicBezTo>
                    <a:cubicBezTo>
                      <a:pt x="3" y="42"/>
                      <a:pt x="4" y="43"/>
                      <a:pt x="4" y="46"/>
                    </a:cubicBezTo>
                    <a:cubicBezTo>
                      <a:pt x="4" y="48"/>
                      <a:pt x="6" y="47"/>
                      <a:pt x="7" y="48"/>
                    </a:cubicBezTo>
                    <a:cubicBezTo>
                      <a:pt x="9" y="48"/>
                      <a:pt x="10" y="48"/>
                      <a:pt x="11" y="49"/>
                    </a:cubicBezTo>
                    <a:cubicBezTo>
                      <a:pt x="12" y="50"/>
                      <a:pt x="13" y="52"/>
                      <a:pt x="14" y="53"/>
                    </a:cubicBezTo>
                    <a:cubicBezTo>
                      <a:pt x="16" y="54"/>
                      <a:pt x="19" y="53"/>
                      <a:pt x="21" y="55"/>
                    </a:cubicBezTo>
                    <a:cubicBezTo>
                      <a:pt x="22" y="56"/>
                      <a:pt x="20" y="54"/>
                      <a:pt x="21" y="5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4" name="Freeform 773"/>
              <p:cNvSpPr>
                <a:spLocks/>
              </p:cNvSpPr>
              <p:nvPr/>
            </p:nvSpPr>
            <p:spPr bwMode="auto">
              <a:xfrm>
                <a:off x="10910384" y="7714256"/>
                <a:ext cx="391721" cy="318556"/>
              </a:xfrm>
              <a:custGeom>
                <a:avLst/>
                <a:gdLst>
                  <a:gd name="T0" fmla="*/ 19 w 42"/>
                  <a:gd name="T1" fmla="*/ 34 h 34"/>
                  <a:gd name="T2" fmla="*/ 20 w 42"/>
                  <a:gd name="T3" fmla="*/ 25 h 34"/>
                  <a:gd name="T4" fmla="*/ 24 w 42"/>
                  <a:gd name="T5" fmla="*/ 22 h 34"/>
                  <a:gd name="T6" fmla="*/ 25 w 42"/>
                  <a:gd name="T7" fmla="*/ 20 h 34"/>
                  <a:gd name="T8" fmla="*/ 25 w 42"/>
                  <a:gd name="T9" fmla="*/ 9 h 34"/>
                  <a:gd name="T10" fmla="*/ 32 w 42"/>
                  <a:gd name="T11" fmla="*/ 9 h 34"/>
                  <a:gd name="T12" fmla="*/ 41 w 42"/>
                  <a:gd name="T13" fmla="*/ 9 h 34"/>
                  <a:gd name="T14" fmla="*/ 42 w 42"/>
                  <a:gd name="T15" fmla="*/ 2 h 34"/>
                  <a:gd name="T16" fmla="*/ 40 w 42"/>
                  <a:gd name="T17" fmla="*/ 0 h 34"/>
                  <a:gd name="T18" fmla="*/ 20 w 42"/>
                  <a:gd name="T19" fmla="*/ 0 h 34"/>
                  <a:gd name="T20" fmla="*/ 15 w 42"/>
                  <a:gd name="T21" fmla="*/ 6 h 34"/>
                  <a:gd name="T22" fmla="*/ 10 w 42"/>
                  <a:gd name="T23" fmla="*/ 17 h 34"/>
                  <a:gd name="T24" fmla="*/ 8 w 42"/>
                  <a:gd name="T25" fmla="*/ 18 h 34"/>
                  <a:gd name="T26" fmla="*/ 4 w 42"/>
                  <a:gd name="T27" fmla="*/ 25 h 34"/>
                  <a:gd name="T28" fmla="*/ 0 w 42"/>
                  <a:gd name="T29" fmla="*/ 34 h 34"/>
                  <a:gd name="T30" fmla="*/ 19 w 42"/>
                  <a:gd name="T3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" h="34">
                    <a:moveTo>
                      <a:pt x="19" y="34"/>
                    </a:moveTo>
                    <a:cubicBezTo>
                      <a:pt x="19" y="31"/>
                      <a:pt x="18" y="26"/>
                      <a:pt x="20" y="25"/>
                    </a:cubicBezTo>
                    <a:cubicBezTo>
                      <a:pt x="21" y="24"/>
                      <a:pt x="23" y="23"/>
                      <a:pt x="24" y="22"/>
                    </a:cubicBezTo>
                    <a:cubicBezTo>
                      <a:pt x="25" y="22"/>
                      <a:pt x="25" y="20"/>
                      <a:pt x="25" y="20"/>
                    </a:cubicBezTo>
                    <a:cubicBezTo>
                      <a:pt x="25" y="16"/>
                      <a:pt x="25" y="13"/>
                      <a:pt x="25" y="9"/>
                    </a:cubicBezTo>
                    <a:cubicBezTo>
                      <a:pt x="25" y="9"/>
                      <a:pt x="31" y="9"/>
                      <a:pt x="32" y="9"/>
                    </a:cubicBezTo>
                    <a:cubicBezTo>
                      <a:pt x="35" y="9"/>
                      <a:pt x="38" y="9"/>
                      <a:pt x="41" y="9"/>
                    </a:cubicBezTo>
                    <a:cubicBezTo>
                      <a:pt x="42" y="9"/>
                      <a:pt x="42" y="3"/>
                      <a:pt x="42" y="2"/>
                    </a:cubicBezTo>
                    <a:cubicBezTo>
                      <a:pt x="42" y="0"/>
                      <a:pt x="42" y="0"/>
                      <a:pt x="40" y="0"/>
                    </a:cubicBezTo>
                    <a:cubicBezTo>
                      <a:pt x="33" y="0"/>
                      <a:pt x="27" y="0"/>
                      <a:pt x="20" y="0"/>
                    </a:cubicBezTo>
                    <a:cubicBezTo>
                      <a:pt x="18" y="2"/>
                      <a:pt x="17" y="4"/>
                      <a:pt x="15" y="6"/>
                    </a:cubicBezTo>
                    <a:cubicBezTo>
                      <a:pt x="11" y="9"/>
                      <a:pt x="11" y="12"/>
                      <a:pt x="10" y="17"/>
                    </a:cubicBezTo>
                    <a:cubicBezTo>
                      <a:pt x="10" y="17"/>
                      <a:pt x="9" y="18"/>
                      <a:pt x="8" y="18"/>
                    </a:cubicBezTo>
                    <a:cubicBezTo>
                      <a:pt x="6" y="20"/>
                      <a:pt x="5" y="22"/>
                      <a:pt x="4" y="25"/>
                    </a:cubicBezTo>
                    <a:cubicBezTo>
                      <a:pt x="2" y="28"/>
                      <a:pt x="0" y="30"/>
                      <a:pt x="0" y="34"/>
                    </a:cubicBezTo>
                    <a:cubicBezTo>
                      <a:pt x="6" y="34"/>
                      <a:pt x="13" y="34"/>
                      <a:pt x="19" y="3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5" name="Freeform 774"/>
              <p:cNvSpPr>
                <a:spLocks/>
              </p:cNvSpPr>
              <p:nvPr/>
            </p:nvSpPr>
            <p:spPr bwMode="auto">
              <a:xfrm>
                <a:off x="11098281" y="7265092"/>
                <a:ext cx="560509" cy="449163"/>
              </a:xfrm>
              <a:custGeom>
                <a:avLst/>
                <a:gdLst>
                  <a:gd name="T0" fmla="*/ 22 w 60"/>
                  <a:gd name="T1" fmla="*/ 48 h 48"/>
                  <a:gd name="T2" fmla="*/ 23 w 60"/>
                  <a:gd name="T3" fmla="*/ 41 h 48"/>
                  <a:gd name="T4" fmla="*/ 29 w 60"/>
                  <a:gd name="T5" fmla="*/ 37 h 48"/>
                  <a:gd name="T6" fmla="*/ 33 w 60"/>
                  <a:gd name="T7" fmla="*/ 37 h 48"/>
                  <a:gd name="T8" fmla="*/ 38 w 60"/>
                  <a:gd name="T9" fmla="*/ 35 h 48"/>
                  <a:gd name="T10" fmla="*/ 40 w 60"/>
                  <a:gd name="T11" fmla="*/ 32 h 48"/>
                  <a:gd name="T12" fmla="*/ 45 w 60"/>
                  <a:gd name="T13" fmla="*/ 31 h 48"/>
                  <a:gd name="T14" fmla="*/ 46 w 60"/>
                  <a:gd name="T15" fmla="*/ 28 h 48"/>
                  <a:gd name="T16" fmla="*/ 50 w 60"/>
                  <a:gd name="T17" fmla="*/ 25 h 48"/>
                  <a:gd name="T18" fmla="*/ 53 w 60"/>
                  <a:gd name="T19" fmla="*/ 23 h 48"/>
                  <a:gd name="T20" fmla="*/ 58 w 60"/>
                  <a:gd name="T21" fmla="*/ 24 h 48"/>
                  <a:gd name="T22" fmla="*/ 56 w 60"/>
                  <a:gd name="T23" fmla="*/ 16 h 48"/>
                  <a:gd name="T24" fmla="*/ 56 w 60"/>
                  <a:gd name="T25" fmla="*/ 10 h 48"/>
                  <a:gd name="T26" fmla="*/ 55 w 60"/>
                  <a:gd name="T27" fmla="*/ 7 h 48"/>
                  <a:gd name="T28" fmla="*/ 51 w 60"/>
                  <a:gd name="T29" fmla="*/ 6 h 48"/>
                  <a:gd name="T30" fmla="*/ 47 w 60"/>
                  <a:gd name="T31" fmla="*/ 6 h 48"/>
                  <a:gd name="T32" fmla="*/ 42 w 60"/>
                  <a:gd name="T33" fmla="*/ 6 h 48"/>
                  <a:gd name="T34" fmla="*/ 35 w 60"/>
                  <a:gd name="T35" fmla="*/ 4 h 48"/>
                  <a:gd name="T36" fmla="*/ 30 w 60"/>
                  <a:gd name="T37" fmla="*/ 13 h 48"/>
                  <a:gd name="T38" fmla="*/ 20 w 60"/>
                  <a:gd name="T39" fmla="*/ 19 h 48"/>
                  <a:gd name="T40" fmla="*/ 16 w 60"/>
                  <a:gd name="T41" fmla="*/ 27 h 48"/>
                  <a:gd name="T42" fmla="*/ 16 w 60"/>
                  <a:gd name="T43" fmla="*/ 35 h 48"/>
                  <a:gd name="T44" fmla="*/ 14 w 60"/>
                  <a:gd name="T45" fmla="*/ 39 h 48"/>
                  <a:gd name="T46" fmla="*/ 9 w 60"/>
                  <a:gd name="T47" fmla="*/ 42 h 48"/>
                  <a:gd name="T48" fmla="*/ 5 w 60"/>
                  <a:gd name="T49" fmla="*/ 45 h 48"/>
                  <a:gd name="T50" fmla="*/ 0 w 60"/>
                  <a:gd name="T51" fmla="*/ 48 h 48"/>
                  <a:gd name="T52" fmla="*/ 22 w 60"/>
                  <a:gd name="T5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0" h="48">
                    <a:moveTo>
                      <a:pt x="22" y="48"/>
                    </a:moveTo>
                    <a:cubicBezTo>
                      <a:pt x="22" y="45"/>
                      <a:pt x="21" y="43"/>
                      <a:pt x="23" y="41"/>
                    </a:cubicBezTo>
                    <a:cubicBezTo>
                      <a:pt x="25" y="40"/>
                      <a:pt x="28" y="39"/>
                      <a:pt x="29" y="37"/>
                    </a:cubicBezTo>
                    <a:cubicBezTo>
                      <a:pt x="30" y="37"/>
                      <a:pt x="32" y="37"/>
                      <a:pt x="33" y="37"/>
                    </a:cubicBezTo>
                    <a:cubicBezTo>
                      <a:pt x="34" y="36"/>
                      <a:pt x="36" y="36"/>
                      <a:pt x="38" y="35"/>
                    </a:cubicBezTo>
                    <a:cubicBezTo>
                      <a:pt x="39" y="34"/>
                      <a:pt x="39" y="33"/>
                      <a:pt x="40" y="32"/>
                    </a:cubicBezTo>
                    <a:cubicBezTo>
                      <a:pt x="41" y="31"/>
                      <a:pt x="44" y="32"/>
                      <a:pt x="45" y="31"/>
                    </a:cubicBezTo>
                    <a:cubicBezTo>
                      <a:pt x="46" y="30"/>
                      <a:pt x="46" y="29"/>
                      <a:pt x="46" y="28"/>
                    </a:cubicBezTo>
                    <a:cubicBezTo>
                      <a:pt x="46" y="26"/>
                      <a:pt x="49" y="26"/>
                      <a:pt x="50" y="25"/>
                    </a:cubicBezTo>
                    <a:cubicBezTo>
                      <a:pt x="51" y="24"/>
                      <a:pt x="51" y="23"/>
                      <a:pt x="53" y="23"/>
                    </a:cubicBezTo>
                    <a:cubicBezTo>
                      <a:pt x="54" y="23"/>
                      <a:pt x="57" y="24"/>
                      <a:pt x="58" y="24"/>
                    </a:cubicBezTo>
                    <a:cubicBezTo>
                      <a:pt x="60" y="23"/>
                      <a:pt x="56" y="17"/>
                      <a:pt x="56" y="16"/>
                    </a:cubicBezTo>
                    <a:cubicBezTo>
                      <a:pt x="56" y="14"/>
                      <a:pt x="56" y="12"/>
                      <a:pt x="56" y="10"/>
                    </a:cubicBezTo>
                    <a:cubicBezTo>
                      <a:pt x="55" y="9"/>
                      <a:pt x="55" y="8"/>
                      <a:pt x="55" y="7"/>
                    </a:cubicBezTo>
                    <a:cubicBezTo>
                      <a:pt x="53" y="7"/>
                      <a:pt x="52" y="6"/>
                      <a:pt x="51" y="6"/>
                    </a:cubicBezTo>
                    <a:cubicBezTo>
                      <a:pt x="50" y="5"/>
                      <a:pt x="48" y="6"/>
                      <a:pt x="47" y="6"/>
                    </a:cubicBezTo>
                    <a:cubicBezTo>
                      <a:pt x="46" y="5"/>
                      <a:pt x="44" y="6"/>
                      <a:pt x="42" y="6"/>
                    </a:cubicBezTo>
                    <a:cubicBezTo>
                      <a:pt x="40" y="6"/>
                      <a:pt x="36" y="0"/>
                      <a:pt x="35" y="4"/>
                    </a:cubicBezTo>
                    <a:cubicBezTo>
                      <a:pt x="34" y="7"/>
                      <a:pt x="33" y="10"/>
                      <a:pt x="30" y="13"/>
                    </a:cubicBezTo>
                    <a:cubicBezTo>
                      <a:pt x="27" y="16"/>
                      <a:pt x="23" y="16"/>
                      <a:pt x="20" y="19"/>
                    </a:cubicBezTo>
                    <a:cubicBezTo>
                      <a:pt x="18" y="21"/>
                      <a:pt x="17" y="24"/>
                      <a:pt x="16" y="27"/>
                    </a:cubicBezTo>
                    <a:cubicBezTo>
                      <a:pt x="16" y="29"/>
                      <a:pt x="17" y="32"/>
                      <a:pt x="16" y="35"/>
                    </a:cubicBezTo>
                    <a:cubicBezTo>
                      <a:pt x="15" y="36"/>
                      <a:pt x="14" y="38"/>
                      <a:pt x="14" y="39"/>
                    </a:cubicBezTo>
                    <a:cubicBezTo>
                      <a:pt x="13" y="41"/>
                      <a:pt x="11" y="41"/>
                      <a:pt x="9" y="42"/>
                    </a:cubicBezTo>
                    <a:cubicBezTo>
                      <a:pt x="8" y="43"/>
                      <a:pt x="7" y="44"/>
                      <a:pt x="5" y="45"/>
                    </a:cubicBezTo>
                    <a:cubicBezTo>
                      <a:pt x="4" y="46"/>
                      <a:pt x="2" y="46"/>
                      <a:pt x="0" y="48"/>
                    </a:cubicBezTo>
                    <a:lnTo>
                      <a:pt x="22" y="48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6" name="Freeform 775"/>
              <p:cNvSpPr>
                <a:spLocks/>
              </p:cNvSpPr>
              <p:nvPr/>
            </p:nvSpPr>
            <p:spPr bwMode="auto">
              <a:xfrm>
                <a:off x="11295736" y="7220495"/>
                <a:ext cx="968154" cy="923808"/>
              </a:xfrm>
              <a:custGeom>
                <a:avLst/>
                <a:gdLst>
                  <a:gd name="T0" fmla="*/ 35 w 104"/>
                  <a:gd name="T1" fmla="*/ 22 h 99"/>
                  <a:gd name="T2" fmla="*/ 36 w 104"/>
                  <a:gd name="T3" fmla="*/ 29 h 99"/>
                  <a:gd name="T4" fmla="*/ 31 w 104"/>
                  <a:gd name="T5" fmla="*/ 28 h 99"/>
                  <a:gd name="T6" fmla="*/ 29 w 104"/>
                  <a:gd name="T7" fmla="*/ 30 h 99"/>
                  <a:gd name="T8" fmla="*/ 26 w 104"/>
                  <a:gd name="T9" fmla="*/ 31 h 99"/>
                  <a:gd name="T10" fmla="*/ 24 w 104"/>
                  <a:gd name="T11" fmla="*/ 35 h 99"/>
                  <a:gd name="T12" fmla="*/ 20 w 104"/>
                  <a:gd name="T13" fmla="*/ 37 h 99"/>
                  <a:gd name="T14" fmla="*/ 17 w 104"/>
                  <a:gd name="T15" fmla="*/ 40 h 99"/>
                  <a:gd name="T16" fmla="*/ 11 w 104"/>
                  <a:gd name="T17" fmla="*/ 42 h 99"/>
                  <a:gd name="T18" fmla="*/ 8 w 104"/>
                  <a:gd name="T19" fmla="*/ 43 h 99"/>
                  <a:gd name="T20" fmla="*/ 4 w 104"/>
                  <a:gd name="T21" fmla="*/ 45 h 99"/>
                  <a:gd name="T22" fmla="*/ 1 w 104"/>
                  <a:gd name="T23" fmla="*/ 52 h 99"/>
                  <a:gd name="T24" fmla="*/ 2 w 104"/>
                  <a:gd name="T25" fmla="*/ 56 h 99"/>
                  <a:gd name="T26" fmla="*/ 6 w 104"/>
                  <a:gd name="T27" fmla="*/ 59 h 99"/>
                  <a:gd name="T28" fmla="*/ 37 w 104"/>
                  <a:gd name="T29" fmla="*/ 79 h 99"/>
                  <a:gd name="T30" fmla="*/ 48 w 104"/>
                  <a:gd name="T31" fmla="*/ 86 h 99"/>
                  <a:gd name="T32" fmla="*/ 49 w 104"/>
                  <a:gd name="T33" fmla="*/ 87 h 99"/>
                  <a:gd name="T34" fmla="*/ 58 w 104"/>
                  <a:gd name="T35" fmla="*/ 93 h 99"/>
                  <a:gd name="T36" fmla="*/ 61 w 104"/>
                  <a:gd name="T37" fmla="*/ 99 h 99"/>
                  <a:gd name="T38" fmla="*/ 67 w 104"/>
                  <a:gd name="T39" fmla="*/ 97 h 99"/>
                  <a:gd name="T40" fmla="*/ 72 w 104"/>
                  <a:gd name="T41" fmla="*/ 96 h 99"/>
                  <a:gd name="T42" fmla="*/ 85 w 104"/>
                  <a:gd name="T43" fmla="*/ 87 h 99"/>
                  <a:gd name="T44" fmla="*/ 100 w 104"/>
                  <a:gd name="T45" fmla="*/ 77 h 99"/>
                  <a:gd name="T46" fmla="*/ 104 w 104"/>
                  <a:gd name="T47" fmla="*/ 75 h 99"/>
                  <a:gd name="T48" fmla="*/ 97 w 104"/>
                  <a:gd name="T49" fmla="*/ 69 h 99"/>
                  <a:gd name="T50" fmla="*/ 94 w 104"/>
                  <a:gd name="T51" fmla="*/ 69 h 99"/>
                  <a:gd name="T52" fmla="*/ 92 w 104"/>
                  <a:gd name="T53" fmla="*/ 63 h 99"/>
                  <a:gd name="T54" fmla="*/ 92 w 104"/>
                  <a:gd name="T55" fmla="*/ 60 h 99"/>
                  <a:gd name="T56" fmla="*/ 93 w 104"/>
                  <a:gd name="T57" fmla="*/ 55 h 99"/>
                  <a:gd name="T58" fmla="*/ 93 w 104"/>
                  <a:gd name="T59" fmla="*/ 50 h 99"/>
                  <a:gd name="T60" fmla="*/ 93 w 104"/>
                  <a:gd name="T61" fmla="*/ 46 h 99"/>
                  <a:gd name="T62" fmla="*/ 92 w 104"/>
                  <a:gd name="T63" fmla="*/ 42 h 99"/>
                  <a:gd name="T64" fmla="*/ 91 w 104"/>
                  <a:gd name="T65" fmla="*/ 37 h 99"/>
                  <a:gd name="T66" fmla="*/ 87 w 104"/>
                  <a:gd name="T67" fmla="*/ 27 h 99"/>
                  <a:gd name="T68" fmla="*/ 82 w 104"/>
                  <a:gd name="T69" fmla="*/ 20 h 99"/>
                  <a:gd name="T70" fmla="*/ 85 w 104"/>
                  <a:gd name="T71" fmla="*/ 13 h 99"/>
                  <a:gd name="T72" fmla="*/ 86 w 104"/>
                  <a:gd name="T73" fmla="*/ 2 h 99"/>
                  <a:gd name="T74" fmla="*/ 84 w 104"/>
                  <a:gd name="T75" fmla="*/ 1 h 99"/>
                  <a:gd name="T76" fmla="*/ 81 w 104"/>
                  <a:gd name="T77" fmla="*/ 0 h 99"/>
                  <a:gd name="T78" fmla="*/ 79 w 104"/>
                  <a:gd name="T79" fmla="*/ 1 h 99"/>
                  <a:gd name="T80" fmla="*/ 75 w 104"/>
                  <a:gd name="T81" fmla="*/ 0 h 99"/>
                  <a:gd name="T82" fmla="*/ 72 w 104"/>
                  <a:gd name="T83" fmla="*/ 2 h 99"/>
                  <a:gd name="T84" fmla="*/ 68 w 104"/>
                  <a:gd name="T85" fmla="*/ 1 h 99"/>
                  <a:gd name="T86" fmla="*/ 61 w 104"/>
                  <a:gd name="T87" fmla="*/ 2 h 99"/>
                  <a:gd name="T88" fmla="*/ 46 w 104"/>
                  <a:gd name="T89" fmla="*/ 5 h 99"/>
                  <a:gd name="T90" fmla="*/ 43 w 104"/>
                  <a:gd name="T91" fmla="*/ 7 h 99"/>
                  <a:gd name="T92" fmla="*/ 39 w 104"/>
                  <a:gd name="T93" fmla="*/ 8 h 99"/>
                  <a:gd name="T94" fmla="*/ 34 w 104"/>
                  <a:gd name="T95" fmla="*/ 12 h 99"/>
                  <a:gd name="T96" fmla="*/ 35 w 104"/>
                  <a:gd name="T97" fmla="*/ 22 h 99"/>
                  <a:gd name="T98" fmla="*/ 35 w 104"/>
                  <a:gd name="T99" fmla="*/ 2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4" h="99">
                    <a:moveTo>
                      <a:pt x="35" y="22"/>
                    </a:moveTo>
                    <a:cubicBezTo>
                      <a:pt x="36" y="23"/>
                      <a:pt x="40" y="29"/>
                      <a:pt x="36" y="29"/>
                    </a:cubicBezTo>
                    <a:cubicBezTo>
                      <a:pt x="35" y="28"/>
                      <a:pt x="32" y="27"/>
                      <a:pt x="31" y="28"/>
                    </a:cubicBezTo>
                    <a:cubicBezTo>
                      <a:pt x="30" y="29"/>
                      <a:pt x="30" y="29"/>
                      <a:pt x="29" y="30"/>
                    </a:cubicBezTo>
                    <a:cubicBezTo>
                      <a:pt x="28" y="31"/>
                      <a:pt x="27" y="31"/>
                      <a:pt x="26" y="31"/>
                    </a:cubicBezTo>
                    <a:cubicBezTo>
                      <a:pt x="24" y="32"/>
                      <a:pt x="25" y="34"/>
                      <a:pt x="24" y="35"/>
                    </a:cubicBezTo>
                    <a:cubicBezTo>
                      <a:pt x="24" y="37"/>
                      <a:pt x="21" y="36"/>
                      <a:pt x="20" y="37"/>
                    </a:cubicBezTo>
                    <a:cubicBezTo>
                      <a:pt x="18" y="37"/>
                      <a:pt x="18" y="39"/>
                      <a:pt x="17" y="40"/>
                    </a:cubicBezTo>
                    <a:cubicBezTo>
                      <a:pt x="15" y="42"/>
                      <a:pt x="13" y="41"/>
                      <a:pt x="11" y="42"/>
                    </a:cubicBezTo>
                    <a:cubicBezTo>
                      <a:pt x="10" y="42"/>
                      <a:pt x="9" y="42"/>
                      <a:pt x="8" y="43"/>
                    </a:cubicBezTo>
                    <a:cubicBezTo>
                      <a:pt x="7" y="43"/>
                      <a:pt x="5" y="44"/>
                      <a:pt x="4" y="45"/>
                    </a:cubicBezTo>
                    <a:cubicBezTo>
                      <a:pt x="0" y="47"/>
                      <a:pt x="1" y="48"/>
                      <a:pt x="1" y="52"/>
                    </a:cubicBezTo>
                    <a:cubicBezTo>
                      <a:pt x="1" y="55"/>
                      <a:pt x="0" y="55"/>
                      <a:pt x="2" y="56"/>
                    </a:cubicBezTo>
                    <a:cubicBezTo>
                      <a:pt x="3" y="57"/>
                      <a:pt x="5" y="58"/>
                      <a:pt x="6" y="59"/>
                    </a:cubicBezTo>
                    <a:cubicBezTo>
                      <a:pt x="16" y="66"/>
                      <a:pt x="26" y="72"/>
                      <a:pt x="37" y="79"/>
                    </a:cubicBezTo>
                    <a:cubicBezTo>
                      <a:pt x="40" y="81"/>
                      <a:pt x="44" y="84"/>
                      <a:pt x="48" y="86"/>
                    </a:cubicBezTo>
                    <a:cubicBezTo>
                      <a:pt x="48" y="87"/>
                      <a:pt x="49" y="87"/>
                      <a:pt x="49" y="87"/>
                    </a:cubicBezTo>
                    <a:cubicBezTo>
                      <a:pt x="52" y="92"/>
                      <a:pt x="54" y="92"/>
                      <a:pt x="58" y="93"/>
                    </a:cubicBezTo>
                    <a:cubicBezTo>
                      <a:pt x="61" y="94"/>
                      <a:pt x="58" y="98"/>
                      <a:pt x="61" y="99"/>
                    </a:cubicBezTo>
                    <a:cubicBezTo>
                      <a:pt x="62" y="99"/>
                      <a:pt x="65" y="98"/>
                      <a:pt x="67" y="97"/>
                    </a:cubicBezTo>
                    <a:cubicBezTo>
                      <a:pt x="68" y="97"/>
                      <a:pt x="71" y="97"/>
                      <a:pt x="72" y="96"/>
                    </a:cubicBezTo>
                    <a:cubicBezTo>
                      <a:pt x="76" y="93"/>
                      <a:pt x="80" y="90"/>
                      <a:pt x="85" y="87"/>
                    </a:cubicBezTo>
                    <a:cubicBezTo>
                      <a:pt x="90" y="84"/>
                      <a:pt x="95" y="80"/>
                      <a:pt x="100" y="77"/>
                    </a:cubicBezTo>
                    <a:cubicBezTo>
                      <a:pt x="101" y="77"/>
                      <a:pt x="102" y="76"/>
                      <a:pt x="104" y="75"/>
                    </a:cubicBezTo>
                    <a:cubicBezTo>
                      <a:pt x="102" y="71"/>
                      <a:pt x="101" y="70"/>
                      <a:pt x="97" y="69"/>
                    </a:cubicBezTo>
                    <a:cubicBezTo>
                      <a:pt x="96" y="69"/>
                      <a:pt x="94" y="69"/>
                      <a:pt x="94" y="69"/>
                    </a:cubicBezTo>
                    <a:cubicBezTo>
                      <a:pt x="94" y="66"/>
                      <a:pt x="94" y="65"/>
                      <a:pt x="92" y="63"/>
                    </a:cubicBezTo>
                    <a:cubicBezTo>
                      <a:pt x="91" y="61"/>
                      <a:pt x="91" y="61"/>
                      <a:pt x="92" y="60"/>
                    </a:cubicBezTo>
                    <a:cubicBezTo>
                      <a:pt x="94" y="58"/>
                      <a:pt x="93" y="57"/>
                      <a:pt x="93" y="55"/>
                    </a:cubicBezTo>
                    <a:cubicBezTo>
                      <a:pt x="93" y="53"/>
                      <a:pt x="94" y="52"/>
                      <a:pt x="93" y="50"/>
                    </a:cubicBezTo>
                    <a:cubicBezTo>
                      <a:pt x="93" y="49"/>
                      <a:pt x="93" y="48"/>
                      <a:pt x="93" y="46"/>
                    </a:cubicBezTo>
                    <a:cubicBezTo>
                      <a:pt x="93" y="45"/>
                      <a:pt x="93" y="43"/>
                      <a:pt x="92" y="42"/>
                    </a:cubicBezTo>
                    <a:cubicBezTo>
                      <a:pt x="91" y="41"/>
                      <a:pt x="91" y="39"/>
                      <a:pt x="91" y="37"/>
                    </a:cubicBezTo>
                    <a:cubicBezTo>
                      <a:pt x="91" y="34"/>
                      <a:pt x="90" y="30"/>
                      <a:pt x="87" y="27"/>
                    </a:cubicBezTo>
                    <a:cubicBezTo>
                      <a:pt x="85" y="25"/>
                      <a:pt x="83" y="23"/>
                      <a:pt x="82" y="20"/>
                    </a:cubicBezTo>
                    <a:cubicBezTo>
                      <a:pt x="80" y="16"/>
                      <a:pt x="84" y="17"/>
                      <a:pt x="85" y="13"/>
                    </a:cubicBezTo>
                    <a:cubicBezTo>
                      <a:pt x="85" y="9"/>
                      <a:pt x="85" y="6"/>
                      <a:pt x="86" y="2"/>
                    </a:cubicBezTo>
                    <a:cubicBezTo>
                      <a:pt x="85" y="2"/>
                      <a:pt x="85" y="1"/>
                      <a:pt x="84" y="1"/>
                    </a:cubicBezTo>
                    <a:cubicBezTo>
                      <a:pt x="82" y="2"/>
                      <a:pt x="82" y="0"/>
                      <a:pt x="81" y="0"/>
                    </a:cubicBezTo>
                    <a:cubicBezTo>
                      <a:pt x="80" y="0"/>
                      <a:pt x="80" y="1"/>
                      <a:pt x="79" y="1"/>
                    </a:cubicBezTo>
                    <a:cubicBezTo>
                      <a:pt x="77" y="1"/>
                      <a:pt x="77" y="0"/>
                      <a:pt x="75" y="0"/>
                    </a:cubicBezTo>
                    <a:cubicBezTo>
                      <a:pt x="74" y="1"/>
                      <a:pt x="73" y="1"/>
                      <a:pt x="72" y="2"/>
                    </a:cubicBezTo>
                    <a:cubicBezTo>
                      <a:pt x="70" y="3"/>
                      <a:pt x="70" y="2"/>
                      <a:pt x="68" y="1"/>
                    </a:cubicBezTo>
                    <a:cubicBezTo>
                      <a:pt x="66" y="1"/>
                      <a:pt x="63" y="1"/>
                      <a:pt x="61" y="2"/>
                    </a:cubicBezTo>
                    <a:cubicBezTo>
                      <a:pt x="56" y="3"/>
                      <a:pt x="51" y="3"/>
                      <a:pt x="46" y="5"/>
                    </a:cubicBezTo>
                    <a:cubicBezTo>
                      <a:pt x="45" y="6"/>
                      <a:pt x="44" y="7"/>
                      <a:pt x="43" y="7"/>
                    </a:cubicBezTo>
                    <a:cubicBezTo>
                      <a:pt x="42" y="8"/>
                      <a:pt x="40" y="8"/>
                      <a:pt x="39" y="8"/>
                    </a:cubicBezTo>
                    <a:cubicBezTo>
                      <a:pt x="37" y="9"/>
                      <a:pt x="37" y="12"/>
                      <a:pt x="34" y="12"/>
                    </a:cubicBezTo>
                    <a:cubicBezTo>
                      <a:pt x="35" y="15"/>
                      <a:pt x="35" y="18"/>
                      <a:pt x="35" y="22"/>
                    </a:cubicBezTo>
                    <a:cubicBezTo>
                      <a:pt x="36" y="23"/>
                      <a:pt x="35" y="20"/>
                      <a:pt x="35" y="2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7" name="Freeform 776"/>
              <p:cNvSpPr>
                <a:spLocks/>
              </p:cNvSpPr>
              <p:nvPr/>
            </p:nvSpPr>
            <p:spPr bwMode="auto">
              <a:xfrm>
                <a:off x="8295732" y="3719582"/>
                <a:ext cx="2850322" cy="2124760"/>
              </a:xfrm>
              <a:custGeom>
                <a:avLst/>
                <a:gdLst>
                  <a:gd name="T0" fmla="*/ 33 w 305"/>
                  <a:gd name="T1" fmla="*/ 54 h 227"/>
                  <a:gd name="T2" fmla="*/ 1 w 305"/>
                  <a:gd name="T3" fmla="*/ 63 h 227"/>
                  <a:gd name="T4" fmla="*/ 19 w 305"/>
                  <a:gd name="T5" fmla="*/ 72 h 227"/>
                  <a:gd name="T6" fmla="*/ 24 w 305"/>
                  <a:gd name="T7" fmla="*/ 75 h 227"/>
                  <a:gd name="T8" fmla="*/ 20 w 305"/>
                  <a:gd name="T9" fmla="*/ 81 h 227"/>
                  <a:gd name="T10" fmla="*/ 36 w 305"/>
                  <a:gd name="T11" fmla="*/ 86 h 227"/>
                  <a:gd name="T12" fmla="*/ 73 w 305"/>
                  <a:gd name="T13" fmla="*/ 93 h 227"/>
                  <a:gd name="T14" fmla="*/ 87 w 305"/>
                  <a:gd name="T15" fmla="*/ 112 h 227"/>
                  <a:gd name="T16" fmla="*/ 88 w 305"/>
                  <a:gd name="T17" fmla="*/ 122 h 227"/>
                  <a:gd name="T18" fmla="*/ 89 w 305"/>
                  <a:gd name="T19" fmla="*/ 131 h 227"/>
                  <a:gd name="T20" fmla="*/ 104 w 305"/>
                  <a:gd name="T21" fmla="*/ 129 h 227"/>
                  <a:gd name="T22" fmla="*/ 106 w 305"/>
                  <a:gd name="T23" fmla="*/ 135 h 227"/>
                  <a:gd name="T24" fmla="*/ 106 w 305"/>
                  <a:gd name="T25" fmla="*/ 144 h 227"/>
                  <a:gd name="T26" fmla="*/ 109 w 305"/>
                  <a:gd name="T27" fmla="*/ 155 h 227"/>
                  <a:gd name="T28" fmla="*/ 106 w 305"/>
                  <a:gd name="T29" fmla="*/ 160 h 227"/>
                  <a:gd name="T30" fmla="*/ 100 w 305"/>
                  <a:gd name="T31" fmla="*/ 162 h 227"/>
                  <a:gd name="T32" fmla="*/ 112 w 305"/>
                  <a:gd name="T33" fmla="*/ 165 h 227"/>
                  <a:gd name="T34" fmla="*/ 112 w 305"/>
                  <a:gd name="T35" fmla="*/ 169 h 227"/>
                  <a:gd name="T36" fmla="*/ 107 w 305"/>
                  <a:gd name="T37" fmla="*/ 172 h 227"/>
                  <a:gd name="T38" fmla="*/ 107 w 305"/>
                  <a:gd name="T39" fmla="*/ 180 h 227"/>
                  <a:gd name="T40" fmla="*/ 110 w 305"/>
                  <a:gd name="T41" fmla="*/ 192 h 227"/>
                  <a:gd name="T42" fmla="*/ 114 w 305"/>
                  <a:gd name="T43" fmla="*/ 193 h 227"/>
                  <a:gd name="T44" fmla="*/ 120 w 305"/>
                  <a:gd name="T45" fmla="*/ 210 h 227"/>
                  <a:gd name="T46" fmla="*/ 138 w 305"/>
                  <a:gd name="T47" fmla="*/ 219 h 227"/>
                  <a:gd name="T48" fmla="*/ 142 w 305"/>
                  <a:gd name="T49" fmla="*/ 224 h 227"/>
                  <a:gd name="T50" fmla="*/ 151 w 305"/>
                  <a:gd name="T51" fmla="*/ 214 h 227"/>
                  <a:gd name="T52" fmla="*/ 156 w 305"/>
                  <a:gd name="T53" fmla="*/ 200 h 227"/>
                  <a:gd name="T54" fmla="*/ 163 w 305"/>
                  <a:gd name="T55" fmla="*/ 192 h 227"/>
                  <a:gd name="T56" fmla="*/ 173 w 305"/>
                  <a:gd name="T57" fmla="*/ 179 h 227"/>
                  <a:gd name="T58" fmla="*/ 193 w 305"/>
                  <a:gd name="T59" fmla="*/ 173 h 227"/>
                  <a:gd name="T60" fmla="*/ 216 w 305"/>
                  <a:gd name="T61" fmla="*/ 160 h 227"/>
                  <a:gd name="T62" fmla="*/ 232 w 305"/>
                  <a:gd name="T63" fmla="*/ 142 h 227"/>
                  <a:gd name="T64" fmla="*/ 234 w 305"/>
                  <a:gd name="T65" fmla="*/ 130 h 227"/>
                  <a:gd name="T66" fmla="*/ 253 w 305"/>
                  <a:gd name="T67" fmla="*/ 129 h 227"/>
                  <a:gd name="T68" fmla="*/ 233 w 305"/>
                  <a:gd name="T69" fmla="*/ 119 h 227"/>
                  <a:gd name="T70" fmla="*/ 238 w 305"/>
                  <a:gd name="T71" fmla="*/ 113 h 227"/>
                  <a:gd name="T72" fmla="*/ 262 w 305"/>
                  <a:gd name="T73" fmla="*/ 112 h 227"/>
                  <a:gd name="T74" fmla="*/ 258 w 305"/>
                  <a:gd name="T75" fmla="*/ 106 h 227"/>
                  <a:gd name="T76" fmla="*/ 266 w 305"/>
                  <a:gd name="T77" fmla="*/ 95 h 227"/>
                  <a:gd name="T78" fmla="*/ 253 w 305"/>
                  <a:gd name="T79" fmla="*/ 80 h 227"/>
                  <a:gd name="T80" fmla="*/ 263 w 305"/>
                  <a:gd name="T81" fmla="*/ 66 h 227"/>
                  <a:gd name="T82" fmla="*/ 268 w 305"/>
                  <a:gd name="T83" fmla="*/ 51 h 227"/>
                  <a:gd name="T84" fmla="*/ 283 w 305"/>
                  <a:gd name="T85" fmla="*/ 38 h 227"/>
                  <a:gd name="T86" fmla="*/ 291 w 305"/>
                  <a:gd name="T87" fmla="*/ 33 h 227"/>
                  <a:gd name="T88" fmla="*/ 259 w 305"/>
                  <a:gd name="T89" fmla="*/ 28 h 227"/>
                  <a:gd name="T90" fmla="*/ 238 w 305"/>
                  <a:gd name="T91" fmla="*/ 21 h 227"/>
                  <a:gd name="T92" fmla="*/ 256 w 305"/>
                  <a:gd name="T93" fmla="*/ 14 h 227"/>
                  <a:gd name="T94" fmla="*/ 206 w 305"/>
                  <a:gd name="T95" fmla="*/ 8 h 227"/>
                  <a:gd name="T96" fmla="*/ 213 w 305"/>
                  <a:gd name="T97" fmla="*/ 0 h 227"/>
                  <a:gd name="T98" fmla="*/ 173 w 305"/>
                  <a:gd name="T99" fmla="*/ 8 h 227"/>
                  <a:gd name="T100" fmla="*/ 155 w 305"/>
                  <a:gd name="T101" fmla="*/ 10 h 227"/>
                  <a:gd name="T102" fmla="*/ 154 w 305"/>
                  <a:gd name="T103" fmla="*/ 11 h 227"/>
                  <a:gd name="T104" fmla="*/ 140 w 305"/>
                  <a:gd name="T105" fmla="*/ 14 h 227"/>
                  <a:gd name="T106" fmla="*/ 111 w 305"/>
                  <a:gd name="T107" fmla="*/ 14 h 227"/>
                  <a:gd name="T108" fmla="*/ 98 w 305"/>
                  <a:gd name="T109" fmla="*/ 23 h 227"/>
                  <a:gd name="T110" fmla="*/ 73 w 305"/>
                  <a:gd name="T111" fmla="*/ 21 h 227"/>
                  <a:gd name="T112" fmla="*/ 55 w 305"/>
                  <a:gd name="T113" fmla="*/ 3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5" h="227">
                    <a:moveTo>
                      <a:pt x="32" y="37"/>
                    </a:moveTo>
                    <a:cubicBezTo>
                      <a:pt x="31" y="38"/>
                      <a:pt x="26" y="40"/>
                      <a:pt x="27" y="41"/>
                    </a:cubicBezTo>
                    <a:cubicBezTo>
                      <a:pt x="28" y="42"/>
                      <a:pt x="30" y="42"/>
                      <a:pt x="32" y="43"/>
                    </a:cubicBezTo>
                    <a:cubicBezTo>
                      <a:pt x="34" y="43"/>
                      <a:pt x="36" y="43"/>
                      <a:pt x="39" y="43"/>
                    </a:cubicBezTo>
                    <a:cubicBezTo>
                      <a:pt x="39" y="43"/>
                      <a:pt x="44" y="42"/>
                      <a:pt x="45" y="42"/>
                    </a:cubicBezTo>
                    <a:cubicBezTo>
                      <a:pt x="44" y="42"/>
                      <a:pt x="42" y="43"/>
                      <a:pt x="41" y="44"/>
                    </a:cubicBezTo>
                    <a:cubicBezTo>
                      <a:pt x="40" y="45"/>
                      <a:pt x="39" y="46"/>
                      <a:pt x="40" y="48"/>
                    </a:cubicBezTo>
                    <a:cubicBezTo>
                      <a:pt x="42" y="50"/>
                      <a:pt x="36" y="55"/>
                      <a:pt x="33" y="54"/>
                    </a:cubicBezTo>
                    <a:cubicBezTo>
                      <a:pt x="32" y="53"/>
                      <a:pt x="30" y="54"/>
                      <a:pt x="28" y="54"/>
                    </a:cubicBezTo>
                    <a:cubicBezTo>
                      <a:pt x="27" y="53"/>
                      <a:pt x="25" y="54"/>
                      <a:pt x="24" y="54"/>
                    </a:cubicBezTo>
                    <a:cubicBezTo>
                      <a:pt x="23" y="54"/>
                      <a:pt x="21" y="54"/>
                      <a:pt x="20" y="56"/>
                    </a:cubicBezTo>
                    <a:cubicBezTo>
                      <a:pt x="19" y="57"/>
                      <a:pt x="18" y="57"/>
                      <a:pt x="16" y="57"/>
                    </a:cubicBezTo>
                    <a:cubicBezTo>
                      <a:pt x="13" y="58"/>
                      <a:pt x="10" y="59"/>
                      <a:pt x="7" y="59"/>
                    </a:cubicBezTo>
                    <a:cubicBezTo>
                      <a:pt x="6" y="59"/>
                      <a:pt x="4" y="58"/>
                      <a:pt x="4" y="59"/>
                    </a:cubicBezTo>
                    <a:cubicBezTo>
                      <a:pt x="3" y="60"/>
                      <a:pt x="0" y="60"/>
                      <a:pt x="0" y="62"/>
                    </a:cubicBezTo>
                    <a:cubicBezTo>
                      <a:pt x="0" y="63"/>
                      <a:pt x="1" y="62"/>
                      <a:pt x="1" y="63"/>
                    </a:cubicBezTo>
                    <a:cubicBezTo>
                      <a:pt x="1" y="63"/>
                      <a:pt x="0" y="64"/>
                      <a:pt x="0" y="64"/>
                    </a:cubicBezTo>
                    <a:cubicBezTo>
                      <a:pt x="0" y="65"/>
                      <a:pt x="2" y="67"/>
                      <a:pt x="3" y="68"/>
                    </a:cubicBezTo>
                    <a:cubicBezTo>
                      <a:pt x="3" y="68"/>
                      <a:pt x="4" y="67"/>
                      <a:pt x="4" y="67"/>
                    </a:cubicBezTo>
                    <a:cubicBezTo>
                      <a:pt x="5" y="66"/>
                      <a:pt x="6" y="67"/>
                      <a:pt x="7" y="68"/>
                    </a:cubicBezTo>
                    <a:cubicBezTo>
                      <a:pt x="8" y="68"/>
                      <a:pt x="13" y="69"/>
                      <a:pt x="13" y="67"/>
                    </a:cubicBezTo>
                    <a:cubicBezTo>
                      <a:pt x="13" y="68"/>
                      <a:pt x="12" y="68"/>
                      <a:pt x="13" y="69"/>
                    </a:cubicBezTo>
                    <a:cubicBezTo>
                      <a:pt x="13" y="70"/>
                      <a:pt x="15" y="71"/>
                      <a:pt x="16" y="71"/>
                    </a:cubicBezTo>
                    <a:cubicBezTo>
                      <a:pt x="17" y="72"/>
                      <a:pt x="18" y="72"/>
                      <a:pt x="19" y="72"/>
                    </a:cubicBezTo>
                    <a:cubicBezTo>
                      <a:pt x="21" y="72"/>
                      <a:pt x="21" y="70"/>
                      <a:pt x="22" y="71"/>
                    </a:cubicBezTo>
                    <a:cubicBezTo>
                      <a:pt x="24" y="71"/>
                      <a:pt x="27" y="71"/>
                      <a:pt x="28" y="71"/>
                    </a:cubicBezTo>
                    <a:cubicBezTo>
                      <a:pt x="29" y="71"/>
                      <a:pt x="29" y="70"/>
                      <a:pt x="30" y="69"/>
                    </a:cubicBezTo>
                    <a:cubicBezTo>
                      <a:pt x="31" y="69"/>
                      <a:pt x="34" y="71"/>
                      <a:pt x="34" y="72"/>
                    </a:cubicBezTo>
                    <a:cubicBezTo>
                      <a:pt x="34" y="73"/>
                      <a:pt x="24" y="72"/>
                      <a:pt x="22" y="73"/>
                    </a:cubicBezTo>
                    <a:cubicBezTo>
                      <a:pt x="20" y="73"/>
                      <a:pt x="23" y="74"/>
                      <a:pt x="24" y="74"/>
                    </a:cubicBezTo>
                    <a:cubicBezTo>
                      <a:pt x="26" y="75"/>
                      <a:pt x="27" y="74"/>
                      <a:pt x="29" y="75"/>
                    </a:cubicBezTo>
                    <a:cubicBezTo>
                      <a:pt x="28" y="74"/>
                      <a:pt x="26" y="75"/>
                      <a:pt x="24" y="75"/>
                    </a:cubicBezTo>
                    <a:cubicBezTo>
                      <a:pt x="21" y="75"/>
                      <a:pt x="18" y="74"/>
                      <a:pt x="15" y="74"/>
                    </a:cubicBezTo>
                    <a:cubicBezTo>
                      <a:pt x="13" y="74"/>
                      <a:pt x="9" y="74"/>
                      <a:pt x="9" y="76"/>
                    </a:cubicBezTo>
                    <a:cubicBezTo>
                      <a:pt x="8" y="77"/>
                      <a:pt x="11" y="78"/>
                      <a:pt x="12" y="78"/>
                    </a:cubicBezTo>
                    <a:cubicBezTo>
                      <a:pt x="13" y="78"/>
                      <a:pt x="15" y="77"/>
                      <a:pt x="15" y="77"/>
                    </a:cubicBezTo>
                    <a:cubicBezTo>
                      <a:pt x="16" y="78"/>
                      <a:pt x="15" y="78"/>
                      <a:pt x="15" y="79"/>
                    </a:cubicBezTo>
                    <a:cubicBezTo>
                      <a:pt x="16" y="80"/>
                      <a:pt x="18" y="80"/>
                      <a:pt x="19" y="80"/>
                    </a:cubicBezTo>
                    <a:cubicBezTo>
                      <a:pt x="21" y="80"/>
                      <a:pt x="23" y="80"/>
                      <a:pt x="25" y="80"/>
                    </a:cubicBezTo>
                    <a:cubicBezTo>
                      <a:pt x="25" y="80"/>
                      <a:pt x="21" y="81"/>
                      <a:pt x="20" y="81"/>
                    </a:cubicBezTo>
                    <a:cubicBezTo>
                      <a:pt x="16" y="82"/>
                      <a:pt x="19" y="84"/>
                      <a:pt x="21" y="85"/>
                    </a:cubicBezTo>
                    <a:cubicBezTo>
                      <a:pt x="23" y="86"/>
                      <a:pt x="25" y="86"/>
                      <a:pt x="27" y="87"/>
                    </a:cubicBezTo>
                    <a:cubicBezTo>
                      <a:pt x="27" y="87"/>
                      <a:pt x="31" y="87"/>
                      <a:pt x="31" y="87"/>
                    </a:cubicBezTo>
                    <a:cubicBezTo>
                      <a:pt x="31" y="87"/>
                      <a:pt x="29" y="86"/>
                      <a:pt x="29" y="85"/>
                    </a:cubicBezTo>
                    <a:cubicBezTo>
                      <a:pt x="29" y="84"/>
                      <a:pt x="31" y="85"/>
                      <a:pt x="31" y="85"/>
                    </a:cubicBezTo>
                    <a:cubicBezTo>
                      <a:pt x="32" y="86"/>
                      <a:pt x="33" y="85"/>
                      <a:pt x="34" y="84"/>
                    </a:cubicBezTo>
                    <a:cubicBezTo>
                      <a:pt x="34" y="84"/>
                      <a:pt x="35" y="83"/>
                      <a:pt x="36" y="83"/>
                    </a:cubicBezTo>
                    <a:cubicBezTo>
                      <a:pt x="37" y="84"/>
                      <a:pt x="36" y="86"/>
                      <a:pt x="36" y="86"/>
                    </a:cubicBezTo>
                    <a:cubicBezTo>
                      <a:pt x="37" y="87"/>
                      <a:pt x="40" y="85"/>
                      <a:pt x="41" y="85"/>
                    </a:cubicBezTo>
                    <a:cubicBezTo>
                      <a:pt x="43" y="84"/>
                      <a:pt x="43" y="84"/>
                      <a:pt x="44" y="85"/>
                    </a:cubicBezTo>
                    <a:cubicBezTo>
                      <a:pt x="45" y="86"/>
                      <a:pt x="46" y="84"/>
                      <a:pt x="47" y="84"/>
                    </a:cubicBezTo>
                    <a:cubicBezTo>
                      <a:pt x="48" y="83"/>
                      <a:pt x="50" y="84"/>
                      <a:pt x="51" y="84"/>
                    </a:cubicBezTo>
                    <a:cubicBezTo>
                      <a:pt x="54" y="84"/>
                      <a:pt x="58" y="85"/>
                      <a:pt x="61" y="86"/>
                    </a:cubicBezTo>
                    <a:cubicBezTo>
                      <a:pt x="63" y="86"/>
                      <a:pt x="65" y="88"/>
                      <a:pt x="67" y="88"/>
                    </a:cubicBezTo>
                    <a:cubicBezTo>
                      <a:pt x="69" y="88"/>
                      <a:pt x="71" y="89"/>
                      <a:pt x="72" y="90"/>
                    </a:cubicBezTo>
                    <a:cubicBezTo>
                      <a:pt x="74" y="91"/>
                      <a:pt x="73" y="92"/>
                      <a:pt x="73" y="93"/>
                    </a:cubicBezTo>
                    <a:cubicBezTo>
                      <a:pt x="73" y="94"/>
                      <a:pt x="75" y="96"/>
                      <a:pt x="76" y="96"/>
                    </a:cubicBezTo>
                    <a:cubicBezTo>
                      <a:pt x="77" y="97"/>
                      <a:pt x="79" y="96"/>
                      <a:pt x="80" y="97"/>
                    </a:cubicBezTo>
                    <a:cubicBezTo>
                      <a:pt x="80" y="99"/>
                      <a:pt x="82" y="100"/>
                      <a:pt x="83" y="101"/>
                    </a:cubicBezTo>
                    <a:cubicBezTo>
                      <a:pt x="84" y="102"/>
                      <a:pt x="83" y="104"/>
                      <a:pt x="84" y="105"/>
                    </a:cubicBezTo>
                    <a:cubicBezTo>
                      <a:pt x="84" y="106"/>
                      <a:pt x="86" y="107"/>
                      <a:pt x="86" y="109"/>
                    </a:cubicBezTo>
                    <a:cubicBezTo>
                      <a:pt x="86" y="110"/>
                      <a:pt x="85" y="110"/>
                      <a:pt x="86" y="111"/>
                    </a:cubicBezTo>
                    <a:cubicBezTo>
                      <a:pt x="86" y="111"/>
                      <a:pt x="87" y="112"/>
                      <a:pt x="87" y="112"/>
                    </a:cubicBezTo>
                    <a:cubicBezTo>
                      <a:pt x="87" y="112"/>
                      <a:pt x="87" y="112"/>
                      <a:pt x="87" y="112"/>
                    </a:cubicBezTo>
                    <a:cubicBezTo>
                      <a:pt x="88" y="111"/>
                      <a:pt x="90" y="113"/>
                      <a:pt x="89" y="114"/>
                    </a:cubicBezTo>
                    <a:cubicBezTo>
                      <a:pt x="88" y="115"/>
                      <a:pt x="88" y="115"/>
                      <a:pt x="88" y="117"/>
                    </a:cubicBezTo>
                    <a:cubicBezTo>
                      <a:pt x="88" y="116"/>
                      <a:pt x="90" y="115"/>
                      <a:pt x="91" y="117"/>
                    </a:cubicBezTo>
                    <a:cubicBezTo>
                      <a:pt x="91" y="118"/>
                      <a:pt x="91" y="118"/>
                      <a:pt x="91" y="119"/>
                    </a:cubicBezTo>
                    <a:cubicBezTo>
                      <a:pt x="91" y="119"/>
                      <a:pt x="91" y="121"/>
                      <a:pt x="91" y="120"/>
                    </a:cubicBezTo>
                    <a:cubicBezTo>
                      <a:pt x="91" y="121"/>
                      <a:pt x="93" y="121"/>
                      <a:pt x="93" y="121"/>
                    </a:cubicBezTo>
                    <a:cubicBezTo>
                      <a:pt x="92" y="120"/>
                      <a:pt x="89" y="126"/>
                      <a:pt x="90" y="122"/>
                    </a:cubicBezTo>
                    <a:cubicBezTo>
                      <a:pt x="90" y="122"/>
                      <a:pt x="88" y="121"/>
                      <a:pt x="88" y="122"/>
                    </a:cubicBezTo>
                    <a:cubicBezTo>
                      <a:pt x="88" y="122"/>
                      <a:pt x="89" y="122"/>
                      <a:pt x="89" y="122"/>
                    </a:cubicBezTo>
                    <a:cubicBezTo>
                      <a:pt x="89" y="123"/>
                      <a:pt x="86" y="123"/>
                      <a:pt x="87" y="124"/>
                    </a:cubicBezTo>
                    <a:cubicBezTo>
                      <a:pt x="87" y="124"/>
                      <a:pt x="90" y="125"/>
                      <a:pt x="89" y="125"/>
                    </a:cubicBezTo>
                    <a:cubicBezTo>
                      <a:pt x="87" y="127"/>
                      <a:pt x="91" y="127"/>
                      <a:pt x="92" y="126"/>
                    </a:cubicBezTo>
                    <a:cubicBezTo>
                      <a:pt x="91" y="127"/>
                      <a:pt x="90" y="127"/>
                      <a:pt x="88" y="127"/>
                    </a:cubicBezTo>
                    <a:cubicBezTo>
                      <a:pt x="88" y="127"/>
                      <a:pt x="86" y="129"/>
                      <a:pt x="86" y="129"/>
                    </a:cubicBezTo>
                    <a:cubicBezTo>
                      <a:pt x="86" y="129"/>
                      <a:pt x="87" y="130"/>
                      <a:pt x="87" y="130"/>
                    </a:cubicBezTo>
                    <a:cubicBezTo>
                      <a:pt x="89" y="131"/>
                      <a:pt x="88" y="131"/>
                      <a:pt x="89" y="131"/>
                    </a:cubicBezTo>
                    <a:cubicBezTo>
                      <a:pt x="90" y="131"/>
                      <a:pt x="94" y="133"/>
                      <a:pt x="95" y="131"/>
                    </a:cubicBezTo>
                    <a:cubicBezTo>
                      <a:pt x="95" y="128"/>
                      <a:pt x="97" y="129"/>
                      <a:pt x="98" y="128"/>
                    </a:cubicBezTo>
                    <a:cubicBezTo>
                      <a:pt x="98" y="128"/>
                      <a:pt x="96" y="122"/>
                      <a:pt x="96" y="122"/>
                    </a:cubicBezTo>
                    <a:cubicBezTo>
                      <a:pt x="96" y="123"/>
                      <a:pt x="98" y="126"/>
                      <a:pt x="98" y="126"/>
                    </a:cubicBezTo>
                    <a:cubicBezTo>
                      <a:pt x="99" y="128"/>
                      <a:pt x="100" y="126"/>
                      <a:pt x="101" y="126"/>
                    </a:cubicBezTo>
                    <a:cubicBezTo>
                      <a:pt x="101" y="126"/>
                      <a:pt x="98" y="130"/>
                      <a:pt x="98" y="130"/>
                    </a:cubicBezTo>
                    <a:cubicBezTo>
                      <a:pt x="98" y="130"/>
                      <a:pt x="102" y="129"/>
                      <a:pt x="102" y="129"/>
                    </a:cubicBezTo>
                    <a:cubicBezTo>
                      <a:pt x="103" y="129"/>
                      <a:pt x="104" y="129"/>
                      <a:pt x="104" y="129"/>
                    </a:cubicBezTo>
                    <a:cubicBezTo>
                      <a:pt x="105" y="129"/>
                      <a:pt x="106" y="128"/>
                      <a:pt x="107" y="128"/>
                    </a:cubicBezTo>
                    <a:cubicBezTo>
                      <a:pt x="107" y="129"/>
                      <a:pt x="106" y="130"/>
                      <a:pt x="105" y="130"/>
                    </a:cubicBezTo>
                    <a:cubicBezTo>
                      <a:pt x="104" y="130"/>
                      <a:pt x="102" y="130"/>
                      <a:pt x="101" y="131"/>
                    </a:cubicBezTo>
                    <a:cubicBezTo>
                      <a:pt x="100" y="132"/>
                      <a:pt x="103" y="131"/>
                      <a:pt x="103" y="131"/>
                    </a:cubicBezTo>
                    <a:cubicBezTo>
                      <a:pt x="105" y="131"/>
                      <a:pt x="107" y="131"/>
                      <a:pt x="109" y="131"/>
                    </a:cubicBezTo>
                    <a:cubicBezTo>
                      <a:pt x="108" y="131"/>
                      <a:pt x="104" y="131"/>
                      <a:pt x="104" y="132"/>
                    </a:cubicBezTo>
                    <a:cubicBezTo>
                      <a:pt x="104" y="132"/>
                      <a:pt x="106" y="133"/>
                      <a:pt x="106" y="134"/>
                    </a:cubicBezTo>
                    <a:cubicBezTo>
                      <a:pt x="106" y="134"/>
                      <a:pt x="106" y="135"/>
                      <a:pt x="106" y="135"/>
                    </a:cubicBezTo>
                    <a:cubicBezTo>
                      <a:pt x="106" y="136"/>
                      <a:pt x="105" y="136"/>
                      <a:pt x="106" y="137"/>
                    </a:cubicBezTo>
                    <a:cubicBezTo>
                      <a:pt x="106" y="137"/>
                      <a:pt x="108" y="136"/>
                      <a:pt x="109" y="136"/>
                    </a:cubicBezTo>
                    <a:cubicBezTo>
                      <a:pt x="110" y="136"/>
                      <a:pt x="109" y="136"/>
                      <a:pt x="110" y="137"/>
                    </a:cubicBezTo>
                    <a:cubicBezTo>
                      <a:pt x="111" y="138"/>
                      <a:pt x="111" y="139"/>
                      <a:pt x="112" y="140"/>
                    </a:cubicBezTo>
                    <a:cubicBezTo>
                      <a:pt x="112" y="141"/>
                      <a:pt x="109" y="141"/>
                      <a:pt x="109" y="141"/>
                    </a:cubicBezTo>
                    <a:cubicBezTo>
                      <a:pt x="105" y="138"/>
                      <a:pt x="99" y="136"/>
                      <a:pt x="95" y="137"/>
                    </a:cubicBezTo>
                    <a:cubicBezTo>
                      <a:pt x="91" y="137"/>
                      <a:pt x="96" y="140"/>
                      <a:pt x="98" y="140"/>
                    </a:cubicBezTo>
                    <a:cubicBezTo>
                      <a:pt x="101" y="141"/>
                      <a:pt x="103" y="144"/>
                      <a:pt x="106" y="144"/>
                    </a:cubicBezTo>
                    <a:cubicBezTo>
                      <a:pt x="107" y="144"/>
                      <a:pt x="108" y="143"/>
                      <a:pt x="110" y="143"/>
                    </a:cubicBezTo>
                    <a:cubicBezTo>
                      <a:pt x="110" y="144"/>
                      <a:pt x="113" y="144"/>
                      <a:pt x="113" y="144"/>
                    </a:cubicBezTo>
                    <a:cubicBezTo>
                      <a:pt x="114" y="145"/>
                      <a:pt x="113" y="146"/>
                      <a:pt x="113" y="146"/>
                    </a:cubicBezTo>
                    <a:cubicBezTo>
                      <a:pt x="110" y="147"/>
                      <a:pt x="114" y="148"/>
                      <a:pt x="113" y="149"/>
                    </a:cubicBezTo>
                    <a:cubicBezTo>
                      <a:pt x="113" y="150"/>
                      <a:pt x="111" y="149"/>
                      <a:pt x="111" y="151"/>
                    </a:cubicBezTo>
                    <a:cubicBezTo>
                      <a:pt x="111" y="152"/>
                      <a:pt x="113" y="152"/>
                      <a:pt x="113" y="152"/>
                    </a:cubicBezTo>
                    <a:cubicBezTo>
                      <a:pt x="112" y="153"/>
                      <a:pt x="110" y="151"/>
                      <a:pt x="110" y="152"/>
                    </a:cubicBezTo>
                    <a:cubicBezTo>
                      <a:pt x="109" y="153"/>
                      <a:pt x="109" y="154"/>
                      <a:pt x="109" y="155"/>
                    </a:cubicBezTo>
                    <a:cubicBezTo>
                      <a:pt x="109" y="155"/>
                      <a:pt x="111" y="155"/>
                      <a:pt x="111" y="155"/>
                    </a:cubicBezTo>
                    <a:cubicBezTo>
                      <a:pt x="111" y="156"/>
                      <a:pt x="109" y="157"/>
                      <a:pt x="108" y="157"/>
                    </a:cubicBezTo>
                    <a:cubicBezTo>
                      <a:pt x="107" y="157"/>
                      <a:pt x="106" y="157"/>
                      <a:pt x="105" y="157"/>
                    </a:cubicBezTo>
                    <a:cubicBezTo>
                      <a:pt x="104" y="156"/>
                      <a:pt x="103" y="156"/>
                      <a:pt x="102" y="157"/>
                    </a:cubicBezTo>
                    <a:cubicBezTo>
                      <a:pt x="101" y="158"/>
                      <a:pt x="101" y="157"/>
                      <a:pt x="100" y="158"/>
                    </a:cubicBezTo>
                    <a:cubicBezTo>
                      <a:pt x="100" y="158"/>
                      <a:pt x="103" y="161"/>
                      <a:pt x="104" y="161"/>
                    </a:cubicBezTo>
                    <a:cubicBezTo>
                      <a:pt x="104" y="160"/>
                      <a:pt x="104" y="160"/>
                      <a:pt x="103" y="160"/>
                    </a:cubicBezTo>
                    <a:cubicBezTo>
                      <a:pt x="103" y="160"/>
                      <a:pt x="106" y="160"/>
                      <a:pt x="106" y="160"/>
                    </a:cubicBezTo>
                    <a:cubicBezTo>
                      <a:pt x="106" y="160"/>
                      <a:pt x="111" y="158"/>
                      <a:pt x="111" y="159"/>
                    </a:cubicBezTo>
                    <a:cubicBezTo>
                      <a:pt x="110" y="159"/>
                      <a:pt x="109" y="159"/>
                      <a:pt x="108" y="160"/>
                    </a:cubicBezTo>
                    <a:cubicBezTo>
                      <a:pt x="109" y="159"/>
                      <a:pt x="111" y="161"/>
                      <a:pt x="110" y="161"/>
                    </a:cubicBezTo>
                    <a:cubicBezTo>
                      <a:pt x="111" y="161"/>
                      <a:pt x="114" y="162"/>
                      <a:pt x="115" y="162"/>
                    </a:cubicBezTo>
                    <a:cubicBezTo>
                      <a:pt x="114" y="162"/>
                      <a:pt x="112" y="162"/>
                      <a:pt x="112" y="162"/>
                    </a:cubicBezTo>
                    <a:cubicBezTo>
                      <a:pt x="112" y="162"/>
                      <a:pt x="116" y="165"/>
                      <a:pt x="116" y="165"/>
                    </a:cubicBezTo>
                    <a:cubicBezTo>
                      <a:pt x="113" y="165"/>
                      <a:pt x="111" y="161"/>
                      <a:pt x="108" y="161"/>
                    </a:cubicBezTo>
                    <a:cubicBezTo>
                      <a:pt x="106" y="161"/>
                      <a:pt x="101" y="160"/>
                      <a:pt x="100" y="162"/>
                    </a:cubicBezTo>
                    <a:cubicBezTo>
                      <a:pt x="100" y="163"/>
                      <a:pt x="99" y="163"/>
                      <a:pt x="98" y="164"/>
                    </a:cubicBezTo>
                    <a:cubicBezTo>
                      <a:pt x="97" y="164"/>
                      <a:pt x="97" y="166"/>
                      <a:pt x="98" y="165"/>
                    </a:cubicBezTo>
                    <a:cubicBezTo>
                      <a:pt x="100" y="165"/>
                      <a:pt x="102" y="164"/>
                      <a:pt x="103" y="162"/>
                    </a:cubicBezTo>
                    <a:cubicBezTo>
                      <a:pt x="103" y="163"/>
                      <a:pt x="105" y="163"/>
                      <a:pt x="105" y="163"/>
                    </a:cubicBezTo>
                    <a:cubicBezTo>
                      <a:pt x="106" y="163"/>
                      <a:pt x="108" y="166"/>
                      <a:pt x="108" y="163"/>
                    </a:cubicBezTo>
                    <a:cubicBezTo>
                      <a:pt x="108" y="162"/>
                      <a:pt x="110" y="164"/>
                      <a:pt x="110" y="164"/>
                    </a:cubicBezTo>
                    <a:cubicBezTo>
                      <a:pt x="110" y="164"/>
                      <a:pt x="114" y="164"/>
                      <a:pt x="113" y="165"/>
                    </a:cubicBezTo>
                    <a:cubicBezTo>
                      <a:pt x="113" y="165"/>
                      <a:pt x="112" y="165"/>
                      <a:pt x="112" y="165"/>
                    </a:cubicBezTo>
                    <a:cubicBezTo>
                      <a:pt x="112" y="165"/>
                      <a:pt x="114" y="166"/>
                      <a:pt x="114" y="166"/>
                    </a:cubicBezTo>
                    <a:cubicBezTo>
                      <a:pt x="113" y="166"/>
                      <a:pt x="111" y="166"/>
                      <a:pt x="110" y="165"/>
                    </a:cubicBezTo>
                    <a:cubicBezTo>
                      <a:pt x="109" y="164"/>
                      <a:pt x="109" y="165"/>
                      <a:pt x="109" y="166"/>
                    </a:cubicBezTo>
                    <a:cubicBezTo>
                      <a:pt x="109" y="165"/>
                      <a:pt x="103" y="164"/>
                      <a:pt x="102" y="164"/>
                    </a:cubicBezTo>
                    <a:cubicBezTo>
                      <a:pt x="101" y="164"/>
                      <a:pt x="95" y="166"/>
                      <a:pt x="96" y="168"/>
                    </a:cubicBezTo>
                    <a:cubicBezTo>
                      <a:pt x="97" y="169"/>
                      <a:pt x="103" y="167"/>
                      <a:pt x="104" y="167"/>
                    </a:cubicBezTo>
                    <a:cubicBezTo>
                      <a:pt x="105" y="167"/>
                      <a:pt x="107" y="167"/>
                      <a:pt x="108" y="168"/>
                    </a:cubicBezTo>
                    <a:cubicBezTo>
                      <a:pt x="108" y="168"/>
                      <a:pt x="112" y="169"/>
                      <a:pt x="112" y="169"/>
                    </a:cubicBezTo>
                    <a:cubicBezTo>
                      <a:pt x="112" y="170"/>
                      <a:pt x="107" y="168"/>
                      <a:pt x="107" y="168"/>
                    </a:cubicBezTo>
                    <a:cubicBezTo>
                      <a:pt x="105" y="167"/>
                      <a:pt x="102" y="168"/>
                      <a:pt x="100" y="168"/>
                    </a:cubicBezTo>
                    <a:cubicBezTo>
                      <a:pt x="93" y="170"/>
                      <a:pt x="101" y="172"/>
                      <a:pt x="103" y="171"/>
                    </a:cubicBezTo>
                    <a:cubicBezTo>
                      <a:pt x="102" y="172"/>
                      <a:pt x="101" y="173"/>
                      <a:pt x="99" y="173"/>
                    </a:cubicBezTo>
                    <a:cubicBezTo>
                      <a:pt x="96" y="174"/>
                      <a:pt x="101" y="175"/>
                      <a:pt x="101" y="175"/>
                    </a:cubicBezTo>
                    <a:cubicBezTo>
                      <a:pt x="101" y="175"/>
                      <a:pt x="97" y="174"/>
                      <a:pt x="97" y="176"/>
                    </a:cubicBezTo>
                    <a:cubicBezTo>
                      <a:pt x="97" y="179"/>
                      <a:pt x="99" y="177"/>
                      <a:pt x="101" y="176"/>
                    </a:cubicBezTo>
                    <a:cubicBezTo>
                      <a:pt x="103" y="175"/>
                      <a:pt x="105" y="173"/>
                      <a:pt x="107" y="172"/>
                    </a:cubicBezTo>
                    <a:cubicBezTo>
                      <a:pt x="108" y="172"/>
                      <a:pt x="114" y="169"/>
                      <a:pt x="114" y="171"/>
                    </a:cubicBezTo>
                    <a:cubicBezTo>
                      <a:pt x="114" y="171"/>
                      <a:pt x="111" y="171"/>
                      <a:pt x="111" y="171"/>
                    </a:cubicBezTo>
                    <a:cubicBezTo>
                      <a:pt x="111" y="171"/>
                      <a:pt x="113" y="171"/>
                      <a:pt x="114" y="172"/>
                    </a:cubicBezTo>
                    <a:cubicBezTo>
                      <a:pt x="111" y="170"/>
                      <a:pt x="98" y="178"/>
                      <a:pt x="99" y="179"/>
                    </a:cubicBezTo>
                    <a:cubicBezTo>
                      <a:pt x="99" y="180"/>
                      <a:pt x="105" y="178"/>
                      <a:pt x="106" y="178"/>
                    </a:cubicBezTo>
                    <a:cubicBezTo>
                      <a:pt x="106" y="178"/>
                      <a:pt x="102" y="179"/>
                      <a:pt x="101" y="180"/>
                    </a:cubicBezTo>
                    <a:cubicBezTo>
                      <a:pt x="101" y="180"/>
                      <a:pt x="103" y="184"/>
                      <a:pt x="104" y="183"/>
                    </a:cubicBezTo>
                    <a:cubicBezTo>
                      <a:pt x="105" y="182"/>
                      <a:pt x="106" y="180"/>
                      <a:pt x="107" y="180"/>
                    </a:cubicBezTo>
                    <a:cubicBezTo>
                      <a:pt x="108" y="180"/>
                      <a:pt x="112" y="181"/>
                      <a:pt x="112" y="181"/>
                    </a:cubicBezTo>
                    <a:cubicBezTo>
                      <a:pt x="112" y="181"/>
                      <a:pt x="108" y="181"/>
                      <a:pt x="108" y="181"/>
                    </a:cubicBezTo>
                    <a:cubicBezTo>
                      <a:pt x="106" y="181"/>
                      <a:pt x="105" y="182"/>
                      <a:pt x="104" y="183"/>
                    </a:cubicBezTo>
                    <a:cubicBezTo>
                      <a:pt x="104" y="184"/>
                      <a:pt x="104" y="185"/>
                      <a:pt x="104" y="186"/>
                    </a:cubicBezTo>
                    <a:cubicBezTo>
                      <a:pt x="105" y="189"/>
                      <a:pt x="105" y="188"/>
                      <a:pt x="107" y="187"/>
                    </a:cubicBezTo>
                    <a:cubicBezTo>
                      <a:pt x="106" y="188"/>
                      <a:pt x="105" y="192"/>
                      <a:pt x="106" y="193"/>
                    </a:cubicBezTo>
                    <a:cubicBezTo>
                      <a:pt x="106" y="193"/>
                      <a:pt x="109" y="189"/>
                      <a:pt x="110" y="189"/>
                    </a:cubicBezTo>
                    <a:cubicBezTo>
                      <a:pt x="110" y="190"/>
                      <a:pt x="109" y="191"/>
                      <a:pt x="110" y="192"/>
                    </a:cubicBezTo>
                    <a:cubicBezTo>
                      <a:pt x="110" y="193"/>
                      <a:pt x="111" y="191"/>
                      <a:pt x="112" y="191"/>
                    </a:cubicBezTo>
                    <a:cubicBezTo>
                      <a:pt x="114" y="189"/>
                      <a:pt x="110" y="187"/>
                      <a:pt x="110" y="186"/>
                    </a:cubicBezTo>
                    <a:cubicBezTo>
                      <a:pt x="110" y="186"/>
                      <a:pt x="112" y="189"/>
                      <a:pt x="113" y="189"/>
                    </a:cubicBezTo>
                    <a:cubicBezTo>
                      <a:pt x="114" y="190"/>
                      <a:pt x="114" y="189"/>
                      <a:pt x="115" y="188"/>
                    </a:cubicBezTo>
                    <a:cubicBezTo>
                      <a:pt x="114" y="188"/>
                      <a:pt x="117" y="191"/>
                      <a:pt x="116" y="192"/>
                    </a:cubicBezTo>
                    <a:cubicBezTo>
                      <a:pt x="117" y="191"/>
                      <a:pt x="114" y="189"/>
                      <a:pt x="114" y="191"/>
                    </a:cubicBezTo>
                    <a:cubicBezTo>
                      <a:pt x="114" y="193"/>
                      <a:pt x="116" y="195"/>
                      <a:pt x="114" y="196"/>
                    </a:cubicBezTo>
                    <a:cubicBezTo>
                      <a:pt x="114" y="196"/>
                      <a:pt x="114" y="193"/>
                      <a:pt x="114" y="193"/>
                    </a:cubicBezTo>
                    <a:cubicBezTo>
                      <a:pt x="114" y="192"/>
                      <a:pt x="112" y="194"/>
                      <a:pt x="111" y="194"/>
                    </a:cubicBezTo>
                    <a:cubicBezTo>
                      <a:pt x="110" y="194"/>
                      <a:pt x="109" y="196"/>
                      <a:pt x="109" y="197"/>
                    </a:cubicBezTo>
                    <a:cubicBezTo>
                      <a:pt x="108" y="199"/>
                      <a:pt x="111" y="197"/>
                      <a:pt x="111" y="198"/>
                    </a:cubicBezTo>
                    <a:cubicBezTo>
                      <a:pt x="112" y="199"/>
                      <a:pt x="110" y="200"/>
                      <a:pt x="110" y="200"/>
                    </a:cubicBezTo>
                    <a:cubicBezTo>
                      <a:pt x="110" y="200"/>
                      <a:pt x="112" y="199"/>
                      <a:pt x="113" y="201"/>
                    </a:cubicBezTo>
                    <a:cubicBezTo>
                      <a:pt x="113" y="203"/>
                      <a:pt x="115" y="204"/>
                      <a:pt x="115" y="205"/>
                    </a:cubicBezTo>
                    <a:cubicBezTo>
                      <a:pt x="114" y="207"/>
                      <a:pt x="115" y="207"/>
                      <a:pt x="117" y="209"/>
                    </a:cubicBezTo>
                    <a:cubicBezTo>
                      <a:pt x="118" y="210"/>
                      <a:pt x="119" y="212"/>
                      <a:pt x="120" y="210"/>
                    </a:cubicBezTo>
                    <a:cubicBezTo>
                      <a:pt x="120" y="210"/>
                      <a:pt x="121" y="215"/>
                      <a:pt x="122" y="215"/>
                    </a:cubicBezTo>
                    <a:cubicBezTo>
                      <a:pt x="123" y="216"/>
                      <a:pt x="122" y="215"/>
                      <a:pt x="123" y="215"/>
                    </a:cubicBezTo>
                    <a:cubicBezTo>
                      <a:pt x="124" y="216"/>
                      <a:pt x="125" y="217"/>
                      <a:pt x="126" y="218"/>
                    </a:cubicBezTo>
                    <a:cubicBezTo>
                      <a:pt x="128" y="219"/>
                      <a:pt x="130" y="220"/>
                      <a:pt x="132" y="219"/>
                    </a:cubicBezTo>
                    <a:cubicBezTo>
                      <a:pt x="133" y="219"/>
                      <a:pt x="136" y="219"/>
                      <a:pt x="136" y="218"/>
                    </a:cubicBezTo>
                    <a:cubicBezTo>
                      <a:pt x="136" y="218"/>
                      <a:pt x="136" y="221"/>
                      <a:pt x="136" y="221"/>
                    </a:cubicBezTo>
                    <a:cubicBezTo>
                      <a:pt x="136" y="221"/>
                      <a:pt x="138" y="217"/>
                      <a:pt x="138" y="218"/>
                    </a:cubicBezTo>
                    <a:cubicBezTo>
                      <a:pt x="139" y="218"/>
                      <a:pt x="138" y="219"/>
                      <a:pt x="138" y="219"/>
                    </a:cubicBezTo>
                    <a:cubicBezTo>
                      <a:pt x="138" y="220"/>
                      <a:pt x="139" y="220"/>
                      <a:pt x="139" y="220"/>
                    </a:cubicBezTo>
                    <a:cubicBezTo>
                      <a:pt x="139" y="220"/>
                      <a:pt x="136" y="221"/>
                      <a:pt x="137" y="222"/>
                    </a:cubicBezTo>
                    <a:cubicBezTo>
                      <a:pt x="138" y="222"/>
                      <a:pt x="138" y="222"/>
                      <a:pt x="139" y="221"/>
                    </a:cubicBezTo>
                    <a:cubicBezTo>
                      <a:pt x="140" y="222"/>
                      <a:pt x="139" y="223"/>
                      <a:pt x="139" y="223"/>
                    </a:cubicBezTo>
                    <a:cubicBezTo>
                      <a:pt x="139" y="224"/>
                      <a:pt x="142" y="221"/>
                      <a:pt x="142" y="222"/>
                    </a:cubicBezTo>
                    <a:cubicBezTo>
                      <a:pt x="142" y="223"/>
                      <a:pt x="140" y="224"/>
                      <a:pt x="140" y="225"/>
                    </a:cubicBezTo>
                    <a:cubicBezTo>
                      <a:pt x="140" y="224"/>
                      <a:pt x="143" y="223"/>
                      <a:pt x="142" y="225"/>
                    </a:cubicBezTo>
                    <a:cubicBezTo>
                      <a:pt x="142" y="225"/>
                      <a:pt x="142" y="225"/>
                      <a:pt x="142" y="224"/>
                    </a:cubicBezTo>
                    <a:cubicBezTo>
                      <a:pt x="142" y="226"/>
                      <a:pt x="145" y="223"/>
                      <a:pt x="145" y="223"/>
                    </a:cubicBezTo>
                    <a:cubicBezTo>
                      <a:pt x="146" y="224"/>
                      <a:pt x="145" y="226"/>
                      <a:pt x="145" y="227"/>
                    </a:cubicBezTo>
                    <a:cubicBezTo>
                      <a:pt x="144" y="225"/>
                      <a:pt x="153" y="225"/>
                      <a:pt x="147" y="222"/>
                    </a:cubicBezTo>
                    <a:cubicBezTo>
                      <a:pt x="148" y="222"/>
                      <a:pt x="153" y="222"/>
                      <a:pt x="150" y="221"/>
                    </a:cubicBezTo>
                    <a:cubicBezTo>
                      <a:pt x="147" y="219"/>
                      <a:pt x="151" y="220"/>
                      <a:pt x="152" y="218"/>
                    </a:cubicBezTo>
                    <a:cubicBezTo>
                      <a:pt x="152" y="218"/>
                      <a:pt x="149" y="218"/>
                      <a:pt x="149" y="218"/>
                    </a:cubicBezTo>
                    <a:cubicBezTo>
                      <a:pt x="150" y="217"/>
                      <a:pt x="151" y="216"/>
                      <a:pt x="152" y="216"/>
                    </a:cubicBezTo>
                    <a:cubicBezTo>
                      <a:pt x="154" y="214"/>
                      <a:pt x="151" y="215"/>
                      <a:pt x="151" y="214"/>
                    </a:cubicBezTo>
                    <a:cubicBezTo>
                      <a:pt x="151" y="214"/>
                      <a:pt x="154" y="213"/>
                      <a:pt x="154" y="212"/>
                    </a:cubicBezTo>
                    <a:cubicBezTo>
                      <a:pt x="154" y="211"/>
                      <a:pt x="154" y="209"/>
                      <a:pt x="153" y="208"/>
                    </a:cubicBezTo>
                    <a:cubicBezTo>
                      <a:pt x="152" y="208"/>
                      <a:pt x="154" y="207"/>
                      <a:pt x="153" y="206"/>
                    </a:cubicBezTo>
                    <a:cubicBezTo>
                      <a:pt x="153" y="206"/>
                      <a:pt x="151" y="205"/>
                      <a:pt x="151" y="205"/>
                    </a:cubicBezTo>
                    <a:cubicBezTo>
                      <a:pt x="151" y="205"/>
                      <a:pt x="155" y="204"/>
                      <a:pt x="156" y="204"/>
                    </a:cubicBezTo>
                    <a:cubicBezTo>
                      <a:pt x="159" y="204"/>
                      <a:pt x="156" y="203"/>
                      <a:pt x="155" y="202"/>
                    </a:cubicBezTo>
                    <a:cubicBezTo>
                      <a:pt x="155" y="202"/>
                      <a:pt x="160" y="202"/>
                      <a:pt x="160" y="202"/>
                    </a:cubicBezTo>
                    <a:cubicBezTo>
                      <a:pt x="159" y="201"/>
                      <a:pt x="157" y="201"/>
                      <a:pt x="156" y="200"/>
                    </a:cubicBezTo>
                    <a:cubicBezTo>
                      <a:pt x="156" y="200"/>
                      <a:pt x="160" y="201"/>
                      <a:pt x="160" y="200"/>
                    </a:cubicBezTo>
                    <a:cubicBezTo>
                      <a:pt x="161" y="200"/>
                      <a:pt x="160" y="200"/>
                      <a:pt x="160" y="199"/>
                    </a:cubicBezTo>
                    <a:cubicBezTo>
                      <a:pt x="161" y="199"/>
                      <a:pt x="161" y="199"/>
                      <a:pt x="161" y="199"/>
                    </a:cubicBezTo>
                    <a:cubicBezTo>
                      <a:pt x="162" y="198"/>
                      <a:pt x="158" y="197"/>
                      <a:pt x="158" y="197"/>
                    </a:cubicBezTo>
                    <a:cubicBezTo>
                      <a:pt x="158" y="197"/>
                      <a:pt x="163" y="197"/>
                      <a:pt x="162" y="196"/>
                    </a:cubicBezTo>
                    <a:cubicBezTo>
                      <a:pt x="162" y="195"/>
                      <a:pt x="163" y="195"/>
                      <a:pt x="161" y="194"/>
                    </a:cubicBezTo>
                    <a:cubicBezTo>
                      <a:pt x="161" y="194"/>
                      <a:pt x="158" y="194"/>
                      <a:pt x="158" y="193"/>
                    </a:cubicBezTo>
                    <a:cubicBezTo>
                      <a:pt x="158" y="193"/>
                      <a:pt x="163" y="192"/>
                      <a:pt x="163" y="192"/>
                    </a:cubicBezTo>
                    <a:cubicBezTo>
                      <a:pt x="165" y="192"/>
                      <a:pt x="164" y="189"/>
                      <a:pt x="162" y="189"/>
                    </a:cubicBezTo>
                    <a:cubicBezTo>
                      <a:pt x="161" y="188"/>
                      <a:pt x="158" y="187"/>
                      <a:pt x="161" y="186"/>
                    </a:cubicBezTo>
                    <a:cubicBezTo>
                      <a:pt x="163" y="186"/>
                      <a:pt x="166" y="187"/>
                      <a:pt x="167" y="185"/>
                    </a:cubicBezTo>
                    <a:cubicBezTo>
                      <a:pt x="167" y="185"/>
                      <a:pt x="165" y="183"/>
                      <a:pt x="165" y="183"/>
                    </a:cubicBezTo>
                    <a:cubicBezTo>
                      <a:pt x="165" y="182"/>
                      <a:pt x="167" y="182"/>
                      <a:pt x="167" y="182"/>
                    </a:cubicBezTo>
                    <a:cubicBezTo>
                      <a:pt x="168" y="181"/>
                      <a:pt x="170" y="181"/>
                      <a:pt x="172" y="182"/>
                    </a:cubicBezTo>
                    <a:cubicBezTo>
                      <a:pt x="172" y="182"/>
                      <a:pt x="174" y="182"/>
                      <a:pt x="174" y="182"/>
                    </a:cubicBezTo>
                    <a:cubicBezTo>
                      <a:pt x="175" y="181"/>
                      <a:pt x="173" y="180"/>
                      <a:pt x="173" y="179"/>
                    </a:cubicBezTo>
                    <a:cubicBezTo>
                      <a:pt x="174" y="178"/>
                      <a:pt x="177" y="174"/>
                      <a:pt x="179" y="176"/>
                    </a:cubicBezTo>
                    <a:cubicBezTo>
                      <a:pt x="178" y="175"/>
                      <a:pt x="175" y="181"/>
                      <a:pt x="176" y="181"/>
                    </a:cubicBezTo>
                    <a:cubicBezTo>
                      <a:pt x="177" y="182"/>
                      <a:pt x="179" y="179"/>
                      <a:pt x="181" y="179"/>
                    </a:cubicBezTo>
                    <a:cubicBezTo>
                      <a:pt x="181" y="179"/>
                      <a:pt x="183" y="180"/>
                      <a:pt x="183" y="180"/>
                    </a:cubicBezTo>
                    <a:cubicBezTo>
                      <a:pt x="183" y="180"/>
                      <a:pt x="183" y="178"/>
                      <a:pt x="183" y="178"/>
                    </a:cubicBezTo>
                    <a:cubicBezTo>
                      <a:pt x="186" y="179"/>
                      <a:pt x="186" y="178"/>
                      <a:pt x="187" y="177"/>
                    </a:cubicBezTo>
                    <a:cubicBezTo>
                      <a:pt x="188" y="176"/>
                      <a:pt x="189" y="176"/>
                      <a:pt x="190" y="176"/>
                    </a:cubicBezTo>
                    <a:cubicBezTo>
                      <a:pt x="192" y="175"/>
                      <a:pt x="192" y="174"/>
                      <a:pt x="193" y="173"/>
                    </a:cubicBezTo>
                    <a:cubicBezTo>
                      <a:pt x="194" y="172"/>
                      <a:pt x="196" y="170"/>
                      <a:pt x="197" y="168"/>
                    </a:cubicBezTo>
                    <a:cubicBezTo>
                      <a:pt x="199" y="166"/>
                      <a:pt x="199" y="165"/>
                      <a:pt x="201" y="165"/>
                    </a:cubicBezTo>
                    <a:cubicBezTo>
                      <a:pt x="202" y="164"/>
                      <a:pt x="205" y="164"/>
                      <a:pt x="205" y="162"/>
                    </a:cubicBezTo>
                    <a:cubicBezTo>
                      <a:pt x="204" y="162"/>
                      <a:pt x="203" y="157"/>
                      <a:pt x="203" y="157"/>
                    </a:cubicBezTo>
                    <a:cubicBezTo>
                      <a:pt x="204" y="157"/>
                      <a:pt x="207" y="160"/>
                      <a:pt x="208" y="160"/>
                    </a:cubicBezTo>
                    <a:cubicBezTo>
                      <a:pt x="209" y="161"/>
                      <a:pt x="210" y="161"/>
                      <a:pt x="211" y="161"/>
                    </a:cubicBezTo>
                    <a:cubicBezTo>
                      <a:pt x="211" y="161"/>
                      <a:pt x="213" y="160"/>
                      <a:pt x="213" y="160"/>
                    </a:cubicBezTo>
                    <a:cubicBezTo>
                      <a:pt x="214" y="160"/>
                      <a:pt x="215" y="161"/>
                      <a:pt x="216" y="160"/>
                    </a:cubicBezTo>
                    <a:cubicBezTo>
                      <a:pt x="216" y="160"/>
                      <a:pt x="214" y="158"/>
                      <a:pt x="217" y="159"/>
                    </a:cubicBezTo>
                    <a:cubicBezTo>
                      <a:pt x="219" y="159"/>
                      <a:pt x="221" y="159"/>
                      <a:pt x="223" y="158"/>
                    </a:cubicBezTo>
                    <a:cubicBezTo>
                      <a:pt x="228" y="157"/>
                      <a:pt x="232" y="156"/>
                      <a:pt x="237" y="154"/>
                    </a:cubicBezTo>
                    <a:cubicBezTo>
                      <a:pt x="238" y="153"/>
                      <a:pt x="254" y="143"/>
                      <a:pt x="255" y="143"/>
                    </a:cubicBezTo>
                    <a:cubicBezTo>
                      <a:pt x="254" y="143"/>
                      <a:pt x="247" y="143"/>
                      <a:pt x="246" y="143"/>
                    </a:cubicBezTo>
                    <a:cubicBezTo>
                      <a:pt x="244" y="142"/>
                      <a:pt x="242" y="141"/>
                      <a:pt x="240" y="141"/>
                    </a:cubicBezTo>
                    <a:cubicBezTo>
                      <a:pt x="238" y="141"/>
                      <a:pt x="236" y="142"/>
                      <a:pt x="235" y="142"/>
                    </a:cubicBezTo>
                    <a:cubicBezTo>
                      <a:pt x="233" y="143"/>
                      <a:pt x="233" y="141"/>
                      <a:pt x="232" y="142"/>
                    </a:cubicBezTo>
                    <a:cubicBezTo>
                      <a:pt x="231" y="142"/>
                      <a:pt x="230" y="144"/>
                      <a:pt x="229" y="144"/>
                    </a:cubicBezTo>
                    <a:cubicBezTo>
                      <a:pt x="225" y="144"/>
                      <a:pt x="232" y="140"/>
                      <a:pt x="233" y="141"/>
                    </a:cubicBezTo>
                    <a:cubicBezTo>
                      <a:pt x="232" y="140"/>
                      <a:pt x="229" y="141"/>
                      <a:pt x="228" y="141"/>
                    </a:cubicBezTo>
                    <a:cubicBezTo>
                      <a:pt x="225" y="141"/>
                      <a:pt x="223" y="140"/>
                      <a:pt x="221" y="140"/>
                    </a:cubicBezTo>
                    <a:cubicBezTo>
                      <a:pt x="222" y="140"/>
                      <a:pt x="225" y="138"/>
                      <a:pt x="226" y="137"/>
                    </a:cubicBezTo>
                    <a:cubicBezTo>
                      <a:pt x="226" y="134"/>
                      <a:pt x="228" y="135"/>
                      <a:pt x="229" y="136"/>
                    </a:cubicBezTo>
                    <a:cubicBezTo>
                      <a:pt x="231" y="136"/>
                      <a:pt x="239" y="134"/>
                      <a:pt x="240" y="133"/>
                    </a:cubicBezTo>
                    <a:cubicBezTo>
                      <a:pt x="240" y="132"/>
                      <a:pt x="235" y="131"/>
                      <a:pt x="234" y="130"/>
                    </a:cubicBezTo>
                    <a:cubicBezTo>
                      <a:pt x="235" y="131"/>
                      <a:pt x="239" y="132"/>
                      <a:pt x="240" y="132"/>
                    </a:cubicBezTo>
                    <a:cubicBezTo>
                      <a:pt x="241" y="133"/>
                      <a:pt x="245" y="133"/>
                      <a:pt x="245" y="135"/>
                    </a:cubicBezTo>
                    <a:cubicBezTo>
                      <a:pt x="244" y="138"/>
                      <a:pt x="246" y="139"/>
                      <a:pt x="248" y="139"/>
                    </a:cubicBezTo>
                    <a:cubicBezTo>
                      <a:pt x="248" y="139"/>
                      <a:pt x="254" y="139"/>
                      <a:pt x="253" y="138"/>
                    </a:cubicBezTo>
                    <a:cubicBezTo>
                      <a:pt x="253" y="138"/>
                      <a:pt x="253" y="140"/>
                      <a:pt x="254" y="140"/>
                    </a:cubicBezTo>
                    <a:cubicBezTo>
                      <a:pt x="256" y="139"/>
                      <a:pt x="257" y="136"/>
                      <a:pt x="257" y="134"/>
                    </a:cubicBezTo>
                    <a:cubicBezTo>
                      <a:pt x="257" y="133"/>
                      <a:pt x="257" y="129"/>
                      <a:pt x="255" y="130"/>
                    </a:cubicBezTo>
                    <a:cubicBezTo>
                      <a:pt x="253" y="132"/>
                      <a:pt x="254" y="130"/>
                      <a:pt x="253" y="129"/>
                    </a:cubicBezTo>
                    <a:cubicBezTo>
                      <a:pt x="251" y="127"/>
                      <a:pt x="248" y="126"/>
                      <a:pt x="245" y="124"/>
                    </a:cubicBezTo>
                    <a:cubicBezTo>
                      <a:pt x="244" y="123"/>
                      <a:pt x="243" y="123"/>
                      <a:pt x="242" y="122"/>
                    </a:cubicBezTo>
                    <a:cubicBezTo>
                      <a:pt x="242" y="122"/>
                      <a:pt x="238" y="123"/>
                      <a:pt x="238" y="124"/>
                    </a:cubicBezTo>
                    <a:cubicBezTo>
                      <a:pt x="238" y="124"/>
                      <a:pt x="239" y="123"/>
                      <a:pt x="238" y="123"/>
                    </a:cubicBezTo>
                    <a:cubicBezTo>
                      <a:pt x="238" y="123"/>
                      <a:pt x="237" y="122"/>
                      <a:pt x="237" y="122"/>
                    </a:cubicBezTo>
                    <a:cubicBezTo>
                      <a:pt x="237" y="121"/>
                      <a:pt x="241" y="122"/>
                      <a:pt x="241" y="121"/>
                    </a:cubicBezTo>
                    <a:cubicBezTo>
                      <a:pt x="241" y="119"/>
                      <a:pt x="241" y="118"/>
                      <a:pt x="238" y="118"/>
                    </a:cubicBezTo>
                    <a:cubicBezTo>
                      <a:pt x="236" y="119"/>
                      <a:pt x="235" y="121"/>
                      <a:pt x="233" y="119"/>
                    </a:cubicBezTo>
                    <a:cubicBezTo>
                      <a:pt x="233" y="119"/>
                      <a:pt x="229" y="119"/>
                      <a:pt x="229" y="118"/>
                    </a:cubicBezTo>
                    <a:cubicBezTo>
                      <a:pt x="229" y="116"/>
                      <a:pt x="234" y="119"/>
                      <a:pt x="234" y="119"/>
                    </a:cubicBezTo>
                    <a:cubicBezTo>
                      <a:pt x="235" y="119"/>
                      <a:pt x="240" y="118"/>
                      <a:pt x="240" y="117"/>
                    </a:cubicBezTo>
                    <a:cubicBezTo>
                      <a:pt x="241" y="117"/>
                      <a:pt x="236" y="115"/>
                      <a:pt x="235" y="115"/>
                    </a:cubicBezTo>
                    <a:cubicBezTo>
                      <a:pt x="233" y="115"/>
                      <a:pt x="230" y="115"/>
                      <a:pt x="228" y="116"/>
                    </a:cubicBezTo>
                    <a:cubicBezTo>
                      <a:pt x="229" y="116"/>
                      <a:pt x="233" y="113"/>
                      <a:pt x="233" y="114"/>
                    </a:cubicBezTo>
                    <a:cubicBezTo>
                      <a:pt x="233" y="113"/>
                      <a:pt x="229" y="113"/>
                      <a:pt x="229" y="112"/>
                    </a:cubicBezTo>
                    <a:cubicBezTo>
                      <a:pt x="232" y="113"/>
                      <a:pt x="235" y="115"/>
                      <a:pt x="238" y="113"/>
                    </a:cubicBezTo>
                    <a:cubicBezTo>
                      <a:pt x="238" y="113"/>
                      <a:pt x="241" y="112"/>
                      <a:pt x="241" y="111"/>
                    </a:cubicBezTo>
                    <a:cubicBezTo>
                      <a:pt x="240" y="110"/>
                      <a:pt x="238" y="109"/>
                      <a:pt x="238" y="108"/>
                    </a:cubicBezTo>
                    <a:cubicBezTo>
                      <a:pt x="238" y="109"/>
                      <a:pt x="241" y="110"/>
                      <a:pt x="242" y="110"/>
                    </a:cubicBezTo>
                    <a:cubicBezTo>
                      <a:pt x="244" y="111"/>
                      <a:pt x="243" y="109"/>
                      <a:pt x="245" y="109"/>
                    </a:cubicBezTo>
                    <a:cubicBezTo>
                      <a:pt x="246" y="109"/>
                      <a:pt x="254" y="111"/>
                      <a:pt x="254" y="111"/>
                    </a:cubicBezTo>
                    <a:cubicBezTo>
                      <a:pt x="253" y="111"/>
                      <a:pt x="246" y="110"/>
                      <a:pt x="246" y="110"/>
                    </a:cubicBezTo>
                    <a:cubicBezTo>
                      <a:pt x="248" y="114"/>
                      <a:pt x="254" y="113"/>
                      <a:pt x="257" y="113"/>
                    </a:cubicBezTo>
                    <a:cubicBezTo>
                      <a:pt x="258" y="112"/>
                      <a:pt x="261" y="113"/>
                      <a:pt x="262" y="112"/>
                    </a:cubicBezTo>
                    <a:cubicBezTo>
                      <a:pt x="265" y="111"/>
                      <a:pt x="264" y="109"/>
                      <a:pt x="262" y="108"/>
                    </a:cubicBezTo>
                    <a:cubicBezTo>
                      <a:pt x="261" y="107"/>
                      <a:pt x="258" y="106"/>
                      <a:pt x="257" y="106"/>
                    </a:cubicBezTo>
                    <a:cubicBezTo>
                      <a:pt x="256" y="106"/>
                      <a:pt x="257" y="109"/>
                      <a:pt x="257" y="110"/>
                    </a:cubicBezTo>
                    <a:cubicBezTo>
                      <a:pt x="256" y="109"/>
                      <a:pt x="256" y="108"/>
                      <a:pt x="255" y="107"/>
                    </a:cubicBezTo>
                    <a:cubicBezTo>
                      <a:pt x="255" y="106"/>
                      <a:pt x="254" y="107"/>
                      <a:pt x="253" y="106"/>
                    </a:cubicBezTo>
                    <a:cubicBezTo>
                      <a:pt x="254" y="107"/>
                      <a:pt x="256" y="101"/>
                      <a:pt x="256" y="100"/>
                    </a:cubicBezTo>
                    <a:cubicBezTo>
                      <a:pt x="256" y="100"/>
                      <a:pt x="257" y="103"/>
                      <a:pt x="257" y="103"/>
                    </a:cubicBezTo>
                    <a:cubicBezTo>
                      <a:pt x="257" y="105"/>
                      <a:pt x="257" y="106"/>
                      <a:pt x="258" y="106"/>
                    </a:cubicBezTo>
                    <a:cubicBezTo>
                      <a:pt x="261" y="106"/>
                      <a:pt x="263" y="105"/>
                      <a:pt x="265" y="105"/>
                    </a:cubicBezTo>
                    <a:cubicBezTo>
                      <a:pt x="266" y="105"/>
                      <a:pt x="272" y="103"/>
                      <a:pt x="270" y="101"/>
                    </a:cubicBezTo>
                    <a:cubicBezTo>
                      <a:pt x="268" y="100"/>
                      <a:pt x="267" y="102"/>
                      <a:pt x="266" y="101"/>
                    </a:cubicBezTo>
                    <a:cubicBezTo>
                      <a:pt x="266" y="100"/>
                      <a:pt x="266" y="100"/>
                      <a:pt x="266" y="99"/>
                    </a:cubicBezTo>
                    <a:cubicBezTo>
                      <a:pt x="267" y="98"/>
                      <a:pt x="266" y="97"/>
                      <a:pt x="265" y="97"/>
                    </a:cubicBezTo>
                    <a:cubicBezTo>
                      <a:pt x="265" y="96"/>
                      <a:pt x="262" y="96"/>
                      <a:pt x="261" y="96"/>
                    </a:cubicBezTo>
                    <a:cubicBezTo>
                      <a:pt x="259" y="96"/>
                      <a:pt x="258" y="98"/>
                      <a:pt x="256" y="96"/>
                    </a:cubicBezTo>
                    <a:cubicBezTo>
                      <a:pt x="260" y="99"/>
                      <a:pt x="262" y="91"/>
                      <a:pt x="266" y="95"/>
                    </a:cubicBezTo>
                    <a:cubicBezTo>
                      <a:pt x="267" y="97"/>
                      <a:pt x="269" y="94"/>
                      <a:pt x="269" y="92"/>
                    </a:cubicBezTo>
                    <a:cubicBezTo>
                      <a:pt x="269" y="91"/>
                      <a:pt x="266" y="88"/>
                      <a:pt x="266" y="88"/>
                    </a:cubicBezTo>
                    <a:cubicBezTo>
                      <a:pt x="266" y="87"/>
                      <a:pt x="269" y="90"/>
                      <a:pt x="269" y="91"/>
                    </a:cubicBezTo>
                    <a:cubicBezTo>
                      <a:pt x="269" y="92"/>
                      <a:pt x="271" y="90"/>
                      <a:pt x="270" y="88"/>
                    </a:cubicBezTo>
                    <a:cubicBezTo>
                      <a:pt x="269" y="87"/>
                      <a:pt x="267" y="85"/>
                      <a:pt x="266" y="84"/>
                    </a:cubicBezTo>
                    <a:cubicBezTo>
                      <a:pt x="264" y="84"/>
                      <a:pt x="261" y="85"/>
                      <a:pt x="259" y="84"/>
                    </a:cubicBezTo>
                    <a:cubicBezTo>
                      <a:pt x="258" y="83"/>
                      <a:pt x="258" y="81"/>
                      <a:pt x="256" y="81"/>
                    </a:cubicBezTo>
                    <a:cubicBezTo>
                      <a:pt x="256" y="80"/>
                      <a:pt x="252" y="81"/>
                      <a:pt x="253" y="80"/>
                    </a:cubicBezTo>
                    <a:cubicBezTo>
                      <a:pt x="254" y="78"/>
                      <a:pt x="254" y="77"/>
                      <a:pt x="256" y="79"/>
                    </a:cubicBezTo>
                    <a:cubicBezTo>
                      <a:pt x="258" y="81"/>
                      <a:pt x="260" y="78"/>
                      <a:pt x="262" y="77"/>
                    </a:cubicBezTo>
                    <a:cubicBezTo>
                      <a:pt x="265" y="75"/>
                      <a:pt x="271" y="81"/>
                      <a:pt x="274" y="78"/>
                    </a:cubicBezTo>
                    <a:cubicBezTo>
                      <a:pt x="275" y="77"/>
                      <a:pt x="275" y="72"/>
                      <a:pt x="272" y="73"/>
                    </a:cubicBezTo>
                    <a:cubicBezTo>
                      <a:pt x="271" y="73"/>
                      <a:pt x="270" y="74"/>
                      <a:pt x="269" y="73"/>
                    </a:cubicBezTo>
                    <a:cubicBezTo>
                      <a:pt x="267" y="73"/>
                      <a:pt x="265" y="72"/>
                      <a:pt x="263" y="70"/>
                    </a:cubicBezTo>
                    <a:cubicBezTo>
                      <a:pt x="260" y="68"/>
                      <a:pt x="271" y="71"/>
                      <a:pt x="271" y="70"/>
                    </a:cubicBezTo>
                    <a:cubicBezTo>
                      <a:pt x="270" y="68"/>
                      <a:pt x="265" y="67"/>
                      <a:pt x="263" y="66"/>
                    </a:cubicBezTo>
                    <a:cubicBezTo>
                      <a:pt x="260" y="65"/>
                      <a:pt x="260" y="66"/>
                      <a:pt x="259" y="68"/>
                    </a:cubicBezTo>
                    <a:cubicBezTo>
                      <a:pt x="259" y="69"/>
                      <a:pt x="257" y="70"/>
                      <a:pt x="256" y="69"/>
                    </a:cubicBezTo>
                    <a:cubicBezTo>
                      <a:pt x="255" y="69"/>
                      <a:pt x="258" y="65"/>
                      <a:pt x="258" y="64"/>
                    </a:cubicBezTo>
                    <a:cubicBezTo>
                      <a:pt x="258" y="63"/>
                      <a:pt x="259" y="61"/>
                      <a:pt x="260" y="60"/>
                    </a:cubicBezTo>
                    <a:cubicBezTo>
                      <a:pt x="260" y="59"/>
                      <a:pt x="260" y="57"/>
                      <a:pt x="261" y="57"/>
                    </a:cubicBezTo>
                    <a:cubicBezTo>
                      <a:pt x="262" y="57"/>
                      <a:pt x="264" y="57"/>
                      <a:pt x="265" y="56"/>
                    </a:cubicBezTo>
                    <a:cubicBezTo>
                      <a:pt x="265" y="56"/>
                      <a:pt x="270" y="51"/>
                      <a:pt x="270" y="52"/>
                    </a:cubicBezTo>
                    <a:cubicBezTo>
                      <a:pt x="270" y="52"/>
                      <a:pt x="268" y="51"/>
                      <a:pt x="268" y="51"/>
                    </a:cubicBezTo>
                    <a:cubicBezTo>
                      <a:pt x="268" y="50"/>
                      <a:pt x="268" y="49"/>
                      <a:pt x="268" y="48"/>
                    </a:cubicBezTo>
                    <a:cubicBezTo>
                      <a:pt x="268" y="46"/>
                      <a:pt x="269" y="46"/>
                      <a:pt x="271" y="46"/>
                    </a:cubicBezTo>
                    <a:cubicBezTo>
                      <a:pt x="273" y="46"/>
                      <a:pt x="281" y="43"/>
                      <a:pt x="276" y="43"/>
                    </a:cubicBezTo>
                    <a:cubicBezTo>
                      <a:pt x="273" y="43"/>
                      <a:pt x="268" y="42"/>
                      <a:pt x="266" y="44"/>
                    </a:cubicBezTo>
                    <a:cubicBezTo>
                      <a:pt x="265" y="45"/>
                      <a:pt x="265" y="47"/>
                      <a:pt x="263" y="46"/>
                    </a:cubicBezTo>
                    <a:cubicBezTo>
                      <a:pt x="261" y="45"/>
                      <a:pt x="263" y="43"/>
                      <a:pt x="264" y="42"/>
                    </a:cubicBezTo>
                    <a:cubicBezTo>
                      <a:pt x="266" y="39"/>
                      <a:pt x="270" y="41"/>
                      <a:pt x="273" y="41"/>
                    </a:cubicBezTo>
                    <a:cubicBezTo>
                      <a:pt x="277" y="41"/>
                      <a:pt x="281" y="42"/>
                      <a:pt x="283" y="38"/>
                    </a:cubicBezTo>
                    <a:cubicBezTo>
                      <a:pt x="284" y="38"/>
                      <a:pt x="280" y="37"/>
                      <a:pt x="280" y="37"/>
                    </a:cubicBezTo>
                    <a:cubicBezTo>
                      <a:pt x="278" y="36"/>
                      <a:pt x="276" y="37"/>
                      <a:pt x="274" y="37"/>
                    </a:cubicBezTo>
                    <a:cubicBezTo>
                      <a:pt x="272" y="37"/>
                      <a:pt x="271" y="36"/>
                      <a:pt x="269" y="36"/>
                    </a:cubicBezTo>
                    <a:cubicBezTo>
                      <a:pt x="268" y="36"/>
                      <a:pt x="266" y="36"/>
                      <a:pt x="265" y="36"/>
                    </a:cubicBezTo>
                    <a:cubicBezTo>
                      <a:pt x="266" y="37"/>
                      <a:pt x="269" y="36"/>
                      <a:pt x="271" y="36"/>
                    </a:cubicBezTo>
                    <a:cubicBezTo>
                      <a:pt x="274" y="36"/>
                      <a:pt x="276" y="35"/>
                      <a:pt x="279" y="35"/>
                    </a:cubicBezTo>
                    <a:cubicBezTo>
                      <a:pt x="283" y="36"/>
                      <a:pt x="285" y="34"/>
                      <a:pt x="288" y="34"/>
                    </a:cubicBezTo>
                    <a:cubicBezTo>
                      <a:pt x="289" y="34"/>
                      <a:pt x="291" y="34"/>
                      <a:pt x="291" y="33"/>
                    </a:cubicBezTo>
                    <a:cubicBezTo>
                      <a:pt x="291" y="33"/>
                      <a:pt x="289" y="31"/>
                      <a:pt x="290" y="31"/>
                    </a:cubicBezTo>
                    <a:cubicBezTo>
                      <a:pt x="295" y="30"/>
                      <a:pt x="300" y="29"/>
                      <a:pt x="304" y="26"/>
                    </a:cubicBezTo>
                    <a:cubicBezTo>
                      <a:pt x="305" y="25"/>
                      <a:pt x="301" y="24"/>
                      <a:pt x="301" y="24"/>
                    </a:cubicBezTo>
                    <a:cubicBezTo>
                      <a:pt x="298" y="23"/>
                      <a:pt x="295" y="22"/>
                      <a:pt x="293" y="22"/>
                    </a:cubicBezTo>
                    <a:cubicBezTo>
                      <a:pt x="287" y="21"/>
                      <a:pt x="282" y="20"/>
                      <a:pt x="277" y="25"/>
                    </a:cubicBezTo>
                    <a:cubicBezTo>
                      <a:pt x="275" y="28"/>
                      <a:pt x="273" y="26"/>
                      <a:pt x="269" y="26"/>
                    </a:cubicBezTo>
                    <a:cubicBezTo>
                      <a:pt x="268" y="26"/>
                      <a:pt x="264" y="29"/>
                      <a:pt x="265" y="26"/>
                    </a:cubicBezTo>
                    <a:cubicBezTo>
                      <a:pt x="265" y="24"/>
                      <a:pt x="260" y="27"/>
                      <a:pt x="259" y="28"/>
                    </a:cubicBezTo>
                    <a:cubicBezTo>
                      <a:pt x="257" y="29"/>
                      <a:pt x="255" y="30"/>
                      <a:pt x="253" y="31"/>
                    </a:cubicBezTo>
                    <a:cubicBezTo>
                      <a:pt x="252" y="31"/>
                      <a:pt x="244" y="37"/>
                      <a:pt x="244" y="37"/>
                    </a:cubicBezTo>
                    <a:cubicBezTo>
                      <a:pt x="242" y="35"/>
                      <a:pt x="264" y="22"/>
                      <a:pt x="251" y="19"/>
                    </a:cubicBezTo>
                    <a:cubicBezTo>
                      <a:pt x="246" y="19"/>
                      <a:pt x="247" y="22"/>
                      <a:pt x="243" y="24"/>
                    </a:cubicBezTo>
                    <a:cubicBezTo>
                      <a:pt x="240" y="25"/>
                      <a:pt x="238" y="25"/>
                      <a:pt x="235" y="26"/>
                    </a:cubicBezTo>
                    <a:cubicBezTo>
                      <a:pt x="234" y="26"/>
                      <a:pt x="229" y="28"/>
                      <a:pt x="228" y="28"/>
                    </a:cubicBezTo>
                    <a:cubicBezTo>
                      <a:pt x="226" y="25"/>
                      <a:pt x="233" y="24"/>
                      <a:pt x="235" y="24"/>
                    </a:cubicBezTo>
                    <a:cubicBezTo>
                      <a:pt x="235" y="23"/>
                      <a:pt x="241" y="22"/>
                      <a:pt x="238" y="21"/>
                    </a:cubicBezTo>
                    <a:cubicBezTo>
                      <a:pt x="235" y="20"/>
                      <a:pt x="232" y="20"/>
                      <a:pt x="229" y="20"/>
                    </a:cubicBezTo>
                    <a:cubicBezTo>
                      <a:pt x="221" y="20"/>
                      <a:pt x="213" y="21"/>
                      <a:pt x="205" y="23"/>
                    </a:cubicBezTo>
                    <a:cubicBezTo>
                      <a:pt x="205" y="23"/>
                      <a:pt x="202" y="25"/>
                      <a:pt x="201" y="24"/>
                    </a:cubicBezTo>
                    <a:cubicBezTo>
                      <a:pt x="201" y="22"/>
                      <a:pt x="200" y="22"/>
                      <a:pt x="202" y="22"/>
                    </a:cubicBezTo>
                    <a:cubicBezTo>
                      <a:pt x="206" y="20"/>
                      <a:pt x="210" y="19"/>
                      <a:pt x="214" y="18"/>
                    </a:cubicBezTo>
                    <a:cubicBezTo>
                      <a:pt x="221" y="17"/>
                      <a:pt x="229" y="18"/>
                      <a:pt x="237" y="18"/>
                    </a:cubicBezTo>
                    <a:cubicBezTo>
                      <a:pt x="239" y="18"/>
                      <a:pt x="241" y="18"/>
                      <a:pt x="243" y="18"/>
                    </a:cubicBezTo>
                    <a:cubicBezTo>
                      <a:pt x="247" y="16"/>
                      <a:pt x="252" y="16"/>
                      <a:pt x="256" y="14"/>
                    </a:cubicBezTo>
                    <a:cubicBezTo>
                      <a:pt x="258" y="14"/>
                      <a:pt x="259" y="13"/>
                      <a:pt x="256" y="12"/>
                    </a:cubicBezTo>
                    <a:cubicBezTo>
                      <a:pt x="254" y="11"/>
                      <a:pt x="250" y="10"/>
                      <a:pt x="248" y="11"/>
                    </a:cubicBezTo>
                    <a:cubicBezTo>
                      <a:pt x="246" y="11"/>
                      <a:pt x="246" y="10"/>
                      <a:pt x="244" y="9"/>
                    </a:cubicBezTo>
                    <a:cubicBezTo>
                      <a:pt x="242" y="9"/>
                      <a:pt x="240" y="11"/>
                      <a:pt x="238" y="11"/>
                    </a:cubicBezTo>
                    <a:cubicBezTo>
                      <a:pt x="238" y="11"/>
                      <a:pt x="240" y="8"/>
                      <a:pt x="241" y="8"/>
                    </a:cubicBezTo>
                    <a:cubicBezTo>
                      <a:pt x="242" y="6"/>
                      <a:pt x="238" y="6"/>
                      <a:pt x="237" y="6"/>
                    </a:cubicBezTo>
                    <a:cubicBezTo>
                      <a:pt x="231" y="7"/>
                      <a:pt x="226" y="7"/>
                      <a:pt x="220" y="6"/>
                    </a:cubicBezTo>
                    <a:cubicBezTo>
                      <a:pt x="215" y="6"/>
                      <a:pt x="211" y="8"/>
                      <a:pt x="206" y="8"/>
                    </a:cubicBezTo>
                    <a:cubicBezTo>
                      <a:pt x="204" y="8"/>
                      <a:pt x="201" y="8"/>
                      <a:pt x="199" y="8"/>
                    </a:cubicBezTo>
                    <a:cubicBezTo>
                      <a:pt x="197" y="9"/>
                      <a:pt x="194" y="8"/>
                      <a:pt x="193" y="9"/>
                    </a:cubicBezTo>
                    <a:cubicBezTo>
                      <a:pt x="196" y="8"/>
                      <a:pt x="199" y="8"/>
                      <a:pt x="202" y="7"/>
                    </a:cubicBezTo>
                    <a:cubicBezTo>
                      <a:pt x="207" y="7"/>
                      <a:pt x="211" y="6"/>
                      <a:pt x="215" y="6"/>
                    </a:cubicBezTo>
                    <a:cubicBezTo>
                      <a:pt x="217" y="6"/>
                      <a:pt x="237" y="6"/>
                      <a:pt x="237" y="4"/>
                    </a:cubicBezTo>
                    <a:cubicBezTo>
                      <a:pt x="236" y="4"/>
                      <a:pt x="233" y="3"/>
                      <a:pt x="232" y="2"/>
                    </a:cubicBezTo>
                    <a:cubicBezTo>
                      <a:pt x="229" y="2"/>
                      <a:pt x="227" y="2"/>
                      <a:pt x="224" y="2"/>
                    </a:cubicBezTo>
                    <a:cubicBezTo>
                      <a:pt x="220" y="2"/>
                      <a:pt x="216" y="1"/>
                      <a:pt x="213" y="0"/>
                    </a:cubicBezTo>
                    <a:cubicBezTo>
                      <a:pt x="206" y="0"/>
                      <a:pt x="200" y="0"/>
                      <a:pt x="194" y="0"/>
                    </a:cubicBezTo>
                    <a:cubicBezTo>
                      <a:pt x="191" y="1"/>
                      <a:pt x="188" y="1"/>
                      <a:pt x="185" y="1"/>
                    </a:cubicBezTo>
                    <a:cubicBezTo>
                      <a:pt x="184" y="1"/>
                      <a:pt x="183" y="3"/>
                      <a:pt x="183" y="3"/>
                    </a:cubicBezTo>
                    <a:cubicBezTo>
                      <a:pt x="181" y="3"/>
                      <a:pt x="179" y="2"/>
                      <a:pt x="177" y="2"/>
                    </a:cubicBezTo>
                    <a:cubicBezTo>
                      <a:pt x="176" y="2"/>
                      <a:pt x="175" y="3"/>
                      <a:pt x="173" y="3"/>
                    </a:cubicBezTo>
                    <a:cubicBezTo>
                      <a:pt x="171" y="3"/>
                      <a:pt x="171" y="4"/>
                      <a:pt x="173" y="4"/>
                    </a:cubicBezTo>
                    <a:cubicBezTo>
                      <a:pt x="176" y="5"/>
                      <a:pt x="179" y="5"/>
                      <a:pt x="181" y="6"/>
                    </a:cubicBezTo>
                    <a:cubicBezTo>
                      <a:pt x="180" y="5"/>
                      <a:pt x="174" y="7"/>
                      <a:pt x="173" y="8"/>
                    </a:cubicBezTo>
                    <a:cubicBezTo>
                      <a:pt x="173" y="8"/>
                      <a:pt x="170" y="8"/>
                      <a:pt x="170" y="8"/>
                    </a:cubicBezTo>
                    <a:cubicBezTo>
                      <a:pt x="170" y="8"/>
                      <a:pt x="172" y="10"/>
                      <a:pt x="172" y="10"/>
                    </a:cubicBezTo>
                    <a:cubicBezTo>
                      <a:pt x="171" y="10"/>
                      <a:pt x="169" y="9"/>
                      <a:pt x="168" y="8"/>
                    </a:cubicBezTo>
                    <a:cubicBezTo>
                      <a:pt x="167" y="7"/>
                      <a:pt x="164" y="8"/>
                      <a:pt x="163" y="8"/>
                    </a:cubicBezTo>
                    <a:cubicBezTo>
                      <a:pt x="160" y="7"/>
                      <a:pt x="157" y="6"/>
                      <a:pt x="154" y="5"/>
                    </a:cubicBezTo>
                    <a:cubicBezTo>
                      <a:pt x="152" y="4"/>
                      <a:pt x="150" y="6"/>
                      <a:pt x="147" y="6"/>
                    </a:cubicBezTo>
                    <a:cubicBezTo>
                      <a:pt x="146" y="6"/>
                      <a:pt x="140" y="5"/>
                      <a:pt x="140" y="7"/>
                    </a:cubicBezTo>
                    <a:cubicBezTo>
                      <a:pt x="139" y="7"/>
                      <a:pt x="153" y="9"/>
                      <a:pt x="155" y="10"/>
                    </a:cubicBezTo>
                    <a:cubicBezTo>
                      <a:pt x="158" y="10"/>
                      <a:pt x="161" y="10"/>
                      <a:pt x="163" y="11"/>
                    </a:cubicBezTo>
                    <a:cubicBezTo>
                      <a:pt x="164" y="11"/>
                      <a:pt x="165" y="11"/>
                      <a:pt x="166" y="12"/>
                    </a:cubicBezTo>
                    <a:cubicBezTo>
                      <a:pt x="166" y="12"/>
                      <a:pt x="166" y="15"/>
                      <a:pt x="166" y="15"/>
                    </a:cubicBezTo>
                    <a:cubicBezTo>
                      <a:pt x="166" y="16"/>
                      <a:pt x="165" y="14"/>
                      <a:pt x="165" y="13"/>
                    </a:cubicBezTo>
                    <a:cubicBezTo>
                      <a:pt x="164" y="12"/>
                      <a:pt x="161" y="12"/>
                      <a:pt x="160" y="11"/>
                    </a:cubicBezTo>
                    <a:cubicBezTo>
                      <a:pt x="160" y="11"/>
                      <a:pt x="157" y="11"/>
                      <a:pt x="157" y="11"/>
                    </a:cubicBezTo>
                    <a:cubicBezTo>
                      <a:pt x="157" y="12"/>
                      <a:pt x="158" y="14"/>
                      <a:pt x="158" y="14"/>
                    </a:cubicBezTo>
                    <a:cubicBezTo>
                      <a:pt x="156" y="14"/>
                      <a:pt x="155" y="11"/>
                      <a:pt x="154" y="11"/>
                    </a:cubicBezTo>
                    <a:cubicBezTo>
                      <a:pt x="152" y="11"/>
                      <a:pt x="150" y="11"/>
                      <a:pt x="148" y="10"/>
                    </a:cubicBezTo>
                    <a:cubicBezTo>
                      <a:pt x="147" y="10"/>
                      <a:pt x="139" y="10"/>
                      <a:pt x="139" y="10"/>
                    </a:cubicBezTo>
                    <a:cubicBezTo>
                      <a:pt x="138" y="12"/>
                      <a:pt x="151" y="17"/>
                      <a:pt x="151" y="17"/>
                    </a:cubicBezTo>
                    <a:cubicBezTo>
                      <a:pt x="151" y="18"/>
                      <a:pt x="146" y="17"/>
                      <a:pt x="146" y="17"/>
                    </a:cubicBezTo>
                    <a:cubicBezTo>
                      <a:pt x="143" y="17"/>
                      <a:pt x="142" y="16"/>
                      <a:pt x="143" y="19"/>
                    </a:cubicBezTo>
                    <a:cubicBezTo>
                      <a:pt x="142" y="19"/>
                      <a:pt x="141" y="18"/>
                      <a:pt x="140" y="17"/>
                    </a:cubicBezTo>
                    <a:cubicBezTo>
                      <a:pt x="140" y="16"/>
                      <a:pt x="142" y="17"/>
                      <a:pt x="143" y="16"/>
                    </a:cubicBezTo>
                    <a:cubicBezTo>
                      <a:pt x="143" y="16"/>
                      <a:pt x="141" y="14"/>
                      <a:pt x="140" y="14"/>
                    </a:cubicBezTo>
                    <a:cubicBezTo>
                      <a:pt x="138" y="13"/>
                      <a:pt x="136" y="12"/>
                      <a:pt x="133" y="12"/>
                    </a:cubicBezTo>
                    <a:cubicBezTo>
                      <a:pt x="132" y="12"/>
                      <a:pt x="130" y="11"/>
                      <a:pt x="129" y="12"/>
                    </a:cubicBezTo>
                    <a:cubicBezTo>
                      <a:pt x="128" y="12"/>
                      <a:pt x="131" y="15"/>
                      <a:pt x="131" y="15"/>
                    </a:cubicBezTo>
                    <a:cubicBezTo>
                      <a:pt x="134" y="17"/>
                      <a:pt x="138" y="17"/>
                      <a:pt x="142" y="20"/>
                    </a:cubicBezTo>
                    <a:cubicBezTo>
                      <a:pt x="143" y="20"/>
                      <a:pt x="144" y="21"/>
                      <a:pt x="143" y="22"/>
                    </a:cubicBezTo>
                    <a:cubicBezTo>
                      <a:pt x="141" y="24"/>
                      <a:pt x="139" y="22"/>
                      <a:pt x="137" y="21"/>
                    </a:cubicBezTo>
                    <a:cubicBezTo>
                      <a:pt x="132" y="18"/>
                      <a:pt x="126" y="16"/>
                      <a:pt x="120" y="15"/>
                    </a:cubicBezTo>
                    <a:cubicBezTo>
                      <a:pt x="117" y="14"/>
                      <a:pt x="114" y="13"/>
                      <a:pt x="111" y="14"/>
                    </a:cubicBezTo>
                    <a:cubicBezTo>
                      <a:pt x="110" y="14"/>
                      <a:pt x="113" y="17"/>
                      <a:pt x="113" y="18"/>
                    </a:cubicBezTo>
                    <a:cubicBezTo>
                      <a:pt x="113" y="18"/>
                      <a:pt x="117" y="21"/>
                      <a:pt x="117" y="21"/>
                    </a:cubicBezTo>
                    <a:cubicBezTo>
                      <a:pt x="117" y="22"/>
                      <a:pt x="111" y="21"/>
                      <a:pt x="111" y="21"/>
                    </a:cubicBezTo>
                    <a:cubicBezTo>
                      <a:pt x="111" y="23"/>
                      <a:pt x="115" y="22"/>
                      <a:pt x="115" y="24"/>
                    </a:cubicBezTo>
                    <a:cubicBezTo>
                      <a:pt x="115" y="24"/>
                      <a:pt x="111" y="23"/>
                      <a:pt x="110" y="22"/>
                    </a:cubicBezTo>
                    <a:cubicBezTo>
                      <a:pt x="108" y="21"/>
                      <a:pt x="106" y="21"/>
                      <a:pt x="103" y="20"/>
                    </a:cubicBezTo>
                    <a:cubicBezTo>
                      <a:pt x="101" y="19"/>
                      <a:pt x="101" y="20"/>
                      <a:pt x="101" y="22"/>
                    </a:cubicBezTo>
                    <a:cubicBezTo>
                      <a:pt x="100" y="23"/>
                      <a:pt x="99" y="23"/>
                      <a:pt x="98" y="23"/>
                    </a:cubicBezTo>
                    <a:cubicBezTo>
                      <a:pt x="98" y="24"/>
                      <a:pt x="98" y="26"/>
                      <a:pt x="97" y="26"/>
                    </a:cubicBezTo>
                    <a:cubicBezTo>
                      <a:pt x="97" y="27"/>
                      <a:pt x="97" y="24"/>
                      <a:pt x="97" y="23"/>
                    </a:cubicBezTo>
                    <a:cubicBezTo>
                      <a:pt x="97" y="22"/>
                      <a:pt x="98" y="21"/>
                      <a:pt x="98" y="20"/>
                    </a:cubicBezTo>
                    <a:cubicBezTo>
                      <a:pt x="97" y="16"/>
                      <a:pt x="93" y="16"/>
                      <a:pt x="90" y="16"/>
                    </a:cubicBezTo>
                    <a:cubicBezTo>
                      <a:pt x="86" y="17"/>
                      <a:pt x="82" y="18"/>
                      <a:pt x="78" y="18"/>
                    </a:cubicBezTo>
                    <a:cubicBezTo>
                      <a:pt x="77" y="19"/>
                      <a:pt x="75" y="19"/>
                      <a:pt x="74" y="19"/>
                    </a:cubicBezTo>
                    <a:cubicBezTo>
                      <a:pt x="74" y="19"/>
                      <a:pt x="69" y="20"/>
                      <a:pt x="69" y="20"/>
                    </a:cubicBezTo>
                    <a:cubicBezTo>
                      <a:pt x="70" y="21"/>
                      <a:pt x="72" y="21"/>
                      <a:pt x="73" y="21"/>
                    </a:cubicBezTo>
                    <a:cubicBezTo>
                      <a:pt x="74" y="22"/>
                      <a:pt x="75" y="23"/>
                      <a:pt x="77" y="24"/>
                    </a:cubicBezTo>
                    <a:cubicBezTo>
                      <a:pt x="77" y="24"/>
                      <a:pt x="81" y="27"/>
                      <a:pt x="81" y="27"/>
                    </a:cubicBezTo>
                    <a:cubicBezTo>
                      <a:pt x="80" y="27"/>
                      <a:pt x="76" y="25"/>
                      <a:pt x="75" y="25"/>
                    </a:cubicBezTo>
                    <a:cubicBezTo>
                      <a:pt x="73" y="24"/>
                      <a:pt x="72" y="22"/>
                      <a:pt x="70" y="22"/>
                    </a:cubicBezTo>
                    <a:cubicBezTo>
                      <a:pt x="67" y="21"/>
                      <a:pt x="64" y="22"/>
                      <a:pt x="61" y="22"/>
                    </a:cubicBezTo>
                    <a:cubicBezTo>
                      <a:pt x="58" y="23"/>
                      <a:pt x="58" y="22"/>
                      <a:pt x="60" y="25"/>
                    </a:cubicBezTo>
                    <a:cubicBezTo>
                      <a:pt x="60" y="26"/>
                      <a:pt x="60" y="29"/>
                      <a:pt x="60" y="30"/>
                    </a:cubicBezTo>
                    <a:cubicBezTo>
                      <a:pt x="60" y="32"/>
                      <a:pt x="56" y="30"/>
                      <a:pt x="55" y="30"/>
                    </a:cubicBezTo>
                    <a:cubicBezTo>
                      <a:pt x="54" y="30"/>
                      <a:pt x="51" y="28"/>
                      <a:pt x="50" y="30"/>
                    </a:cubicBezTo>
                    <a:cubicBezTo>
                      <a:pt x="49" y="31"/>
                      <a:pt x="50" y="34"/>
                      <a:pt x="50" y="34"/>
                    </a:cubicBezTo>
                    <a:cubicBezTo>
                      <a:pt x="49" y="35"/>
                      <a:pt x="48" y="33"/>
                      <a:pt x="47" y="32"/>
                    </a:cubicBezTo>
                    <a:cubicBezTo>
                      <a:pt x="45" y="31"/>
                      <a:pt x="43" y="31"/>
                      <a:pt x="42" y="32"/>
                    </a:cubicBezTo>
                    <a:cubicBezTo>
                      <a:pt x="39" y="34"/>
                      <a:pt x="36" y="36"/>
                      <a:pt x="32" y="37"/>
                    </a:cubicBezTo>
                    <a:cubicBezTo>
                      <a:pt x="31" y="38"/>
                      <a:pt x="34" y="37"/>
                      <a:pt x="32" y="37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8" name="Freeform 777"/>
              <p:cNvSpPr>
                <a:spLocks/>
              </p:cNvSpPr>
              <p:nvPr/>
            </p:nvSpPr>
            <p:spPr bwMode="auto">
              <a:xfrm>
                <a:off x="9136497" y="5038398"/>
                <a:ext cx="149682" cy="105124"/>
              </a:xfrm>
              <a:custGeom>
                <a:avLst/>
                <a:gdLst>
                  <a:gd name="T0" fmla="*/ 16 w 16"/>
                  <a:gd name="T1" fmla="*/ 6 h 11"/>
                  <a:gd name="T2" fmla="*/ 11 w 16"/>
                  <a:gd name="T3" fmla="*/ 3 h 11"/>
                  <a:gd name="T4" fmla="*/ 5 w 16"/>
                  <a:gd name="T5" fmla="*/ 1 h 11"/>
                  <a:gd name="T6" fmla="*/ 1 w 16"/>
                  <a:gd name="T7" fmla="*/ 1 h 11"/>
                  <a:gd name="T8" fmla="*/ 3 w 16"/>
                  <a:gd name="T9" fmla="*/ 3 h 11"/>
                  <a:gd name="T10" fmla="*/ 1 w 16"/>
                  <a:gd name="T11" fmla="*/ 7 h 11"/>
                  <a:gd name="T12" fmla="*/ 5 w 16"/>
                  <a:gd name="T13" fmla="*/ 7 h 11"/>
                  <a:gd name="T14" fmla="*/ 5 w 16"/>
                  <a:gd name="T15" fmla="*/ 9 h 11"/>
                  <a:gd name="T16" fmla="*/ 16 w 16"/>
                  <a:gd name="T17" fmla="*/ 6 h 11"/>
                  <a:gd name="T18" fmla="*/ 16 w 16"/>
                  <a:gd name="T19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11">
                    <a:moveTo>
                      <a:pt x="16" y="6"/>
                    </a:moveTo>
                    <a:cubicBezTo>
                      <a:pt x="15" y="5"/>
                      <a:pt x="11" y="3"/>
                      <a:pt x="11" y="3"/>
                    </a:cubicBezTo>
                    <a:cubicBezTo>
                      <a:pt x="9" y="2"/>
                      <a:pt x="7" y="1"/>
                      <a:pt x="5" y="1"/>
                    </a:cubicBezTo>
                    <a:cubicBezTo>
                      <a:pt x="4" y="1"/>
                      <a:pt x="2" y="0"/>
                      <a:pt x="1" y="1"/>
                    </a:cubicBezTo>
                    <a:cubicBezTo>
                      <a:pt x="0" y="2"/>
                      <a:pt x="3" y="3"/>
                      <a:pt x="3" y="3"/>
                    </a:cubicBezTo>
                    <a:cubicBezTo>
                      <a:pt x="2" y="3"/>
                      <a:pt x="0" y="6"/>
                      <a:pt x="1" y="7"/>
                    </a:cubicBezTo>
                    <a:cubicBezTo>
                      <a:pt x="2" y="7"/>
                      <a:pt x="4" y="6"/>
                      <a:pt x="5" y="7"/>
                    </a:cubicBezTo>
                    <a:cubicBezTo>
                      <a:pt x="7" y="8"/>
                      <a:pt x="5" y="8"/>
                      <a:pt x="5" y="9"/>
                    </a:cubicBezTo>
                    <a:cubicBezTo>
                      <a:pt x="5" y="11"/>
                      <a:pt x="16" y="8"/>
                      <a:pt x="16" y="6"/>
                    </a:cubicBezTo>
                    <a:cubicBezTo>
                      <a:pt x="15" y="5"/>
                      <a:pt x="16" y="7"/>
                      <a:pt x="16" y="6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79" name="Freeform 778"/>
              <p:cNvSpPr>
                <a:spLocks/>
              </p:cNvSpPr>
              <p:nvPr/>
            </p:nvSpPr>
            <p:spPr bwMode="auto">
              <a:xfrm>
                <a:off x="9184270" y="4965129"/>
                <a:ext cx="38217" cy="19114"/>
              </a:xfrm>
              <a:custGeom>
                <a:avLst/>
                <a:gdLst>
                  <a:gd name="T0" fmla="*/ 2 w 4"/>
                  <a:gd name="T1" fmla="*/ 2 h 2"/>
                  <a:gd name="T2" fmla="*/ 2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0" y="2"/>
                      <a:pt x="1" y="0"/>
                      <a:pt x="2" y="0"/>
                    </a:cubicBezTo>
                    <a:cubicBezTo>
                      <a:pt x="3" y="0"/>
                      <a:pt x="4" y="2"/>
                      <a:pt x="2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0" name="Freeform 779"/>
              <p:cNvSpPr>
                <a:spLocks/>
              </p:cNvSpPr>
              <p:nvPr/>
            </p:nvSpPr>
            <p:spPr bwMode="auto">
              <a:xfrm>
                <a:off x="9212932" y="3859745"/>
                <a:ext cx="101909" cy="57338"/>
              </a:xfrm>
              <a:custGeom>
                <a:avLst/>
                <a:gdLst>
                  <a:gd name="T0" fmla="*/ 9 w 11"/>
                  <a:gd name="T1" fmla="*/ 4 h 6"/>
                  <a:gd name="T2" fmla="*/ 9 w 11"/>
                  <a:gd name="T3" fmla="*/ 5 h 6"/>
                  <a:gd name="T4" fmla="*/ 3 w 11"/>
                  <a:gd name="T5" fmla="*/ 4 h 6"/>
                  <a:gd name="T6" fmla="*/ 2 w 11"/>
                  <a:gd name="T7" fmla="*/ 1 h 6"/>
                  <a:gd name="T8" fmla="*/ 9 w 11"/>
                  <a:gd name="T9" fmla="*/ 4 h 6"/>
                  <a:gd name="T10" fmla="*/ 9 w 11"/>
                  <a:gd name="T11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6">
                    <a:moveTo>
                      <a:pt x="9" y="4"/>
                    </a:moveTo>
                    <a:cubicBezTo>
                      <a:pt x="11" y="5"/>
                      <a:pt x="11" y="6"/>
                      <a:pt x="9" y="5"/>
                    </a:cubicBezTo>
                    <a:cubicBezTo>
                      <a:pt x="7" y="5"/>
                      <a:pt x="4" y="4"/>
                      <a:pt x="3" y="4"/>
                    </a:cubicBezTo>
                    <a:cubicBezTo>
                      <a:pt x="2" y="3"/>
                      <a:pt x="0" y="0"/>
                      <a:pt x="2" y="1"/>
                    </a:cubicBezTo>
                    <a:cubicBezTo>
                      <a:pt x="4" y="2"/>
                      <a:pt x="7" y="3"/>
                      <a:pt x="9" y="4"/>
                    </a:cubicBezTo>
                    <a:cubicBezTo>
                      <a:pt x="11" y="5"/>
                      <a:pt x="7" y="3"/>
                      <a:pt x="9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1" name="Freeform 780"/>
              <p:cNvSpPr>
                <a:spLocks/>
              </p:cNvSpPr>
              <p:nvPr/>
            </p:nvSpPr>
            <p:spPr bwMode="auto">
              <a:xfrm>
                <a:off x="9528218" y="3776918"/>
                <a:ext cx="76432" cy="44598"/>
              </a:xfrm>
              <a:custGeom>
                <a:avLst/>
                <a:gdLst>
                  <a:gd name="T0" fmla="*/ 8 w 8"/>
                  <a:gd name="T1" fmla="*/ 3 h 5"/>
                  <a:gd name="T2" fmla="*/ 0 w 8"/>
                  <a:gd name="T3" fmla="*/ 2 h 5"/>
                  <a:gd name="T4" fmla="*/ 8 w 8"/>
                  <a:gd name="T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5">
                    <a:moveTo>
                      <a:pt x="8" y="3"/>
                    </a:moveTo>
                    <a:cubicBezTo>
                      <a:pt x="8" y="5"/>
                      <a:pt x="0" y="4"/>
                      <a:pt x="0" y="2"/>
                    </a:cubicBezTo>
                    <a:cubicBezTo>
                      <a:pt x="0" y="0"/>
                      <a:pt x="8" y="1"/>
                      <a:pt x="8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2" name="Freeform 782"/>
              <p:cNvSpPr>
                <a:spLocks/>
              </p:cNvSpPr>
              <p:nvPr/>
            </p:nvSpPr>
            <p:spPr bwMode="auto">
              <a:xfrm>
                <a:off x="10735225" y="3897972"/>
                <a:ext cx="54142" cy="38227"/>
              </a:xfrm>
              <a:custGeom>
                <a:avLst/>
                <a:gdLst>
                  <a:gd name="T0" fmla="*/ 5 w 6"/>
                  <a:gd name="T1" fmla="*/ 3 h 4"/>
                  <a:gd name="T2" fmla="*/ 1 w 6"/>
                  <a:gd name="T3" fmla="*/ 0 h 4"/>
                  <a:gd name="T4" fmla="*/ 5 w 6"/>
                  <a:gd name="T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5" y="3"/>
                    </a:moveTo>
                    <a:cubicBezTo>
                      <a:pt x="4" y="4"/>
                      <a:pt x="0" y="0"/>
                      <a:pt x="1" y="0"/>
                    </a:cubicBezTo>
                    <a:cubicBezTo>
                      <a:pt x="2" y="0"/>
                      <a:pt x="6" y="2"/>
                      <a:pt x="5" y="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3" name="Freeform 783"/>
              <p:cNvSpPr>
                <a:spLocks/>
              </p:cNvSpPr>
              <p:nvPr/>
            </p:nvSpPr>
            <p:spPr bwMode="auto">
              <a:xfrm>
                <a:off x="10808475" y="3936197"/>
                <a:ext cx="47770" cy="9558"/>
              </a:xfrm>
              <a:custGeom>
                <a:avLst/>
                <a:gdLst>
                  <a:gd name="T0" fmla="*/ 4 w 5"/>
                  <a:gd name="T1" fmla="*/ 1 h 1"/>
                  <a:gd name="T2" fmla="*/ 2 w 5"/>
                  <a:gd name="T3" fmla="*/ 0 h 1"/>
                  <a:gd name="T4" fmla="*/ 4 w 5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1">
                    <a:moveTo>
                      <a:pt x="4" y="1"/>
                    </a:moveTo>
                    <a:cubicBezTo>
                      <a:pt x="2" y="1"/>
                      <a:pt x="0" y="0"/>
                      <a:pt x="2" y="0"/>
                    </a:cubicBezTo>
                    <a:cubicBezTo>
                      <a:pt x="3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4" name="Freeform 784"/>
              <p:cNvSpPr>
                <a:spLocks/>
              </p:cNvSpPr>
              <p:nvPr/>
            </p:nvSpPr>
            <p:spPr bwMode="auto">
              <a:xfrm>
                <a:off x="10808475" y="4468183"/>
                <a:ext cx="38217" cy="66896"/>
              </a:xfrm>
              <a:custGeom>
                <a:avLst/>
                <a:gdLst>
                  <a:gd name="T0" fmla="*/ 2 w 4"/>
                  <a:gd name="T1" fmla="*/ 0 h 7"/>
                  <a:gd name="T2" fmla="*/ 4 w 4"/>
                  <a:gd name="T3" fmla="*/ 7 h 7"/>
                  <a:gd name="T4" fmla="*/ 2 w 4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7">
                    <a:moveTo>
                      <a:pt x="2" y="0"/>
                    </a:moveTo>
                    <a:cubicBezTo>
                      <a:pt x="0" y="0"/>
                      <a:pt x="3" y="7"/>
                      <a:pt x="4" y="7"/>
                    </a:cubicBezTo>
                    <a:cubicBezTo>
                      <a:pt x="4" y="7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5" name="Freeform 785"/>
              <p:cNvSpPr>
                <a:spLocks/>
              </p:cNvSpPr>
              <p:nvPr/>
            </p:nvSpPr>
            <p:spPr bwMode="auto">
              <a:xfrm>
                <a:off x="10827583" y="4589232"/>
                <a:ext cx="63695" cy="38227"/>
              </a:xfrm>
              <a:custGeom>
                <a:avLst/>
                <a:gdLst>
                  <a:gd name="T0" fmla="*/ 1 w 7"/>
                  <a:gd name="T1" fmla="*/ 0 h 4"/>
                  <a:gd name="T2" fmla="*/ 1 w 7"/>
                  <a:gd name="T3" fmla="*/ 4 h 4"/>
                  <a:gd name="T4" fmla="*/ 5 w 7"/>
                  <a:gd name="T5" fmla="*/ 4 h 4"/>
                  <a:gd name="T6" fmla="*/ 1 w 7"/>
                  <a:gd name="T7" fmla="*/ 0 h 4"/>
                  <a:gd name="T8" fmla="*/ 1 w 7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1" y="0"/>
                    </a:moveTo>
                    <a:cubicBezTo>
                      <a:pt x="0" y="1"/>
                      <a:pt x="0" y="3"/>
                      <a:pt x="1" y="4"/>
                    </a:cubicBezTo>
                    <a:cubicBezTo>
                      <a:pt x="2" y="4"/>
                      <a:pt x="3" y="4"/>
                      <a:pt x="5" y="4"/>
                    </a:cubicBezTo>
                    <a:cubicBezTo>
                      <a:pt x="7" y="4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6" name="Freeform 786"/>
              <p:cNvSpPr>
                <a:spLocks/>
              </p:cNvSpPr>
              <p:nvPr/>
            </p:nvSpPr>
            <p:spPr bwMode="auto">
              <a:xfrm>
                <a:off x="10566434" y="4796294"/>
                <a:ext cx="159235" cy="92380"/>
              </a:xfrm>
              <a:custGeom>
                <a:avLst/>
                <a:gdLst>
                  <a:gd name="T0" fmla="*/ 0 w 17"/>
                  <a:gd name="T1" fmla="*/ 4 h 10"/>
                  <a:gd name="T2" fmla="*/ 10 w 17"/>
                  <a:gd name="T3" fmla="*/ 2 h 10"/>
                  <a:gd name="T4" fmla="*/ 8 w 17"/>
                  <a:gd name="T5" fmla="*/ 4 h 10"/>
                  <a:gd name="T6" fmla="*/ 12 w 17"/>
                  <a:gd name="T7" fmla="*/ 7 h 10"/>
                  <a:gd name="T8" fmla="*/ 9 w 17"/>
                  <a:gd name="T9" fmla="*/ 7 h 10"/>
                  <a:gd name="T10" fmla="*/ 11 w 17"/>
                  <a:gd name="T11" fmla="*/ 10 h 10"/>
                  <a:gd name="T12" fmla="*/ 8 w 17"/>
                  <a:gd name="T13" fmla="*/ 9 h 10"/>
                  <a:gd name="T14" fmla="*/ 0 w 17"/>
                  <a:gd name="T15" fmla="*/ 4 h 10"/>
                  <a:gd name="T16" fmla="*/ 0 w 17"/>
                  <a:gd name="T17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0">
                    <a:moveTo>
                      <a:pt x="0" y="4"/>
                    </a:moveTo>
                    <a:cubicBezTo>
                      <a:pt x="1" y="0"/>
                      <a:pt x="7" y="2"/>
                      <a:pt x="10" y="2"/>
                    </a:cubicBezTo>
                    <a:cubicBezTo>
                      <a:pt x="17" y="3"/>
                      <a:pt x="8" y="4"/>
                      <a:pt x="8" y="4"/>
                    </a:cubicBezTo>
                    <a:cubicBezTo>
                      <a:pt x="8" y="6"/>
                      <a:pt x="12" y="5"/>
                      <a:pt x="12" y="7"/>
                    </a:cubicBezTo>
                    <a:cubicBezTo>
                      <a:pt x="12" y="7"/>
                      <a:pt x="10" y="6"/>
                      <a:pt x="9" y="7"/>
                    </a:cubicBezTo>
                    <a:cubicBezTo>
                      <a:pt x="9" y="7"/>
                      <a:pt x="12" y="10"/>
                      <a:pt x="11" y="10"/>
                    </a:cubicBezTo>
                    <a:cubicBezTo>
                      <a:pt x="10" y="10"/>
                      <a:pt x="9" y="9"/>
                      <a:pt x="8" y="9"/>
                    </a:cubicBezTo>
                    <a:cubicBezTo>
                      <a:pt x="6" y="8"/>
                      <a:pt x="0" y="7"/>
                      <a:pt x="0" y="4"/>
                    </a:cubicBezTo>
                    <a:cubicBezTo>
                      <a:pt x="0" y="3"/>
                      <a:pt x="0" y="7"/>
                      <a:pt x="0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7" name="Freeform 787"/>
              <p:cNvSpPr>
                <a:spLocks/>
              </p:cNvSpPr>
              <p:nvPr/>
            </p:nvSpPr>
            <p:spPr bwMode="auto">
              <a:xfrm>
                <a:off x="10537774" y="4777183"/>
                <a:ext cx="82803" cy="28672"/>
              </a:xfrm>
              <a:custGeom>
                <a:avLst/>
                <a:gdLst>
                  <a:gd name="T0" fmla="*/ 8 w 9"/>
                  <a:gd name="T1" fmla="*/ 1 h 3"/>
                  <a:gd name="T2" fmla="*/ 5 w 9"/>
                  <a:gd name="T3" fmla="*/ 0 h 3"/>
                  <a:gd name="T4" fmla="*/ 0 w 9"/>
                  <a:gd name="T5" fmla="*/ 0 h 3"/>
                  <a:gd name="T6" fmla="*/ 8 w 9"/>
                  <a:gd name="T7" fmla="*/ 1 h 3"/>
                  <a:gd name="T8" fmla="*/ 8 w 9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3">
                    <a:moveTo>
                      <a:pt x="8" y="1"/>
                    </a:moveTo>
                    <a:cubicBezTo>
                      <a:pt x="9" y="1"/>
                      <a:pt x="5" y="0"/>
                      <a:pt x="5" y="0"/>
                    </a:cubicBezTo>
                    <a:cubicBezTo>
                      <a:pt x="3" y="0"/>
                      <a:pt x="1" y="0"/>
                      <a:pt x="0" y="0"/>
                    </a:cubicBezTo>
                    <a:cubicBezTo>
                      <a:pt x="2" y="0"/>
                      <a:pt x="6" y="3"/>
                      <a:pt x="8" y="1"/>
                    </a:cubicBezTo>
                    <a:cubicBezTo>
                      <a:pt x="9" y="1"/>
                      <a:pt x="7" y="2"/>
                      <a:pt x="8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8" name="Freeform 788"/>
              <p:cNvSpPr>
                <a:spLocks/>
              </p:cNvSpPr>
              <p:nvPr/>
            </p:nvSpPr>
            <p:spPr bwMode="auto">
              <a:xfrm>
                <a:off x="10407201" y="4974685"/>
                <a:ext cx="121018" cy="63711"/>
              </a:xfrm>
              <a:custGeom>
                <a:avLst/>
                <a:gdLst>
                  <a:gd name="T0" fmla="*/ 12 w 13"/>
                  <a:gd name="T1" fmla="*/ 4 h 7"/>
                  <a:gd name="T2" fmla="*/ 12 w 13"/>
                  <a:gd name="T3" fmla="*/ 1 h 7"/>
                  <a:gd name="T4" fmla="*/ 7 w 13"/>
                  <a:gd name="T5" fmla="*/ 2 h 7"/>
                  <a:gd name="T6" fmla="*/ 3 w 13"/>
                  <a:gd name="T7" fmla="*/ 3 h 7"/>
                  <a:gd name="T8" fmla="*/ 0 w 13"/>
                  <a:gd name="T9" fmla="*/ 5 h 7"/>
                  <a:gd name="T10" fmla="*/ 12 w 13"/>
                  <a:gd name="T11" fmla="*/ 4 h 7"/>
                  <a:gd name="T12" fmla="*/ 12 w 13"/>
                  <a:gd name="T1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7">
                    <a:moveTo>
                      <a:pt x="12" y="4"/>
                    </a:moveTo>
                    <a:cubicBezTo>
                      <a:pt x="13" y="3"/>
                      <a:pt x="13" y="2"/>
                      <a:pt x="12" y="1"/>
                    </a:cubicBezTo>
                    <a:cubicBezTo>
                      <a:pt x="11" y="0"/>
                      <a:pt x="8" y="1"/>
                      <a:pt x="7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3" y="3"/>
                      <a:pt x="0" y="5"/>
                      <a:pt x="0" y="5"/>
                    </a:cubicBezTo>
                    <a:cubicBezTo>
                      <a:pt x="3" y="7"/>
                      <a:pt x="10" y="6"/>
                      <a:pt x="12" y="4"/>
                    </a:cubicBezTo>
                    <a:cubicBezTo>
                      <a:pt x="13" y="3"/>
                      <a:pt x="9" y="6"/>
                      <a:pt x="12" y="4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89" name="Freeform 789"/>
              <p:cNvSpPr>
                <a:spLocks/>
              </p:cNvSpPr>
              <p:nvPr/>
            </p:nvSpPr>
            <p:spPr bwMode="auto">
              <a:xfrm>
                <a:off x="9305288" y="5067067"/>
                <a:ext cx="38217" cy="57338"/>
              </a:xfrm>
              <a:custGeom>
                <a:avLst/>
                <a:gdLst>
                  <a:gd name="T0" fmla="*/ 3 w 4"/>
                  <a:gd name="T1" fmla="*/ 2 h 6"/>
                  <a:gd name="T2" fmla="*/ 1 w 4"/>
                  <a:gd name="T3" fmla="*/ 3 h 6"/>
                  <a:gd name="T4" fmla="*/ 3 w 4"/>
                  <a:gd name="T5" fmla="*/ 2 h 6"/>
                  <a:gd name="T6" fmla="*/ 3 w 4"/>
                  <a:gd name="T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6">
                    <a:moveTo>
                      <a:pt x="3" y="2"/>
                    </a:moveTo>
                    <a:cubicBezTo>
                      <a:pt x="2" y="0"/>
                      <a:pt x="1" y="1"/>
                      <a:pt x="1" y="3"/>
                    </a:cubicBezTo>
                    <a:cubicBezTo>
                      <a:pt x="0" y="6"/>
                      <a:pt x="4" y="4"/>
                      <a:pt x="3" y="2"/>
                    </a:cubicBezTo>
                    <a:cubicBezTo>
                      <a:pt x="3" y="2"/>
                      <a:pt x="4" y="3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0" name="Freeform 790"/>
              <p:cNvSpPr>
                <a:spLocks/>
              </p:cNvSpPr>
              <p:nvPr/>
            </p:nvSpPr>
            <p:spPr bwMode="auto">
              <a:xfrm>
                <a:off x="9222485" y="4946016"/>
                <a:ext cx="35033" cy="38227"/>
              </a:xfrm>
              <a:custGeom>
                <a:avLst/>
                <a:gdLst>
                  <a:gd name="T0" fmla="*/ 4 w 4"/>
                  <a:gd name="T1" fmla="*/ 2 h 4"/>
                  <a:gd name="T2" fmla="*/ 1 w 4"/>
                  <a:gd name="T3" fmla="*/ 1 h 4"/>
                  <a:gd name="T4" fmla="*/ 4 w 4"/>
                  <a:gd name="T5" fmla="*/ 2 h 4"/>
                  <a:gd name="T6" fmla="*/ 4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4" y="2"/>
                    </a:moveTo>
                    <a:cubicBezTo>
                      <a:pt x="3" y="2"/>
                      <a:pt x="1" y="0"/>
                      <a:pt x="1" y="1"/>
                    </a:cubicBezTo>
                    <a:cubicBezTo>
                      <a:pt x="0" y="4"/>
                      <a:pt x="4" y="2"/>
                      <a:pt x="4" y="2"/>
                    </a:cubicBezTo>
                    <a:cubicBezTo>
                      <a:pt x="3" y="2"/>
                      <a:pt x="4" y="2"/>
                      <a:pt x="4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1" name="Freeform 791"/>
              <p:cNvSpPr>
                <a:spLocks/>
              </p:cNvSpPr>
              <p:nvPr/>
            </p:nvSpPr>
            <p:spPr bwMode="auto">
              <a:xfrm>
                <a:off x="10865798" y="4347133"/>
                <a:ext cx="19109" cy="19114"/>
              </a:xfrm>
              <a:custGeom>
                <a:avLst/>
                <a:gdLst>
                  <a:gd name="T0" fmla="*/ 2 w 2"/>
                  <a:gd name="T1" fmla="*/ 1 h 2"/>
                  <a:gd name="T2" fmla="*/ 0 w 2"/>
                  <a:gd name="T3" fmla="*/ 2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0" y="1"/>
                      <a:pt x="0" y="2"/>
                    </a:cubicBezTo>
                    <a:cubicBezTo>
                      <a:pt x="1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2" name="Freeform 792"/>
              <p:cNvSpPr>
                <a:spLocks/>
              </p:cNvSpPr>
              <p:nvPr/>
            </p:nvSpPr>
            <p:spPr bwMode="auto">
              <a:xfrm>
                <a:off x="10789366" y="4245195"/>
                <a:ext cx="28664" cy="15928"/>
              </a:xfrm>
              <a:custGeom>
                <a:avLst/>
                <a:gdLst>
                  <a:gd name="T0" fmla="*/ 2 w 3"/>
                  <a:gd name="T1" fmla="*/ 0 h 2"/>
                  <a:gd name="T2" fmla="*/ 1 w 3"/>
                  <a:gd name="T3" fmla="*/ 1 h 2"/>
                  <a:gd name="T4" fmla="*/ 2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2" y="2"/>
                      <a:pt x="3" y="1"/>
                      <a:pt x="2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3" name="Freeform 793"/>
              <p:cNvSpPr>
                <a:spLocks/>
              </p:cNvSpPr>
              <p:nvPr/>
            </p:nvSpPr>
            <p:spPr bwMode="auto">
              <a:xfrm>
                <a:off x="10865798" y="4206968"/>
                <a:ext cx="25477" cy="28672"/>
              </a:xfrm>
              <a:custGeom>
                <a:avLst/>
                <a:gdLst>
                  <a:gd name="T0" fmla="*/ 2 w 3"/>
                  <a:gd name="T1" fmla="*/ 1 h 3"/>
                  <a:gd name="T2" fmla="*/ 1 w 3"/>
                  <a:gd name="T3" fmla="*/ 2 h 3"/>
                  <a:gd name="T4" fmla="*/ 2 w 3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1"/>
                    </a:moveTo>
                    <a:cubicBezTo>
                      <a:pt x="2" y="0"/>
                      <a:pt x="0" y="1"/>
                      <a:pt x="1" y="2"/>
                    </a:cubicBezTo>
                    <a:cubicBezTo>
                      <a:pt x="1" y="3"/>
                      <a:pt x="3" y="1"/>
                      <a:pt x="2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4" name="Freeform 794"/>
              <p:cNvSpPr>
                <a:spLocks/>
              </p:cNvSpPr>
              <p:nvPr/>
            </p:nvSpPr>
            <p:spPr bwMode="auto">
              <a:xfrm>
                <a:off x="8314841" y="4394916"/>
                <a:ext cx="47770" cy="6370"/>
              </a:xfrm>
              <a:custGeom>
                <a:avLst/>
                <a:gdLst>
                  <a:gd name="T0" fmla="*/ 5 w 5"/>
                  <a:gd name="T1" fmla="*/ 1 h 1"/>
                  <a:gd name="T2" fmla="*/ 1 w 5"/>
                  <a:gd name="T3" fmla="*/ 0 h 1"/>
                  <a:gd name="T4" fmla="*/ 5 w 5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4" y="0"/>
                      <a:pt x="0" y="0"/>
                      <a:pt x="1" y="0"/>
                    </a:cubicBezTo>
                    <a:cubicBezTo>
                      <a:pt x="2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5" name="Freeform 795"/>
              <p:cNvSpPr>
                <a:spLocks/>
              </p:cNvSpPr>
              <p:nvPr/>
            </p:nvSpPr>
            <p:spPr bwMode="auto">
              <a:xfrm>
                <a:off x="8372164" y="4394916"/>
                <a:ext cx="57323" cy="0"/>
              </a:xfrm>
              <a:custGeom>
                <a:avLst/>
                <a:gdLst>
                  <a:gd name="T0" fmla="*/ 5 w 6"/>
                  <a:gd name="T1" fmla="*/ 1 w 6"/>
                  <a:gd name="T2" fmla="*/ 5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5" y="0"/>
                    </a:moveTo>
                    <a:cubicBezTo>
                      <a:pt x="4" y="0"/>
                      <a:pt x="0" y="0"/>
                      <a:pt x="1" y="0"/>
                    </a:cubicBezTo>
                    <a:cubicBezTo>
                      <a:pt x="2" y="0"/>
                      <a:pt x="6" y="0"/>
                      <a:pt x="5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6" name="Freeform 796"/>
              <p:cNvSpPr>
                <a:spLocks/>
              </p:cNvSpPr>
              <p:nvPr/>
            </p:nvSpPr>
            <p:spPr bwMode="auto">
              <a:xfrm>
                <a:off x="9445417" y="3802407"/>
                <a:ext cx="38217" cy="19114"/>
              </a:xfrm>
              <a:custGeom>
                <a:avLst/>
                <a:gdLst>
                  <a:gd name="T0" fmla="*/ 3 w 4"/>
                  <a:gd name="T1" fmla="*/ 2 h 2"/>
                  <a:gd name="T2" fmla="*/ 2 w 4"/>
                  <a:gd name="T3" fmla="*/ 0 h 2"/>
                  <a:gd name="T4" fmla="*/ 3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3" y="2"/>
                    </a:moveTo>
                    <a:cubicBezTo>
                      <a:pt x="1" y="2"/>
                      <a:pt x="0" y="0"/>
                      <a:pt x="2" y="0"/>
                    </a:cubicBezTo>
                    <a:cubicBezTo>
                      <a:pt x="3" y="0"/>
                      <a:pt x="4" y="2"/>
                      <a:pt x="3" y="2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  <p:sp>
            <p:nvSpPr>
              <p:cNvPr id="397" name="Freeform 797"/>
              <p:cNvSpPr>
                <a:spLocks/>
              </p:cNvSpPr>
              <p:nvPr/>
            </p:nvSpPr>
            <p:spPr bwMode="auto">
              <a:xfrm>
                <a:off x="5467694" y="6086410"/>
                <a:ext cx="85988" cy="111494"/>
              </a:xfrm>
              <a:custGeom>
                <a:avLst/>
                <a:gdLst>
                  <a:gd name="T0" fmla="*/ 9 w 9"/>
                  <a:gd name="T1" fmla="*/ 11 h 12"/>
                  <a:gd name="T2" fmla="*/ 5 w 9"/>
                  <a:gd name="T3" fmla="*/ 2 h 12"/>
                  <a:gd name="T4" fmla="*/ 2 w 9"/>
                  <a:gd name="T5" fmla="*/ 2 h 12"/>
                  <a:gd name="T6" fmla="*/ 0 w 9"/>
                  <a:gd name="T7" fmla="*/ 3 h 12"/>
                  <a:gd name="T8" fmla="*/ 3 w 9"/>
                  <a:gd name="T9" fmla="*/ 5 h 12"/>
                  <a:gd name="T10" fmla="*/ 3 w 9"/>
                  <a:gd name="T11" fmla="*/ 7 h 12"/>
                  <a:gd name="T12" fmla="*/ 4 w 9"/>
                  <a:gd name="T13" fmla="*/ 7 h 12"/>
                  <a:gd name="T14" fmla="*/ 3 w 9"/>
                  <a:gd name="T15" fmla="*/ 8 h 12"/>
                  <a:gd name="T16" fmla="*/ 6 w 9"/>
                  <a:gd name="T17" fmla="*/ 11 h 12"/>
                  <a:gd name="T18" fmla="*/ 6 w 9"/>
                  <a:gd name="T19" fmla="*/ 9 h 12"/>
                  <a:gd name="T20" fmla="*/ 9 w 9"/>
                  <a:gd name="T21" fmla="*/ 11 h 12"/>
                  <a:gd name="T22" fmla="*/ 9 w 9"/>
                  <a:gd name="T23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12">
                    <a:moveTo>
                      <a:pt x="9" y="11"/>
                    </a:moveTo>
                    <a:cubicBezTo>
                      <a:pt x="8" y="8"/>
                      <a:pt x="7" y="4"/>
                      <a:pt x="5" y="2"/>
                    </a:cubicBezTo>
                    <a:cubicBezTo>
                      <a:pt x="4" y="1"/>
                      <a:pt x="3" y="0"/>
                      <a:pt x="2" y="2"/>
                    </a:cubicBezTo>
                    <a:cubicBezTo>
                      <a:pt x="2" y="2"/>
                      <a:pt x="0" y="2"/>
                      <a:pt x="0" y="3"/>
                    </a:cubicBezTo>
                    <a:cubicBezTo>
                      <a:pt x="1" y="4"/>
                      <a:pt x="3" y="3"/>
                      <a:pt x="3" y="5"/>
                    </a:cubicBezTo>
                    <a:cubicBezTo>
                      <a:pt x="3" y="6"/>
                      <a:pt x="3" y="6"/>
                      <a:pt x="3" y="7"/>
                    </a:cubicBezTo>
                    <a:cubicBezTo>
                      <a:pt x="3" y="8"/>
                      <a:pt x="4" y="7"/>
                      <a:pt x="4" y="7"/>
                    </a:cubicBezTo>
                    <a:cubicBezTo>
                      <a:pt x="5" y="8"/>
                      <a:pt x="3" y="8"/>
                      <a:pt x="3" y="8"/>
                    </a:cubicBezTo>
                    <a:cubicBezTo>
                      <a:pt x="3" y="9"/>
                      <a:pt x="5" y="11"/>
                      <a:pt x="6" y="11"/>
                    </a:cubicBezTo>
                    <a:cubicBezTo>
                      <a:pt x="6" y="11"/>
                      <a:pt x="2" y="7"/>
                      <a:pt x="6" y="9"/>
                    </a:cubicBezTo>
                    <a:cubicBezTo>
                      <a:pt x="7" y="9"/>
                      <a:pt x="9" y="12"/>
                      <a:pt x="9" y="11"/>
                    </a:cubicBezTo>
                    <a:cubicBezTo>
                      <a:pt x="8" y="10"/>
                      <a:pt x="9" y="12"/>
                      <a:pt x="9" y="1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id-ID" sz="900"/>
              </a:p>
            </p:txBody>
          </p:sp>
        </p:grpSp>
        <p:grpSp>
          <p:nvGrpSpPr>
            <p:cNvPr id="400" name="Group 2107"/>
            <p:cNvGrpSpPr>
              <a:grpSpLocks noChangeAspect="1"/>
            </p:cNvGrpSpPr>
            <p:nvPr/>
          </p:nvGrpSpPr>
          <p:grpSpPr>
            <a:xfrm>
              <a:off x="6725796" y="2203867"/>
              <a:ext cx="159574" cy="209345"/>
              <a:chOff x="0" y="0"/>
              <a:chExt cx="1270000" cy="1666117"/>
            </a:xfrm>
          </p:grpSpPr>
          <p:sp>
            <p:nvSpPr>
              <p:cNvPr id="401" name="Shape 2100"/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grpSp>
            <p:nvGrpSpPr>
              <p:cNvPr id="402" name="Group 2106"/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403" name="Group 2103"/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406" name="Shape 2101"/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  <p:sp>
                <p:nvSpPr>
                  <p:cNvPr id="407" name="Shape 2102"/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</p:grpSp>
            <p:sp>
              <p:nvSpPr>
                <p:cNvPr id="404" name="Shape 2104"/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405" name="Shape 2105"/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</p:grpSp>
        <p:grpSp>
          <p:nvGrpSpPr>
            <p:cNvPr id="416" name="Group 2107"/>
            <p:cNvGrpSpPr>
              <a:grpSpLocks noChangeAspect="1"/>
            </p:cNvGrpSpPr>
            <p:nvPr/>
          </p:nvGrpSpPr>
          <p:grpSpPr>
            <a:xfrm>
              <a:off x="8793370" y="3194010"/>
              <a:ext cx="159574" cy="209345"/>
              <a:chOff x="0" y="0"/>
              <a:chExt cx="1270000" cy="1666117"/>
            </a:xfrm>
          </p:grpSpPr>
          <p:sp>
            <p:nvSpPr>
              <p:cNvPr id="417" name="Shape 2100"/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grpSp>
            <p:nvGrpSpPr>
              <p:cNvPr id="418" name="Group 2106"/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419" name="Group 2103"/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422" name="Shape 2101"/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  <p:sp>
                <p:nvSpPr>
                  <p:cNvPr id="423" name="Shape 2102"/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</p:grpSp>
            <p:sp>
              <p:nvSpPr>
                <p:cNvPr id="420" name="Shape 2104"/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421" name="Shape 2105"/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</p:grpSp>
        <p:grpSp>
          <p:nvGrpSpPr>
            <p:cNvPr id="478" name="Group 2107">
              <a:extLst>
                <a:ext uri="{FF2B5EF4-FFF2-40B4-BE49-F238E27FC236}">
                  <a16:creationId xmlns:a16="http://schemas.microsoft.com/office/drawing/2014/main" id="{CEF5379D-C0F7-7A38-2BEF-8EAAD2BFD52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51303" y="3293929"/>
              <a:ext cx="159574" cy="209345"/>
              <a:chOff x="0" y="0"/>
              <a:chExt cx="1270000" cy="1666117"/>
            </a:xfrm>
          </p:grpSpPr>
          <p:sp>
            <p:nvSpPr>
              <p:cNvPr id="479" name="Shape 2100">
                <a:extLst>
                  <a:ext uri="{FF2B5EF4-FFF2-40B4-BE49-F238E27FC236}">
                    <a16:creationId xmlns:a16="http://schemas.microsoft.com/office/drawing/2014/main" id="{581C2984-AB3A-9E40-6A0D-AC95C0752250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grpSp>
            <p:nvGrpSpPr>
              <p:cNvPr id="480" name="Group 2106">
                <a:extLst>
                  <a:ext uri="{FF2B5EF4-FFF2-40B4-BE49-F238E27FC236}">
                    <a16:creationId xmlns:a16="http://schemas.microsoft.com/office/drawing/2014/main" id="{F005B035-4DE0-469C-C7FE-F422DFEB0D1E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481" name="Group 2103">
                  <a:extLst>
                    <a:ext uri="{FF2B5EF4-FFF2-40B4-BE49-F238E27FC236}">
                      <a16:creationId xmlns:a16="http://schemas.microsoft.com/office/drawing/2014/main" id="{B5C490A7-FBE7-5A3E-2A23-0A866E339549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484" name="Shape 2101">
                    <a:extLst>
                      <a:ext uri="{FF2B5EF4-FFF2-40B4-BE49-F238E27FC236}">
                        <a16:creationId xmlns:a16="http://schemas.microsoft.com/office/drawing/2014/main" id="{94DDEF3E-D5EA-722D-D164-597F6B521D2B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  <p:sp>
                <p:nvSpPr>
                  <p:cNvPr id="485" name="Shape 2102">
                    <a:extLst>
                      <a:ext uri="{FF2B5EF4-FFF2-40B4-BE49-F238E27FC236}">
                        <a16:creationId xmlns:a16="http://schemas.microsoft.com/office/drawing/2014/main" id="{48F5AF95-3EF4-EE6A-C9F5-C63315F04487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</p:grpSp>
            <p:sp>
              <p:nvSpPr>
                <p:cNvPr id="482" name="Shape 2104">
                  <a:extLst>
                    <a:ext uri="{FF2B5EF4-FFF2-40B4-BE49-F238E27FC236}">
                      <a16:creationId xmlns:a16="http://schemas.microsoft.com/office/drawing/2014/main" id="{85D25B27-50B8-B3C5-141B-421C45846E41}"/>
                    </a:ext>
                  </a:extLst>
                </p:cNvPr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483" name="Shape 2105">
                  <a:extLst>
                    <a:ext uri="{FF2B5EF4-FFF2-40B4-BE49-F238E27FC236}">
                      <a16:creationId xmlns:a16="http://schemas.microsoft.com/office/drawing/2014/main" id="{4F6173AF-9437-7224-149F-20118746426C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</p:grpSp>
        <p:grpSp>
          <p:nvGrpSpPr>
            <p:cNvPr id="486" name="Group 2107">
              <a:extLst>
                <a:ext uri="{FF2B5EF4-FFF2-40B4-BE49-F238E27FC236}">
                  <a16:creationId xmlns:a16="http://schemas.microsoft.com/office/drawing/2014/main" id="{62884F83-2EF5-C2C3-9C33-B221DB27470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32889" y="3079143"/>
              <a:ext cx="159574" cy="209345"/>
              <a:chOff x="1" y="1"/>
              <a:chExt cx="1270000" cy="1666116"/>
            </a:xfrm>
          </p:grpSpPr>
          <p:sp>
            <p:nvSpPr>
              <p:cNvPr id="487" name="Shape 2100">
                <a:extLst>
                  <a:ext uri="{FF2B5EF4-FFF2-40B4-BE49-F238E27FC236}">
                    <a16:creationId xmlns:a16="http://schemas.microsoft.com/office/drawing/2014/main" id="{109DC4CD-0DB3-E5B4-DF6E-F4EA0FE06031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aleway" panose="020B0003030101060003" pitchFamily="34" charset="0"/>
                </a:endParaRPr>
              </a:p>
            </p:txBody>
          </p:sp>
          <p:grpSp>
            <p:nvGrpSpPr>
              <p:cNvPr id="488" name="Group 2106">
                <a:extLst>
                  <a:ext uri="{FF2B5EF4-FFF2-40B4-BE49-F238E27FC236}">
                    <a16:creationId xmlns:a16="http://schemas.microsoft.com/office/drawing/2014/main" id="{6A7AC80D-F080-61B6-8412-5CFC83B6E472}"/>
                  </a:ext>
                </a:extLst>
              </p:cNvPr>
              <p:cNvGrpSpPr/>
              <p:nvPr/>
            </p:nvGrpSpPr>
            <p:grpSpPr>
              <a:xfrm>
                <a:off x="1" y="1"/>
                <a:ext cx="1270000" cy="1594970"/>
                <a:chOff x="1" y="1"/>
                <a:chExt cx="1270000" cy="1594969"/>
              </a:xfrm>
            </p:grpSpPr>
            <p:grpSp>
              <p:nvGrpSpPr>
                <p:cNvPr id="489" name="Group 2103">
                  <a:extLst>
                    <a:ext uri="{FF2B5EF4-FFF2-40B4-BE49-F238E27FC236}">
                      <a16:creationId xmlns:a16="http://schemas.microsoft.com/office/drawing/2014/main" id="{1ED5DB70-B90E-1D7E-4538-D913F9FA2192}"/>
                    </a:ext>
                  </a:extLst>
                </p:cNvPr>
                <p:cNvGrpSpPr/>
                <p:nvPr/>
              </p:nvGrpSpPr>
              <p:grpSpPr>
                <a:xfrm>
                  <a:off x="1" y="1"/>
                  <a:ext cx="1270000" cy="1594969"/>
                  <a:chOff x="1" y="1"/>
                  <a:chExt cx="1270000" cy="1594968"/>
                </a:xfrm>
              </p:grpSpPr>
              <p:sp>
                <p:nvSpPr>
                  <p:cNvPr id="492" name="Shape 2101">
                    <a:extLst>
                      <a:ext uri="{FF2B5EF4-FFF2-40B4-BE49-F238E27FC236}">
                        <a16:creationId xmlns:a16="http://schemas.microsoft.com/office/drawing/2014/main" id="{9D50CF40-884E-CD0D-3D09-EB33178B0E5D}"/>
                      </a:ext>
                    </a:extLst>
                  </p:cNvPr>
                  <p:cNvSpPr/>
                  <p:nvPr/>
                </p:nvSpPr>
                <p:spPr>
                  <a:xfrm>
                    <a:off x="1" y="1"/>
                    <a:ext cx="1270000" cy="126999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  <p:sp>
                <p:nvSpPr>
                  <p:cNvPr id="493" name="Shape 2102">
                    <a:extLst>
                      <a:ext uri="{FF2B5EF4-FFF2-40B4-BE49-F238E27FC236}">
                        <a16:creationId xmlns:a16="http://schemas.microsoft.com/office/drawing/2014/main" id="{C479E9C1-CD6D-C484-7929-9CCA88700137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</p:grpSp>
            <p:sp>
              <p:nvSpPr>
                <p:cNvPr id="490" name="Shape 2104">
                  <a:extLst>
                    <a:ext uri="{FF2B5EF4-FFF2-40B4-BE49-F238E27FC236}">
                      <a16:creationId xmlns:a16="http://schemas.microsoft.com/office/drawing/2014/main" id="{382CFB7F-D0D6-AAAC-C9E4-C169CCF11010}"/>
                    </a:ext>
                  </a:extLst>
                </p:cNvPr>
                <p:cNvSpPr/>
                <p:nvPr/>
              </p:nvSpPr>
              <p:spPr>
                <a:xfrm>
                  <a:off x="168622" y="169067"/>
                  <a:ext cx="932751" cy="93275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  <p:sp>
              <p:nvSpPr>
                <p:cNvPr id="491" name="Shape 2105">
                  <a:extLst>
                    <a:ext uri="{FF2B5EF4-FFF2-40B4-BE49-F238E27FC236}">
                      <a16:creationId xmlns:a16="http://schemas.microsoft.com/office/drawing/2014/main" id="{76B07EBD-2C03-B175-A22A-658C5D3FA35A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</p:grpSp>
        </p:grpSp>
        <p:grpSp>
          <p:nvGrpSpPr>
            <p:cNvPr id="494" name="Group 2107">
              <a:extLst>
                <a:ext uri="{FF2B5EF4-FFF2-40B4-BE49-F238E27FC236}">
                  <a16:creationId xmlns:a16="http://schemas.microsoft.com/office/drawing/2014/main" id="{67D3A14C-10DC-53B6-FB97-E354264E7F6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90838" y="2431845"/>
              <a:ext cx="159574" cy="209345"/>
              <a:chOff x="0" y="0"/>
              <a:chExt cx="1270000" cy="1666117"/>
            </a:xfrm>
          </p:grpSpPr>
          <p:sp>
            <p:nvSpPr>
              <p:cNvPr id="495" name="Shape 2100">
                <a:extLst>
                  <a:ext uri="{FF2B5EF4-FFF2-40B4-BE49-F238E27FC236}">
                    <a16:creationId xmlns:a16="http://schemas.microsoft.com/office/drawing/2014/main" id="{343F1EAC-1FA6-C2AE-6ABF-705390E7E54C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aleway" panose="020B0003030101060003" pitchFamily="34" charset="0"/>
                </a:endParaRPr>
              </a:p>
            </p:txBody>
          </p:sp>
          <p:grpSp>
            <p:nvGrpSpPr>
              <p:cNvPr id="496" name="Group 2106">
                <a:extLst>
                  <a:ext uri="{FF2B5EF4-FFF2-40B4-BE49-F238E27FC236}">
                    <a16:creationId xmlns:a16="http://schemas.microsoft.com/office/drawing/2014/main" id="{2D0715B4-ABB0-1F68-DFD4-7A1C67DCF10A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497" name="Group 2103">
                  <a:extLst>
                    <a:ext uri="{FF2B5EF4-FFF2-40B4-BE49-F238E27FC236}">
                      <a16:creationId xmlns:a16="http://schemas.microsoft.com/office/drawing/2014/main" id="{9D5D860B-C43A-9AA0-5D39-92B09C6DB254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500" name="Shape 2101">
                    <a:extLst>
                      <a:ext uri="{FF2B5EF4-FFF2-40B4-BE49-F238E27FC236}">
                        <a16:creationId xmlns:a16="http://schemas.microsoft.com/office/drawing/2014/main" id="{94A047BB-2497-F037-92C3-07B753B24EC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  <p:sp>
                <p:nvSpPr>
                  <p:cNvPr id="501" name="Shape 2102">
                    <a:extLst>
                      <a:ext uri="{FF2B5EF4-FFF2-40B4-BE49-F238E27FC236}">
                        <a16:creationId xmlns:a16="http://schemas.microsoft.com/office/drawing/2014/main" id="{535E7AB9-1D22-9811-2E4E-B00BBB69C572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</p:grpSp>
            <p:sp>
              <p:nvSpPr>
                <p:cNvPr id="498" name="Shape 2104">
                  <a:extLst>
                    <a:ext uri="{FF2B5EF4-FFF2-40B4-BE49-F238E27FC236}">
                      <a16:creationId xmlns:a16="http://schemas.microsoft.com/office/drawing/2014/main" id="{E09342F1-D058-CF87-EEDD-6C2CF4E28053}"/>
                    </a:ext>
                  </a:extLst>
                </p:cNvPr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  <p:sp>
              <p:nvSpPr>
                <p:cNvPr id="499" name="Shape 2105">
                  <a:extLst>
                    <a:ext uri="{FF2B5EF4-FFF2-40B4-BE49-F238E27FC236}">
                      <a16:creationId xmlns:a16="http://schemas.microsoft.com/office/drawing/2014/main" id="{445E0E3B-C989-1F65-F990-B8473F5DBCEE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</p:grpSp>
        </p:grpSp>
        <p:grpSp>
          <p:nvGrpSpPr>
            <p:cNvPr id="502" name="Group 2107">
              <a:extLst>
                <a:ext uri="{FF2B5EF4-FFF2-40B4-BE49-F238E27FC236}">
                  <a16:creationId xmlns:a16="http://schemas.microsoft.com/office/drawing/2014/main" id="{2D0C7CFA-65C9-079F-B5B6-6636131631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2754" y="2500403"/>
              <a:ext cx="159574" cy="209345"/>
              <a:chOff x="0" y="0"/>
              <a:chExt cx="1270000" cy="1666117"/>
            </a:xfrm>
          </p:grpSpPr>
          <p:sp>
            <p:nvSpPr>
              <p:cNvPr id="503" name="Shape 2100">
                <a:extLst>
                  <a:ext uri="{FF2B5EF4-FFF2-40B4-BE49-F238E27FC236}">
                    <a16:creationId xmlns:a16="http://schemas.microsoft.com/office/drawing/2014/main" id="{BFA1E4DF-1AD8-A71A-1257-9CB772D51DC8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aleway" panose="020B0003030101060003" pitchFamily="34" charset="0"/>
                </a:endParaRPr>
              </a:p>
            </p:txBody>
          </p:sp>
          <p:grpSp>
            <p:nvGrpSpPr>
              <p:cNvPr id="504" name="Group 2106">
                <a:extLst>
                  <a:ext uri="{FF2B5EF4-FFF2-40B4-BE49-F238E27FC236}">
                    <a16:creationId xmlns:a16="http://schemas.microsoft.com/office/drawing/2014/main" id="{312D291C-FBCB-CFBA-A895-6D243C4032EA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505" name="Group 2103">
                  <a:extLst>
                    <a:ext uri="{FF2B5EF4-FFF2-40B4-BE49-F238E27FC236}">
                      <a16:creationId xmlns:a16="http://schemas.microsoft.com/office/drawing/2014/main" id="{756C6BF1-F2FF-0089-5BAC-EB89F274E6C0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508" name="Shape 2101">
                    <a:extLst>
                      <a:ext uri="{FF2B5EF4-FFF2-40B4-BE49-F238E27FC236}">
                        <a16:creationId xmlns:a16="http://schemas.microsoft.com/office/drawing/2014/main" id="{6C8D0247-ADF1-4497-F914-7FA4FCBBA3A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  <p:sp>
                <p:nvSpPr>
                  <p:cNvPr id="509" name="Shape 2102">
                    <a:extLst>
                      <a:ext uri="{FF2B5EF4-FFF2-40B4-BE49-F238E27FC236}">
                        <a16:creationId xmlns:a16="http://schemas.microsoft.com/office/drawing/2014/main" id="{546C7F52-D994-07AF-766D-7F7C2DF79413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</p:grpSp>
            <p:sp>
              <p:nvSpPr>
                <p:cNvPr id="506" name="Shape 2104">
                  <a:extLst>
                    <a:ext uri="{FF2B5EF4-FFF2-40B4-BE49-F238E27FC236}">
                      <a16:creationId xmlns:a16="http://schemas.microsoft.com/office/drawing/2014/main" id="{CE1628A7-6FB2-5638-8E06-FBBEC5C260C7}"/>
                    </a:ext>
                  </a:extLst>
                </p:cNvPr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  <p:sp>
              <p:nvSpPr>
                <p:cNvPr id="507" name="Shape 2105">
                  <a:extLst>
                    <a:ext uri="{FF2B5EF4-FFF2-40B4-BE49-F238E27FC236}">
                      <a16:creationId xmlns:a16="http://schemas.microsoft.com/office/drawing/2014/main" id="{854161DD-5BB2-2B60-BEEE-188EFDF7F99C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</p:grpSp>
        </p:grpSp>
        <p:grpSp>
          <p:nvGrpSpPr>
            <p:cNvPr id="510" name="Group 2107">
              <a:extLst>
                <a:ext uri="{FF2B5EF4-FFF2-40B4-BE49-F238E27FC236}">
                  <a16:creationId xmlns:a16="http://schemas.microsoft.com/office/drawing/2014/main" id="{FAB392FA-5880-7125-B33C-8BF8A10F19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924998" y="2397176"/>
              <a:ext cx="159574" cy="209345"/>
              <a:chOff x="0" y="0"/>
              <a:chExt cx="1270000" cy="1666117"/>
            </a:xfrm>
          </p:grpSpPr>
          <p:sp>
            <p:nvSpPr>
              <p:cNvPr id="511" name="Shape 2100">
                <a:extLst>
                  <a:ext uri="{FF2B5EF4-FFF2-40B4-BE49-F238E27FC236}">
                    <a16:creationId xmlns:a16="http://schemas.microsoft.com/office/drawing/2014/main" id="{FD106C6E-1AD4-D98D-B4F5-78F2EEB5EE3E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aleway" panose="020B0003030101060003" pitchFamily="34" charset="0"/>
                </a:endParaRPr>
              </a:p>
            </p:txBody>
          </p:sp>
          <p:grpSp>
            <p:nvGrpSpPr>
              <p:cNvPr id="432" name="Group 2106">
                <a:extLst>
                  <a:ext uri="{FF2B5EF4-FFF2-40B4-BE49-F238E27FC236}">
                    <a16:creationId xmlns:a16="http://schemas.microsoft.com/office/drawing/2014/main" id="{756C806A-4DA3-3345-5429-6B1BB7210CE7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433" name="Group 2103">
                  <a:extLst>
                    <a:ext uri="{FF2B5EF4-FFF2-40B4-BE49-F238E27FC236}">
                      <a16:creationId xmlns:a16="http://schemas.microsoft.com/office/drawing/2014/main" id="{C7C9D6A6-69FA-A1D5-980B-095B861E4F84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436" name="Shape 2101">
                    <a:extLst>
                      <a:ext uri="{FF2B5EF4-FFF2-40B4-BE49-F238E27FC236}">
                        <a16:creationId xmlns:a16="http://schemas.microsoft.com/office/drawing/2014/main" id="{79F54915-8DCC-18E0-E0F6-7E1E59B97E9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  <p:sp>
                <p:nvSpPr>
                  <p:cNvPr id="437" name="Shape 2102">
                    <a:extLst>
                      <a:ext uri="{FF2B5EF4-FFF2-40B4-BE49-F238E27FC236}">
                        <a16:creationId xmlns:a16="http://schemas.microsoft.com/office/drawing/2014/main" id="{756AA884-A21F-08FD-0084-2688F76BFB8C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</p:grpSp>
            <p:sp>
              <p:nvSpPr>
                <p:cNvPr id="434" name="Shape 2104">
                  <a:extLst>
                    <a:ext uri="{FF2B5EF4-FFF2-40B4-BE49-F238E27FC236}">
                      <a16:creationId xmlns:a16="http://schemas.microsoft.com/office/drawing/2014/main" id="{64EF5668-33AF-2095-C5F6-641DADB49867}"/>
                    </a:ext>
                  </a:extLst>
                </p:cNvPr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  <p:sp>
              <p:nvSpPr>
                <p:cNvPr id="435" name="Shape 2105">
                  <a:extLst>
                    <a:ext uri="{FF2B5EF4-FFF2-40B4-BE49-F238E27FC236}">
                      <a16:creationId xmlns:a16="http://schemas.microsoft.com/office/drawing/2014/main" id="{00F0B31B-CE57-9B1B-5661-4F4D8BE9C093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</p:grpSp>
        </p:grpSp>
        <p:grpSp>
          <p:nvGrpSpPr>
            <p:cNvPr id="408" name="Group 2107"/>
            <p:cNvGrpSpPr>
              <a:grpSpLocks noChangeAspect="1"/>
            </p:cNvGrpSpPr>
            <p:nvPr/>
          </p:nvGrpSpPr>
          <p:grpSpPr>
            <a:xfrm>
              <a:off x="4923087" y="2585278"/>
              <a:ext cx="159574" cy="209345"/>
              <a:chOff x="0" y="0"/>
              <a:chExt cx="1270000" cy="1666117"/>
            </a:xfrm>
          </p:grpSpPr>
          <p:sp>
            <p:nvSpPr>
              <p:cNvPr id="409" name="Shape 2100"/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aleway" panose="020B0003030101060003" pitchFamily="34" charset="0"/>
                </a:endParaRPr>
              </a:p>
            </p:txBody>
          </p:sp>
          <p:grpSp>
            <p:nvGrpSpPr>
              <p:cNvPr id="410" name="Group 2106"/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411" name="Group 2103"/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414" name="Shape 2101"/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  <p:sp>
                <p:nvSpPr>
                  <p:cNvPr id="415" name="Shape 2102"/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aleway" panose="020B0003030101060003" pitchFamily="34" charset="0"/>
                    </a:endParaRPr>
                  </a:p>
                </p:txBody>
              </p:sp>
            </p:grpSp>
            <p:sp>
              <p:nvSpPr>
                <p:cNvPr id="412" name="Shape 2104"/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  <p:sp>
              <p:nvSpPr>
                <p:cNvPr id="413" name="Shape 2105"/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</p:grpSp>
        </p:grpSp>
        <p:grpSp>
          <p:nvGrpSpPr>
            <p:cNvPr id="438" name="Group 2107">
              <a:extLst>
                <a:ext uri="{FF2B5EF4-FFF2-40B4-BE49-F238E27FC236}">
                  <a16:creationId xmlns:a16="http://schemas.microsoft.com/office/drawing/2014/main" id="{72F625EB-EF29-9679-4A2E-8735751742D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74338" y="2188704"/>
              <a:ext cx="159574" cy="209345"/>
              <a:chOff x="0" y="0"/>
              <a:chExt cx="1270000" cy="1666117"/>
            </a:xfrm>
          </p:grpSpPr>
          <p:sp>
            <p:nvSpPr>
              <p:cNvPr id="439" name="Shape 2100">
                <a:extLst>
                  <a:ext uri="{FF2B5EF4-FFF2-40B4-BE49-F238E27FC236}">
                    <a16:creationId xmlns:a16="http://schemas.microsoft.com/office/drawing/2014/main" id="{BB6289C2-DF4D-B3EC-DCC8-55727D85D98F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grpSp>
            <p:nvGrpSpPr>
              <p:cNvPr id="512" name="Group 2106">
                <a:extLst>
                  <a:ext uri="{FF2B5EF4-FFF2-40B4-BE49-F238E27FC236}">
                    <a16:creationId xmlns:a16="http://schemas.microsoft.com/office/drawing/2014/main" id="{559BBD63-EF67-49CC-1D2D-C10B27DE7852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513" name="Group 2103">
                  <a:extLst>
                    <a:ext uri="{FF2B5EF4-FFF2-40B4-BE49-F238E27FC236}">
                      <a16:creationId xmlns:a16="http://schemas.microsoft.com/office/drawing/2014/main" id="{EDD012EC-22F8-A465-172E-CBACC4C073F6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516" name="Shape 2101">
                    <a:extLst>
                      <a:ext uri="{FF2B5EF4-FFF2-40B4-BE49-F238E27FC236}">
                        <a16:creationId xmlns:a16="http://schemas.microsoft.com/office/drawing/2014/main" id="{233D4ED3-F318-F3DF-FBCA-16D4B4C4366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  <p:sp>
                <p:nvSpPr>
                  <p:cNvPr id="517" name="Shape 2102">
                    <a:extLst>
                      <a:ext uri="{FF2B5EF4-FFF2-40B4-BE49-F238E27FC236}">
                        <a16:creationId xmlns:a16="http://schemas.microsoft.com/office/drawing/2014/main" id="{5B1EC069-CCF1-74F5-6057-DB4A6F0BC966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</p:grpSp>
            <p:sp>
              <p:nvSpPr>
                <p:cNvPr id="514" name="Shape 2104">
                  <a:extLst>
                    <a:ext uri="{FF2B5EF4-FFF2-40B4-BE49-F238E27FC236}">
                      <a16:creationId xmlns:a16="http://schemas.microsoft.com/office/drawing/2014/main" id="{D327F5C6-25C6-2762-4CE3-D79B9E3C0CAC}"/>
                    </a:ext>
                  </a:extLst>
                </p:cNvPr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515" name="Shape 2105">
                  <a:extLst>
                    <a:ext uri="{FF2B5EF4-FFF2-40B4-BE49-F238E27FC236}">
                      <a16:creationId xmlns:a16="http://schemas.microsoft.com/office/drawing/2014/main" id="{3DE7038E-3308-2B10-D66D-9617C4CC61A4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</p:grpSp>
        <p:grpSp>
          <p:nvGrpSpPr>
            <p:cNvPr id="518" name="Group 2107">
              <a:extLst>
                <a:ext uri="{FF2B5EF4-FFF2-40B4-BE49-F238E27FC236}">
                  <a16:creationId xmlns:a16="http://schemas.microsoft.com/office/drawing/2014/main" id="{E8CE9BF9-B2AA-66D6-12C8-0F745C1B412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64687" y="3104692"/>
              <a:ext cx="159574" cy="209345"/>
              <a:chOff x="0" y="0"/>
              <a:chExt cx="1270000" cy="1666117"/>
            </a:xfrm>
          </p:grpSpPr>
          <p:sp>
            <p:nvSpPr>
              <p:cNvPr id="519" name="Shape 2100">
                <a:extLst>
                  <a:ext uri="{FF2B5EF4-FFF2-40B4-BE49-F238E27FC236}">
                    <a16:creationId xmlns:a16="http://schemas.microsoft.com/office/drawing/2014/main" id="{914145CD-CC5B-A441-25BA-3D7C2479DDAD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grpSp>
            <p:nvGrpSpPr>
              <p:cNvPr id="520" name="Group 2106">
                <a:extLst>
                  <a:ext uri="{FF2B5EF4-FFF2-40B4-BE49-F238E27FC236}">
                    <a16:creationId xmlns:a16="http://schemas.microsoft.com/office/drawing/2014/main" id="{CB05C77D-5276-FCBA-06AE-FDD6375F4A66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521" name="Group 2103">
                  <a:extLst>
                    <a:ext uri="{FF2B5EF4-FFF2-40B4-BE49-F238E27FC236}">
                      <a16:creationId xmlns:a16="http://schemas.microsoft.com/office/drawing/2014/main" id="{81C38CBA-2A2C-E9E6-7D3F-23020FD28909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524" name="Shape 2101">
                    <a:extLst>
                      <a:ext uri="{FF2B5EF4-FFF2-40B4-BE49-F238E27FC236}">
                        <a16:creationId xmlns:a16="http://schemas.microsoft.com/office/drawing/2014/main" id="{340483EE-7DF4-47EB-C7E4-A63C6362FD0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  <p:sp>
                <p:nvSpPr>
                  <p:cNvPr id="525" name="Shape 2102">
                    <a:extLst>
                      <a:ext uri="{FF2B5EF4-FFF2-40B4-BE49-F238E27FC236}">
                        <a16:creationId xmlns:a16="http://schemas.microsoft.com/office/drawing/2014/main" id="{17A3992F-007D-D82C-69F9-F11963891484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</p:grpSp>
            <p:sp>
              <p:nvSpPr>
                <p:cNvPr id="522" name="Shape 2104">
                  <a:extLst>
                    <a:ext uri="{FF2B5EF4-FFF2-40B4-BE49-F238E27FC236}">
                      <a16:creationId xmlns:a16="http://schemas.microsoft.com/office/drawing/2014/main" id="{60980F41-727F-A0EE-B4A2-F968A39A907E}"/>
                    </a:ext>
                  </a:extLst>
                </p:cNvPr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523" name="Shape 2105">
                  <a:extLst>
                    <a:ext uri="{FF2B5EF4-FFF2-40B4-BE49-F238E27FC236}">
                      <a16:creationId xmlns:a16="http://schemas.microsoft.com/office/drawing/2014/main" id="{93C0A5D7-60AA-3976-67B8-19594764C3CC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</p:grpSp>
        <p:grpSp>
          <p:nvGrpSpPr>
            <p:cNvPr id="526" name="Group 2107">
              <a:extLst>
                <a:ext uri="{FF2B5EF4-FFF2-40B4-BE49-F238E27FC236}">
                  <a16:creationId xmlns:a16="http://schemas.microsoft.com/office/drawing/2014/main" id="{1F6F650A-D316-7F11-29C1-96954A75F1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80026" y="3327698"/>
              <a:ext cx="159574" cy="209345"/>
              <a:chOff x="0" y="0"/>
              <a:chExt cx="1270000" cy="1666117"/>
            </a:xfrm>
          </p:grpSpPr>
          <p:sp>
            <p:nvSpPr>
              <p:cNvPr id="527" name="Shape 2100">
                <a:extLst>
                  <a:ext uri="{FF2B5EF4-FFF2-40B4-BE49-F238E27FC236}">
                    <a16:creationId xmlns:a16="http://schemas.microsoft.com/office/drawing/2014/main" id="{DBEDDE9A-8460-C9AA-996D-F2F4C06A8815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grpSp>
            <p:nvGrpSpPr>
              <p:cNvPr id="528" name="Group 2106">
                <a:extLst>
                  <a:ext uri="{FF2B5EF4-FFF2-40B4-BE49-F238E27FC236}">
                    <a16:creationId xmlns:a16="http://schemas.microsoft.com/office/drawing/2014/main" id="{0DB4329C-648D-7856-8648-1678A93B11B3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529" name="Group 2103">
                  <a:extLst>
                    <a:ext uri="{FF2B5EF4-FFF2-40B4-BE49-F238E27FC236}">
                      <a16:creationId xmlns:a16="http://schemas.microsoft.com/office/drawing/2014/main" id="{EDDA7533-F3F6-12E8-7323-8B690ED6EE48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532" name="Shape 2101">
                    <a:extLst>
                      <a:ext uri="{FF2B5EF4-FFF2-40B4-BE49-F238E27FC236}">
                        <a16:creationId xmlns:a16="http://schemas.microsoft.com/office/drawing/2014/main" id="{94459B42-A4D0-102B-8B54-7F5BC7E81BE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  <p:sp>
                <p:nvSpPr>
                  <p:cNvPr id="533" name="Shape 2102">
                    <a:extLst>
                      <a:ext uri="{FF2B5EF4-FFF2-40B4-BE49-F238E27FC236}">
                        <a16:creationId xmlns:a16="http://schemas.microsoft.com/office/drawing/2014/main" id="{F027A0A6-4826-1ABF-5604-791E7210023E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</p:grpSp>
            <p:sp>
              <p:nvSpPr>
                <p:cNvPr id="530" name="Shape 2104">
                  <a:extLst>
                    <a:ext uri="{FF2B5EF4-FFF2-40B4-BE49-F238E27FC236}">
                      <a16:creationId xmlns:a16="http://schemas.microsoft.com/office/drawing/2014/main" id="{6A0ACA98-A7E5-4DFB-927D-008B48A3BA5F}"/>
                    </a:ext>
                  </a:extLst>
                </p:cNvPr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531" name="Shape 2105">
                  <a:extLst>
                    <a:ext uri="{FF2B5EF4-FFF2-40B4-BE49-F238E27FC236}">
                      <a16:creationId xmlns:a16="http://schemas.microsoft.com/office/drawing/2014/main" id="{00467F7B-3DDA-D845-A80F-5D569C5EE83D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</p:grpSp>
        <p:grpSp>
          <p:nvGrpSpPr>
            <p:cNvPr id="534" name="Group 2107">
              <a:extLst>
                <a:ext uri="{FF2B5EF4-FFF2-40B4-BE49-F238E27FC236}">
                  <a16:creationId xmlns:a16="http://schemas.microsoft.com/office/drawing/2014/main" id="{F03A3FCE-4CDD-99FE-2D91-A52EDF7075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84960" y="3804568"/>
              <a:ext cx="159574" cy="209345"/>
              <a:chOff x="0" y="0"/>
              <a:chExt cx="1270000" cy="1666117"/>
            </a:xfrm>
          </p:grpSpPr>
          <p:sp>
            <p:nvSpPr>
              <p:cNvPr id="535" name="Shape 2100">
                <a:extLst>
                  <a:ext uri="{FF2B5EF4-FFF2-40B4-BE49-F238E27FC236}">
                    <a16:creationId xmlns:a16="http://schemas.microsoft.com/office/drawing/2014/main" id="{46FF8754-330F-BAE5-6C9C-11B33766B6A4}"/>
                  </a:ext>
                </a:extLst>
              </p:cNvPr>
              <p:cNvSpPr/>
              <p:nvPr/>
            </p:nvSpPr>
            <p:spPr>
              <a:xfrm>
                <a:off x="244171" y="1532531"/>
                <a:ext cx="781658" cy="133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0000">
                  <a:alpha val="2082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grpSp>
            <p:nvGrpSpPr>
              <p:cNvPr id="536" name="Group 2106">
                <a:extLst>
                  <a:ext uri="{FF2B5EF4-FFF2-40B4-BE49-F238E27FC236}">
                    <a16:creationId xmlns:a16="http://schemas.microsoft.com/office/drawing/2014/main" id="{8FC00CC2-9857-BB99-09BF-16E40922EC11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70"/>
                <a:chOff x="0" y="0"/>
                <a:chExt cx="1270000" cy="1594969"/>
              </a:xfrm>
            </p:grpSpPr>
            <p:grpSp>
              <p:nvGrpSpPr>
                <p:cNvPr id="537" name="Group 2103">
                  <a:extLst>
                    <a:ext uri="{FF2B5EF4-FFF2-40B4-BE49-F238E27FC236}">
                      <a16:creationId xmlns:a16="http://schemas.microsoft.com/office/drawing/2014/main" id="{237E24B9-3AD7-583E-FA70-A122561F3EF6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70000" cy="1594969"/>
                  <a:chOff x="0" y="0"/>
                  <a:chExt cx="1270000" cy="1594968"/>
                </a:xfrm>
              </p:grpSpPr>
              <p:sp>
                <p:nvSpPr>
                  <p:cNvPr id="540" name="Shape 2101">
                    <a:extLst>
                      <a:ext uri="{FF2B5EF4-FFF2-40B4-BE49-F238E27FC236}">
                        <a16:creationId xmlns:a16="http://schemas.microsoft.com/office/drawing/2014/main" id="{9E8E212B-2E1E-88D1-C566-42ACDD5BE9C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  <p:sp>
                <p:nvSpPr>
                  <p:cNvPr id="541" name="Shape 2102">
                    <a:extLst>
                      <a:ext uri="{FF2B5EF4-FFF2-40B4-BE49-F238E27FC236}">
                        <a16:creationId xmlns:a16="http://schemas.microsoft.com/office/drawing/2014/main" id="{8204F7E5-455D-7CDB-397C-8D7C055F76F4}"/>
                      </a:ext>
                    </a:extLst>
                  </p:cNvPr>
                  <p:cNvSpPr/>
                  <p:nvPr/>
                </p:nvSpPr>
                <p:spPr>
                  <a:xfrm>
                    <a:off x="122388" y="1015133"/>
                    <a:ext cx="1025224" cy="57983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10804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dirty="0"/>
                  </a:p>
                </p:txBody>
              </p:sp>
            </p:grpSp>
            <p:sp>
              <p:nvSpPr>
                <p:cNvPr id="538" name="Shape 2104">
                  <a:extLst>
                    <a:ext uri="{FF2B5EF4-FFF2-40B4-BE49-F238E27FC236}">
                      <a16:creationId xmlns:a16="http://schemas.microsoft.com/office/drawing/2014/main" id="{FD01A3D5-AA3A-9E4D-E128-CFBE61C9A850}"/>
                    </a:ext>
                  </a:extLst>
                </p:cNvPr>
                <p:cNvSpPr/>
                <p:nvPr/>
              </p:nvSpPr>
              <p:spPr>
                <a:xfrm>
                  <a:off x="168623" y="169071"/>
                  <a:ext cx="932754" cy="932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539" name="Shape 2105">
                  <a:extLst>
                    <a:ext uri="{FF2B5EF4-FFF2-40B4-BE49-F238E27FC236}">
                      <a16:creationId xmlns:a16="http://schemas.microsoft.com/office/drawing/2014/main" id="{DF2C2562-F69C-DB3E-FECD-4FCA1CEFEFE1}"/>
                    </a:ext>
                  </a:extLst>
                </p:cNvPr>
                <p:cNvSpPr/>
                <p:nvPr/>
              </p:nvSpPr>
              <p:spPr>
                <a:xfrm>
                  <a:off x="389830" y="390278"/>
                  <a:ext cx="490340" cy="4903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</p:grpSp>
      </p:grpSp>
      <p:sp>
        <p:nvSpPr>
          <p:cNvPr id="542" name="Text Placeholder 2">
            <a:extLst>
              <a:ext uri="{FF2B5EF4-FFF2-40B4-BE49-F238E27FC236}">
                <a16:creationId xmlns:a16="http://schemas.microsoft.com/office/drawing/2014/main" id="{31E4D4C8-CAFE-C0BA-84B9-3AB81A7F2B63}"/>
              </a:ext>
            </a:extLst>
          </p:cNvPr>
          <p:cNvSpPr txBox="1">
            <a:spLocks/>
          </p:cNvSpPr>
          <p:nvPr/>
        </p:nvSpPr>
        <p:spPr>
          <a:xfrm>
            <a:off x="-27601" y="60063"/>
            <a:ext cx="4190107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GLOBAL FOOTPRINT</a:t>
            </a:r>
          </a:p>
        </p:txBody>
      </p:sp>
      <p:grpSp>
        <p:nvGrpSpPr>
          <p:cNvPr id="544" name="Group 2107">
            <a:extLst>
              <a:ext uri="{FF2B5EF4-FFF2-40B4-BE49-F238E27FC236}">
                <a16:creationId xmlns:a16="http://schemas.microsoft.com/office/drawing/2014/main" id="{DDE34E99-A4AC-DB68-6525-A6C7548A99A4}"/>
              </a:ext>
            </a:extLst>
          </p:cNvPr>
          <p:cNvGrpSpPr>
            <a:grpSpLocks noChangeAspect="1"/>
          </p:cNvGrpSpPr>
          <p:nvPr/>
        </p:nvGrpSpPr>
        <p:grpSpPr>
          <a:xfrm>
            <a:off x="148316" y="5510406"/>
            <a:ext cx="159574" cy="209345"/>
            <a:chOff x="0" y="0"/>
            <a:chExt cx="1270000" cy="1666117"/>
          </a:xfrm>
        </p:grpSpPr>
        <p:sp>
          <p:nvSpPr>
            <p:cNvPr id="545" name="Shape 2100">
              <a:extLst>
                <a:ext uri="{FF2B5EF4-FFF2-40B4-BE49-F238E27FC236}">
                  <a16:creationId xmlns:a16="http://schemas.microsoft.com/office/drawing/2014/main" id="{10D60A06-F773-D089-3107-66A8C984CBDE}"/>
                </a:ext>
              </a:extLst>
            </p:cNvPr>
            <p:cNvSpPr/>
            <p:nvPr/>
          </p:nvSpPr>
          <p:spPr>
            <a:xfrm>
              <a:off x="244171" y="1532531"/>
              <a:ext cx="781658" cy="133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0000">
                <a:alpha val="2082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dirty="0"/>
            </a:p>
          </p:txBody>
        </p:sp>
        <p:grpSp>
          <p:nvGrpSpPr>
            <p:cNvPr id="546" name="Group 2106">
              <a:extLst>
                <a:ext uri="{FF2B5EF4-FFF2-40B4-BE49-F238E27FC236}">
                  <a16:creationId xmlns:a16="http://schemas.microsoft.com/office/drawing/2014/main" id="{4B20F9E4-33F2-9B08-0481-6ED3A11A0527}"/>
                </a:ext>
              </a:extLst>
            </p:cNvPr>
            <p:cNvGrpSpPr/>
            <p:nvPr/>
          </p:nvGrpSpPr>
          <p:grpSpPr>
            <a:xfrm>
              <a:off x="0" y="0"/>
              <a:ext cx="1270000" cy="1594970"/>
              <a:chOff x="0" y="0"/>
              <a:chExt cx="1270000" cy="1594969"/>
            </a:xfrm>
          </p:grpSpPr>
          <p:grpSp>
            <p:nvGrpSpPr>
              <p:cNvPr id="547" name="Group 2103">
                <a:extLst>
                  <a:ext uri="{FF2B5EF4-FFF2-40B4-BE49-F238E27FC236}">
                    <a16:creationId xmlns:a16="http://schemas.microsoft.com/office/drawing/2014/main" id="{E98077C3-354E-01A2-B328-BE2A5646E9FF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69"/>
                <a:chOff x="0" y="0"/>
                <a:chExt cx="1270000" cy="1594968"/>
              </a:xfrm>
            </p:grpSpPr>
            <p:sp>
              <p:nvSpPr>
                <p:cNvPr id="550" name="Shape 2101">
                  <a:extLst>
                    <a:ext uri="{FF2B5EF4-FFF2-40B4-BE49-F238E27FC236}">
                      <a16:creationId xmlns:a16="http://schemas.microsoft.com/office/drawing/2014/main" id="{BBB62474-5895-40D8-277F-8E9A8233C16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70000" cy="12700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551" name="Shape 2102">
                  <a:extLst>
                    <a:ext uri="{FF2B5EF4-FFF2-40B4-BE49-F238E27FC236}">
                      <a16:creationId xmlns:a16="http://schemas.microsoft.com/office/drawing/2014/main" id="{F5F0E257-C39A-B399-4917-2822CE52ADD8}"/>
                    </a:ext>
                  </a:extLst>
                </p:cNvPr>
                <p:cNvSpPr/>
                <p:nvPr/>
              </p:nvSpPr>
              <p:spPr>
                <a:xfrm>
                  <a:off x="122388" y="1015133"/>
                  <a:ext cx="1025224" cy="5798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10804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  <p:sp>
            <p:nvSpPr>
              <p:cNvPr id="548" name="Shape 2104">
                <a:extLst>
                  <a:ext uri="{FF2B5EF4-FFF2-40B4-BE49-F238E27FC236}">
                    <a16:creationId xmlns:a16="http://schemas.microsoft.com/office/drawing/2014/main" id="{DEFB528F-D890-97B6-5A7C-A1E477898DE7}"/>
                  </a:ext>
                </a:extLst>
              </p:cNvPr>
              <p:cNvSpPr/>
              <p:nvPr/>
            </p:nvSpPr>
            <p:spPr>
              <a:xfrm>
                <a:off x="168623" y="169071"/>
                <a:ext cx="932754" cy="9327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sp>
            <p:nvSpPr>
              <p:cNvPr id="549" name="Shape 2105">
                <a:extLst>
                  <a:ext uri="{FF2B5EF4-FFF2-40B4-BE49-F238E27FC236}">
                    <a16:creationId xmlns:a16="http://schemas.microsoft.com/office/drawing/2014/main" id="{44DD098F-3ED8-622C-EE43-264A5EB803F4}"/>
                  </a:ext>
                </a:extLst>
              </p:cNvPr>
              <p:cNvSpPr/>
              <p:nvPr/>
            </p:nvSpPr>
            <p:spPr>
              <a:xfrm>
                <a:off x="389830" y="390278"/>
                <a:ext cx="490340" cy="4903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grpSp>
        <p:nvGrpSpPr>
          <p:cNvPr id="552" name="Group 2107">
            <a:extLst>
              <a:ext uri="{FF2B5EF4-FFF2-40B4-BE49-F238E27FC236}">
                <a16:creationId xmlns:a16="http://schemas.microsoft.com/office/drawing/2014/main" id="{7211EEA7-FCAC-EC67-0E77-F9251DBBA1BB}"/>
              </a:ext>
            </a:extLst>
          </p:cNvPr>
          <p:cNvGrpSpPr>
            <a:grpSpLocks noChangeAspect="1"/>
          </p:cNvGrpSpPr>
          <p:nvPr/>
        </p:nvGrpSpPr>
        <p:grpSpPr>
          <a:xfrm>
            <a:off x="144067" y="5256046"/>
            <a:ext cx="159574" cy="209345"/>
            <a:chOff x="0" y="0"/>
            <a:chExt cx="1270000" cy="1666117"/>
          </a:xfrm>
        </p:grpSpPr>
        <p:sp>
          <p:nvSpPr>
            <p:cNvPr id="553" name="Shape 2100">
              <a:extLst>
                <a:ext uri="{FF2B5EF4-FFF2-40B4-BE49-F238E27FC236}">
                  <a16:creationId xmlns:a16="http://schemas.microsoft.com/office/drawing/2014/main" id="{BE7854CD-9F8F-BB33-D88F-F441E73CF1E8}"/>
                </a:ext>
              </a:extLst>
            </p:cNvPr>
            <p:cNvSpPr/>
            <p:nvPr/>
          </p:nvSpPr>
          <p:spPr>
            <a:xfrm>
              <a:off x="244171" y="1532531"/>
              <a:ext cx="781658" cy="133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0000">
                <a:alpha val="2082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554" name="Group 2106">
              <a:extLst>
                <a:ext uri="{FF2B5EF4-FFF2-40B4-BE49-F238E27FC236}">
                  <a16:creationId xmlns:a16="http://schemas.microsoft.com/office/drawing/2014/main" id="{4721E221-ACBD-67BB-C6FA-8F1DE2E14716}"/>
                </a:ext>
              </a:extLst>
            </p:cNvPr>
            <p:cNvGrpSpPr/>
            <p:nvPr/>
          </p:nvGrpSpPr>
          <p:grpSpPr>
            <a:xfrm>
              <a:off x="0" y="0"/>
              <a:ext cx="1270000" cy="1594970"/>
              <a:chOff x="0" y="0"/>
              <a:chExt cx="1270000" cy="1594969"/>
            </a:xfrm>
          </p:grpSpPr>
          <p:grpSp>
            <p:nvGrpSpPr>
              <p:cNvPr id="555" name="Group 2103">
                <a:extLst>
                  <a:ext uri="{FF2B5EF4-FFF2-40B4-BE49-F238E27FC236}">
                    <a16:creationId xmlns:a16="http://schemas.microsoft.com/office/drawing/2014/main" id="{CA86C1B5-151D-86EC-CE0A-A517A51E18F7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69"/>
                <a:chOff x="0" y="0"/>
                <a:chExt cx="1270000" cy="1594968"/>
              </a:xfrm>
            </p:grpSpPr>
            <p:sp>
              <p:nvSpPr>
                <p:cNvPr id="558" name="Shape 2101">
                  <a:extLst>
                    <a:ext uri="{FF2B5EF4-FFF2-40B4-BE49-F238E27FC236}">
                      <a16:creationId xmlns:a16="http://schemas.microsoft.com/office/drawing/2014/main" id="{62A82AA2-75F5-85CF-F6F0-A630A625C5D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70000" cy="12700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  <p:sp>
              <p:nvSpPr>
                <p:cNvPr id="559" name="Shape 2102">
                  <a:extLst>
                    <a:ext uri="{FF2B5EF4-FFF2-40B4-BE49-F238E27FC236}">
                      <a16:creationId xmlns:a16="http://schemas.microsoft.com/office/drawing/2014/main" id="{1B72F0CE-F5C0-FB11-EA52-4B519ADABFD3}"/>
                    </a:ext>
                  </a:extLst>
                </p:cNvPr>
                <p:cNvSpPr/>
                <p:nvPr/>
              </p:nvSpPr>
              <p:spPr>
                <a:xfrm>
                  <a:off x="122388" y="1015133"/>
                  <a:ext cx="1025224" cy="5798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10804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aleway" panose="020B0003030101060003" pitchFamily="34" charset="0"/>
                  </a:endParaRPr>
                </a:p>
              </p:txBody>
            </p:sp>
          </p:grpSp>
          <p:sp>
            <p:nvSpPr>
              <p:cNvPr id="556" name="Shape 2104">
                <a:extLst>
                  <a:ext uri="{FF2B5EF4-FFF2-40B4-BE49-F238E27FC236}">
                    <a16:creationId xmlns:a16="http://schemas.microsoft.com/office/drawing/2014/main" id="{FDB57C7C-ED13-33DD-17A2-8B2809B90E92}"/>
                  </a:ext>
                </a:extLst>
              </p:cNvPr>
              <p:cNvSpPr/>
              <p:nvPr/>
            </p:nvSpPr>
            <p:spPr>
              <a:xfrm>
                <a:off x="168623" y="169071"/>
                <a:ext cx="932754" cy="9327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aleway" panose="020B0003030101060003" pitchFamily="34" charset="0"/>
                </a:endParaRPr>
              </a:p>
            </p:txBody>
          </p:sp>
          <p:sp>
            <p:nvSpPr>
              <p:cNvPr id="557" name="Shape 2105">
                <a:extLst>
                  <a:ext uri="{FF2B5EF4-FFF2-40B4-BE49-F238E27FC236}">
                    <a16:creationId xmlns:a16="http://schemas.microsoft.com/office/drawing/2014/main" id="{E9A58583-A931-E515-E0AA-B316C3067560}"/>
                  </a:ext>
                </a:extLst>
              </p:cNvPr>
              <p:cNvSpPr/>
              <p:nvPr/>
            </p:nvSpPr>
            <p:spPr>
              <a:xfrm>
                <a:off x="389830" y="390278"/>
                <a:ext cx="490340" cy="4903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aleway" panose="020B0003030101060003" pitchFamily="34" charset="0"/>
                </a:endParaRPr>
              </a:p>
            </p:txBody>
          </p:sp>
        </p:grpSp>
      </p:grpSp>
      <p:grpSp>
        <p:nvGrpSpPr>
          <p:cNvPr id="560" name="Group 2107">
            <a:extLst>
              <a:ext uri="{FF2B5EF4-FFF2-40B4-BE49-F238E27FC236}">
                <a16:creationId xmlns:a16="http://schemas.microsoft.com/office/drawing/2014/main" id="{500BF96E-4FE5-98B6-6A7A-A51FE31EC1B2}"/>
              </a:ext>
            </a:extLst>
          </p:cNvPr>
          <p:cNvGrpSpPr>
            <a:grpSpLocks noChangeAspect="1"/>
          </p:cNvGrpSpPr>
          <p:nvPr/>
        </p:nvGrpSpPr>
        <p:grpSpPr>
          <a:xfrm>
            <a:off x="146297" y="5752775"/>
            <a:ext cx="159574" cy="209345"/>
            <a:chOff x="0" y="0"/>
            <a:chExt cx="1270000" cy="1666117"/>
          </a:xfrm>
        </p:grpSpPr>
        <p:sp>
          <p:nvSpPr>
            <p:cNvPr id="561" name="Shape 2100">
              <a:extLst>
                <a:ext uri="{FF2B5EF4-FFF2-40B4-BE49-F238E27FC236}">
                  <a16:creationId xmlns:a16="http://schemas.microsoft.com/office/drawing/2014/main" id="{426F138C-44B1-CBD1-F1D3-E21A0912ECE0}"/>
                </a:ext>
              </a:extLst>
            </p:cNvPr>
            <p:cNvSpPr/>
            <p:nvPr/>
          </p:nvSpPr>
          <p:spPr>
            <a:xfrm>
              <a:off x="244171" y="1532531"/>
              <a:ext cx="781658" cy="133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0000">
                <a:alpha val="2082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dirty="0"/>
            </a:p>
          </p:txBody>
        </p:sp>
        <p:grpSp>
          <p:nvGrpSpPr>
            <p:cNvPr id="562" name="Group 2106">
              <a:extLst>
                <a:ext uri="{FF2B5EF4-FFF2-40B4-BE49-F238E27FC236}">
                  <a16:creationId xmlns:a16="http://schemas.microsoft.com/office/drawing/2014/main" id="{24D02E67-C566-D13E-11E6-3C5BEE6ABCA7}"/>
                </a:ext>
              </a:extLst>
            </p:cNvPr>
            <p:cNvGrpSpPr/>
            <p:nvPr/>
          </p:nvGrpSpPr>
          <p:grpSpPr>
            <a:xfrm>
              <a:off x="0" y="0"/>
              <a:ext cx="1270000" cy="1594970"/>
              <a:chOff x="0" y="0"/>
              <a:chExt cx="1270000" cy="1594969"/>
            </a:xfrm>
          </p:grpSpPr>
          <p:grpSp>
            <p:nvGrpSpPr>
              <p:cNvPr id="563" name="Group 2103">
                <a:extLst>
                  <a:ext uri="{FF2B5EF4-FFF2-40B4-BE49-F238E27FC236}">
                    <a16:creationId xmlns:a16="http://schemas.microsoft.com/office/drawing/2014/main" id="{0F0C49D8-F412-15D6-6A94-C961DADBEEC1}"/>
                  </a:ext>
                </a:extLst>
              </p:cNvPr>
              <p:cNvGrpSpPr/>
              <p:nvPr/>
            </p:nvGrpSpPr>
            <p:grpSpPr>
              <a:xfrm>
                <a:off x="0" y="0"/>
                <a:ext cx="1270000" cy="1594969"/>
                <a:chOff x="0" y="0"/>
                <a:chExt cx="1270000" cy="1594968"/>
              </a:xfrm>
            </p:grpSpPr>
            <p:sp>
              <p:nvSpPr>
                <p:cNvPr id="566" name="Shape 2101">
                  <a:extLst>
                    <a:ext uri="{FF2B5EF4-FFF2-40B4-BE49-F238E27FC236}">
                      <a16:creationId xmlns:a16="http://schemas.microsoft.com/office/drawing/2014/main" id="{87C5124E-E9AF-50A0-D417-7DB614BBFB1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70000" cy="12700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567" name="Shape 2102">
                  <a:extLst>
                    <a:ext uri="{FF2B5EF4-FFF2-40B4-BE49-F238E27FC236}">
                      <a16:creationId xmlns:a16="http://schemas.microsoft.com/office/drawing/2014/main" id="{C4DBFAE2-A44D-A73E-DD9F-0EAB53F870AE}"/>
                    </a:ext>
                  </a:extLst>
                </p:cNvPr>
                <p:cNvSpPr/>
                <p:nvPr/>
              </p:nvSpPr>
              <p:spPr>
                <a:xfrm>
                  <a:off x="122388" y="1015133"/>
                  <a:ext cx="1025224" cy="5798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10804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</p:grpSp>
          <p:sp>
            <p:nvSpPr>
              <p:cNvPr id="564" name="Shape 2104">
                <a:extLst>
                  <a:ext uri="{FF2B5EF4-FFF2-40B4-BE49-F238E27FC236}">
                    <a16:creationId xmlns:a16="http://schemas.microsoft.com/office/drawing/2014/main" id="{32754A33-1227-BF0A-2E4E-7FEC0F884F5E}"/>
                  </a:ext>
                </a:extLst>
              </p:cNvPr>
              <p:cNvSpPr/>
              <p:nvPr/>
            </p:nvSpPr>
            <p:spPr>
              <a:xfrm>
                <a:off x="168623" y="169071"/>
                <a:ext cx="932754" cy="9327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sp>
            <p:nvSpPr>
              <p:cNvPr id="565" name="Shape 2105">
                <a:extLst>
                  <a:ext uri="{FF2B5EF4-FFF2-40B4-BE49-F238E27FC236}">
                    <a16:creationId xmlns:a16="http://schemas.microsoft.com/office/drawing/2014/main" id="{83111E85-5A43-AA5E-3896-4D89CA796562}"/>
                  </a:ext>
                </a:extLst>
              </p:cNvPr>
              <p:cNvSpPr/>
              <p:nvPr/>
            </p:nvSpPr>
            <p:spPr>
              <a:xfrm>
                <a:off x="389830" y="390278"/>
                <a:ext cx="490340" cy="4903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568" name="TextBox 567">
            <a:extLst>
              <a:ext uri="{FF2B5EF4-FFF2-40B4-BE49-F238E27FC236}">
                <a16:creationId xmlns:a16="http://schemas.microsoft.com/office/drawing/2014/main" id="{511FC39B-7E60-4BBD-C241-FD0FA5303FDA}"/>
              </a:ext>
            </a:extLst>
          </p:cNvPr>
          <p:cNvSpPr txBox="1"/>
          <p:nvPr/>
        </p:nvSpPr>
        <p:spPr>
          <a:xfrm>
            <a:off x="346846" y="5264293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Mixed</a:t>
            </a: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7B0FCDE4-407A-3E8C-7B07-70E08752F861}"/>
              </a:ext>
            </a:extLst>
          </p:cNvPr>
          <p:cNvSpPr txBox="1"/>
          <p:nvPr/>
        </p:nvSpPr>
        <p:spPr>
          <a:xfrm>
            <a:off x="346846" y="5498588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Contractor / SOW</a:t>
            </a: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00EC6700-83C4-9F56-601F-D4689169E098}"/>
              </a:ext>
            </a:extLst>
          </p:cNvPr>
          <p:cNvSpPr txBox="1"/>
          <p:nvPr/>
        </p:nvSpPr>
        <p:spPr>
          <a:xfrm>
            <a:off x="346846" y="5752775"/>
            <a:ext cx="1193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Raleway" pitchFamily="2" charset="0"/>
              </a:rPr>
              <a:t>Full Time Employee(s)</a:t>
            </a: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530834B4-690D-C540-B246-E73CEDCCF1E4}"/>
              </a:ext>
            </a:extLst>
          </p:cNvPr>
          <p:cNvSpPr txBox="1"/>
          <p:nvPr/>
        </p:nvSpPr>
        <p:spPr>
          <a:xfrm>
            <a:off x="790127" y="1344087"/>
            <a:ext cx="3643332" cy="521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anose="020B0003030101060003" pitchFamily="34" charset="0"/>
              </a:rPr>
              <a:t>Prior to re-org had largest presence in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anose="020B0003030101060003" pitchFamily="34" charset="0"/>
                <a:ea typeface="Raleway" charset="0"/>
                <a:cs typeface="Raleway" charset="0"/>
              </a:rPr>
              <a:t>Halifax/Montreal.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C8359EB6-0010-4271-2AB7-298DC22DE2AD}"/>
              </a:ext>
            </a:extLst>
          </p:cNvPr>
          <p:cNvSpPr/>
          <p:nvPr/>
        </p:nvSpPr>
        <p:spPr bwMode="auto">
          <a:xfrm>
            <a:off x="124245" y="1420439"/>
            <a:ext cx="445201" cy="44520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rPr>
              <a:t>2</a:t>
            </a:r>
          </a:p>
        </p:txBody>
      </p:sp>
      <p:pic>
        <p:nvPicPr>
          <p:cNvPr id="575" name="Picture 574">
            <a:extLst>
              <a:ext uri="{FF2B5EF4-FFF2-40B4-BE49-F238E27FC236}">
                <a16:creationId xmlns:a16="http://schemas.microsoft.com/office/drawing/2014/main" id="{918C647F-CA21-1794-D602-ABB5938A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083" y="6437567"/>
            <a:ext cx="337522" cy="337522"/>
          </a:xfrm>
          <a:prstGeom prst="rect">
            <a:avLst/>
          </a:prstGeom>
        </p:spPr>
      </p:pic>
      <p:sp>
        <p:nvSpPr>
          <p:cNvPr id="576" name="Rectangle 575">
            <a:extLst>
              <a:ext uri="{FF2B5EF4-FFF2-40B4-BE49-F238E27FC236}">
                <a16:creationId xmlns:a16="http://schemas.microsoft.com/office/drawing/2014/main" id="{2CAA01F9-99F8-6E9D-B8C3-51633D76FC48}"/>
              </a:ext>
            </a:extLst>
          </p:cNvPr>
          <p:cNvSpPr/>
          <p:nvPr/>
        </p:nvSpPr>
        <p:spPr>
          <a:xfrm>
            <a:off x="5690778" y="2989917"/>
            <a:ext cx="320040" cy="2959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0155A009-BFF1-6A32-1103-8F073E45166C}"/>
              </a:ext>
            </a:extLst>
          </p:cNvPr>
          <p:cNvSpPr txBox="1"/>
          <p:nvPr/>
        </p:nvSpPr>
        <p:spPr>
          <a:xfrm>
            <a:off x="790127" y="2170433"/>
            <a:ext cx="3643332" cy="244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anose="020B0003030101060003" pitchFamily="34" charset="0"/>
              </a:rPr>
              <a:t>Consolidated India footprint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Raleway" panose="020B0003030101060003" pitchFamily="34" charset="0"/>
              <a:ea typeface="Raleway" charset="0"/>
              <a:cs typeface="Raleway" charset="0"/>
            </a:endParaRP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9410ABA8-9460-7552-6614-22F842A18164}"/>
              </a:ext>
            </a:extLst>
          </p:cNvPr>
          <p:cNvSpPr/>
          <p:nvPr/>
        </p:nvSpPr>
        <p:spPr bwMode="auto">
          <a:xfrm>
            <a:off x="124245" y="2111185"/>
            <a:ext cx="445201" cy="44520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charset="0"/>
                <a:ea typeface="Raleway" charset="0"/>
                <a:cs typeface="Raleway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382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9F2627AF-275B-5062-66F7-2BC1AD364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76"/>
          <a:stretch>
            <a:fillRect/>
          </a:stretch>
        </p:blipFill>
        <p:spPr>
          <a:xfrm>
            <a:off x="3034610" y="2350247"/>
            <a:ext cx="1729222" cy="151002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F2414DD-9FFA-3DA4-56AC-6DE481A2A4A5}"/>
              </a:ext>
            </a:extLst>
          </p:cNvPr>
          <p:cNvSpPr/>
          <p:nvPr/>
        </p:nvSpPr>
        <p:spPr>
          <a:xfrm>
            <a:off x="10843260" y="243840"/>
            <a:ext cx="670560" cy="4915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995754" y="808619"/>
            <a:ext cx="4031935" cy="291139"/>
          </a:xfrm>
          <a:solidFill>
            <a:schemeClr val="bg1"/>
          </a:solidFill>
        </p:spPr>
        <p:txBody>
          <a:bodyPr/>
          <a:lstStyle/>
          <a:p>
            <a:r>
              <a:rPr lang="en-US" sz="1400" dirty="0"/>
              <a:t>KEY RELATIONSHIPS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966784" y="20936"/>
            <a:ext cx="4190107" cy="457200"/>
          </a:xfrm>
        </p:spPr>
        <p:txBody>
          <a:bodyPr/>
          <a:lstStyle/>
          <a:p>
            <a:r>
              <a:rPr lang="en-US" dirty="0"/>
              <a:t>SHARED TECHNICAL SERVICES TEAM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A9B24-A674-FA25-280C-D8F6378616AC}"/>
              </a:ext>
            </a:extLst>
          </p:cNvPr>
          <p:cNvSpPr/>
          <p:nvPr/>
        </p:nvSpPr>
        <p:spPr>
          <a:xfrm>
            <a:off x="0" y="6339684"/>
            <a:ext cx="12188825" cy="51831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52EA21-B5A1-C38F-758A-A321A0C48F98}"/>
              </a:ext>
            </a:extLst>
          </p:cNvPr>
          <p:cNvSpPr/>
          <p:nvPr/>
        </p:nvSpPr>
        <p:spPr>
          <a:xfrm>
            <a:off x="0" y="6039118"/>
            <a:ext cx="12188825" cy="3016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1048C-69F9-7197-3AA8-AB806A1DDC1C}"/>
              </a:ext>
            </a:extLst>
          </p:cNvPr>
          <p:cNvSpPr txBox="1"/>
          <p:nvPr/>
        </p:nvSpPr>
        <p:spPr>
          <a:xfrm>
            <a:off x="5428967" y="1217547"/>
            <a:ext cx="252984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ANGUS RIGBY (</a:t>
            </a:r>
            <a:r>
              <a:rPr lang="en-US" sz="1050" b="1" i="1" dirty="0"/>
              <a:t>departed)</a:t>
            </a:r>
          </a:p>
          <a:p>
            <a:r>
              <a:rPr lang="en-US" sz="1050" b="1" dirty="0"/>
              <a:t>CHRISTIAN ALIBERT</a:t>
            </a:r>
          </a:p>
          <a:p>
            <a:r>
              <a:rPr lang="en-US" sz="1050" b="1" dirty="0"/>
              <a:t>BILL TIERNEY</a:t>
            </a:r>
          </a:p>
          <a:p>
            <a:r>
              <a:rPr lang="en-US" sz="1050" b="1" dirty="0"/>
              <a:t>MICHAEL POISSON (COO Cross)</a:t>
            </a:r>
          </a:p>
          <a:p>
            <a:r>
              <a:rPr lang="en-US" sz="1050" b="1" dirty="0"/>
              <a:t>CRAIG MITTLER (QTS)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451BA-8BAD-6849-06B9-C0D1A8745AA8}"/>
              </a:ext>
            </a:extLst>
          </p:cNvPr>
          <p:cNvSpPr/>
          <p:nvPr/>
        </p:nvSpPr>
        <p:spPr>
          <a:xfrm>
            <a:off x="0" y="606391"/>
            <a:ext cx="12188825" cy="17009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F17E84F-90C2-FB8A-B4C2-6C430B2A2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083" y="6437567"/>
            <a:ext cx="337522" cy="33752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3C24763-E0E5-AC8E-2636-8C7FCDD7776D}"/>
              </a:ext>
            </a:extLst>
          </p:cNvPr>
          <p:cNvSpPr/>
          <p:nvPr/>
        </p:nvSpPr>
        <p:spPr>
          <a:xfrm>
            <a:off x="4629121" y="1003211"/>
            <a:ext cx="73665" cy="1238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8F211D-E119-10FF-B400-C22F2916D93A}"/>
              </a:ext>
            </a:extLst>
          </p:cNvPr>
          <p:cNvSpPr/>
          <p:nvPr/>
        </p:nvSpPr>
        <p:spPr>
          <a:xfrm>
            <a:off x="4622182" y="2411359"/>
            <a:ext cx="73665" cy="1092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DE3506-20B0-B814-98F7-E451E2556F9C}"/>
              </a:ext>
            </a:extLst>
          </p:cNvPr>
          <p:cNvSpPr/>
          <p:nvPr/>
        </p:nvSpPr>
        <p:spPr>
          <a:xfrm>
            <a:off x="4616534" y="3638059"/>
            <a:ext cx="79313" cy="931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FC6D7C1-7B8D-FF9C-FBD4-A4A2CEC96D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67" r="18132" b="22887"/>
          <a:stretch>
            <a:fillRect/>
          </a:stretch>
        </p:blipFill>
        <p:spPr>
          <a:xfrm>
            <a:off x="2884080" y="3473321"/>
            <a:ext cx="1640879" cy="114735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A0447D3-0229-D50E-7BA3-EF59C48EE9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76" r="5177" b="1"/>
          <a:stretch>
            <a:fillRect/>
          </a:stretch>
        </p:blipFill>
        <p:spPr>
          <a:xfrm>
            <a:off x="3212981" y="986815"/>
            <a:ext cx="1403553" cy="133102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E3F3607-C3F7-616C-E188-EAA671FBA91C}"/>
              </a:ext>
            </a:extLst>
          </p:cNvPr>
          <p:cNvSpPr txBox="1">
            <a:spLocks/>
          </p:cNvSpPr>
          <p:nvPr/>
        </p:nvSpPr>
        <p:spPr>
          <a:xfrm>
            <a:off x="664337" y="3440915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strike="sngStrike" dirty="0"/>
              <a:t>Sheik Hoque</a:t>
            </a:r>
          </a:p>
          <a:p>
            <a:r>
              <a:rPr lang="en-US" sz="2000" b="0" strike="sngStrike" dirty="0"/>
              <a:t>Robert </a:t>
            </a:r>
            <a:r>
              <a:rPr lang="en-US" sz="2000" b="0" strike="sngStrike" dirty="0" err="1"/>
              <a:t>Wilbarg</a:t>
            </a:r>
            <a:endParaRPr lang="en-US" sz="2000" b="0" strike="sngStrike" dirty="0"/>
          </a:p>
          <a:p>
            <a:r>
              <a:rPr lang="en-US" sz="2000" b="0" dirty="0"/>
              <a:t>Michael Sun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45E7023-A620-FF26-A810-0FF9DFAE7756}"/>
              </a:ext>
            </a:extLst>
          </p:cNvPr>
          <p:cNvSpPr txBox="1">
            <a:spLocks/>
          </p:cNvSpPr>
          <p:nvPr/>
        </p:nvSpPr>
        <p:spPr>
          <a:xfrm>
            <a:off x="664337" y="2471440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/>
              <a:t>Liron </a:t>
            </a:r>
            <a:r>
              <a:rPr lang="en-US" sz="2000" b="0" dirty="0" err="1"/>
              <a:t>Shimrony</a:t>
            </a:r>
            <a:endParaRPr lang="en-US" sz="2000" b="0" dirty="0"/>
          </a:p>
          <a:p>
            <a:r>
              <a:rPr lang="en-US" sz="2000" b="0" dirty="0" err="1"/>
              <a:t>Fathei</a:t>
            </a:r>
            <a:r>
              <a:rPr lang="en-US" sz="2000" b="0" dirty="0"/>
              <a:t> Ali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0449038A-F6D8-50A0-7462-A3B5CAB12112}"/>
              </a:ext>
            </a:extLst>
          </p:cNvPr>
          <p:cNvSpPr txBox="1">
            <a:spLocks/>
          </p:cNvSpPr>
          <p:nvPr/>
        </p:nvSpPr>
        <p:spPr>
          <a:xfrm>
            <a:off x="664337" y="986815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strike="sngStrike" dirty="0"/>
              <a:t>Ananya </a:t>
            </a:r>
            <a:r>
              <a:rPr lang="en-US" sz="2000" b="0" strike="sngStrike" dirty="0" err="1"/>
              <a:t>Mohata</a:t>
            </a:r>
            <a:endParaRPr lang="en-US" sz="2000" b="0" strike="sngStrike" dirty="0"/>
          </a:p>
          <a:p>
            <a:r>
              <a:rPr lang="en-US" sz="2000" b="0" strike="sngStrike" dirty="0"/>
              <a:t>Sheik Hoque</a:t>
            </a:r>
          </a:p>
          <a:p>
            <a:r>
              <a:rPr lang="en-US" sz="2000" b="0" dirty="0"/>
              <a:t>Nayana </a:t>
            </a:r>
            <a:r>
              <a:rPr lang="en-US" sz="2000" b="0" dirty="0" err="1"/>
              <a:t>Balakuduru</a:t>
            </a:r>
            <a:endParaRPr lang="en-US" sz="2000" b="0" dirty="0"/>
          </a:p>
          <a:p>
            <a:endParaRPr lang="en-US" sz="2000" b="0" strike="sngStrike" dirty="0"/>
          </a:p>
          <a:p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7C1340-35CD-E843-A66B-CB4025322E66}"/>
              </a:ext>
            </a:extLst>
          </p:cNvPr>
          <p:cNvSpPr txBox="1"/>
          <p:nvPr/>
        </p:nvSpPr>
        <p:spPr>
          <a:xfrm>
            <a:off x="5428967" y="2569115"/>
            <a:ext cx="2529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LORI MESSER</a:t>
            </a:r>
            <a:endParaRPr lang="en-US" sz="1050" b="1" i="1" dirty="0"/>
          </a:p>
          <a:p>
            <a:r>
              <a:rPr lang="en-US" sz="1050" b="1" dirty="0"/>
              <a:t>KEVIN SWEENEY</a:t>
            </a:r>
          </a:p>
          <a:p>
            <a:r>
              <a:rPr lang="en-US" sz="1050" b="1" dirty="0"/>
              <a:t>ANDRES ORANGES</a:t>
            </a:r>
          </a:p>
          <a:p>
            <a:r>
              <a:rPr lang="en-US" sz="1050" b="1" dirty="0"/>
              <a:t>QTS (USERS of SERVICES)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84612A-1075-9A2F-FB70-C8677A35E4D2}"/>
              </a:ext>
            </a:extLst>
          </p:cNvPr>
          <p:cNvSpPr txBox="1"/>
          <p:nvPr/>
        </p:nvSpPr>
        <p:spPr>
          <a:xfrm>
            <a:off x="5428967" y="3689978"/>
            <a:ext cx="3818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SIMON FUNG</a:t>
            </a:r>
            <a:endParaRPr lang="en-US" sz="1050" b="1" i="1" dirty="0"/>
          </a:p>
          <a:p>
            <a:r>
              <a:rPr lang="en-US" sz="1050" b="1" dirty="0"/>
              <a:t>AIDEN AI TEAM (BOBBY GRUBERT / ENDRI MANI)</a:t>
            </a:r>
          </a:p>
          <a:p>
            <a:r>
              <a:rPr lang="en-US" sz="1050" b="1" dirty="0"/>
              <a:t>INTERNAL CBOS LEADS</a:t>
            </a:r>
          </a:p>
          <a:p>
            <a:r>
              <a:rPr lang="en-US" sz="1050" b="1" dirty="0"/>
              <a:t>HITESH KAMDAR (QTS)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2032DB-2F90-3065-0B03-9FB82F4A566D}"/>
              </a:ext>
            </a:extLst>
          </p:cNvPr>
          <p:cNvSpPr txBox="1"/>
          <p:nvPr/>
        </p:nvSpPr>
        <p:spPr>
          <a:xfrm>
            <a:off x="9098313" y="1155110"/>
            <a:ext cx="252984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Kicked off expansion of SuperDash across the bank. Started at ~1500 users </a:t>
            </a:r>
            <a:r>
              <a:rPr lang="en-US" sz="1050" b="1" dirty="0">
                <a:sym typeface="Wingdings" panose="05000000000000000000" pitchFamily="2" charset="2"/>
              </a:rPr>
              <a:t> 7500. Expanded tool usage to CNB, WM, IS and other teams with gaps. Supported Avocado (secured modernization funding)</a:t>
            </a:r>
            <a:endParaRPr lang="en-US" sz="105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F1AF2A-0021-08B1-0987-C660853FEC03}"/>
              </a:ext>
            </a:extLst>
          </p:cNvPr>
          <p:cNvSpPr txBox="1"/>
          <p:nvPr/>
        </p:nvSpPr>
        <p:spPr>
          <a:xfrm>
            <a:off x="9098313" y="2559308"/>
            <a:ext cx="2529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2025/2026 – Delivered Email Resolver, </a:t>
            </a:r>
            <a:r>
              <a:rPr lang="en-US" sz="1050" b="1" dirty="0" err="1"/>
              <a:t>TaskSet</a:t>
            </a:r>
            <a:r>
              <a:rPr lang="en-US" sz="1050" b="1" dirty="0"/>
              <a:t>/</a:t>
            </a:r>
            <a:r>
              <a:rPr lang="en-US" sz="1050" b="1" dirty="0" err="1"/>
              <a:t>ExceptionAi</a:t>
            </a:r>
            <a:r>
              <a:rPr lang="en-US" sz="1050" b="1" dirty="0"/>
              <a:t>, Internal ETH chain for </a:t>
            </a:r>
            <a:r>
              <a:rPr lang="en-US" sz="1050" b="1" dirty="0" err="1"/>
              <a:t>PoCs</a:t>
            </a:r>
            <a:r>
              <a:rPr lang="en-US" sz="1050" b="1" dirty="0"/>
              <a:t>. Took over development on Confirmations for an internal build.</a:t>
            </a: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9B24DB4A-F3D5-600B-F02B-8C7E07CF2D84}"/>
              </a:ext>
            </a:extLst>
          </p:cNvPr>
          <p:cNvSpPr txBox="1">
            <a:spLocks/>
          </p:cNvSpPr>
          <p:nvPr/>
        </p:nvSpPr>
        <p:spPr>
          <a:xfrm>
            <a:off x="8156891" y="801514"/>
            <a:ext cx="4031935" cy="29113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anchor="ctr"/>
          <a:lstStyle>
            <a:lvl1pPr marL="0" indent="0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EXECUTED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E72F4B-83A0-15B4-C635-92893681E4D0}"/>
              </a:ext>
            </a:extLst>
          </p:cNvPr>
          <p:cNvSpPr txBox="1"/>
          <p:nvPr/>
        </p:nvSpPr>
        <p:spPr>
          <a:xfrm>
            <a:off x="9098313" y="3468882"/>
            <a:ext cx="25298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Onboarded 800+ users to initial Ai platform (including training). Supported various CBOS teams through QA efforts / Architecture and pattern oversight. Active: </a:t>
            </a:r>
            <a:r>
              <a:rPr lang="en-US" sz="1050" b="1" dirty="0" err="1"/>
              <a:t>AidenGCB</a:t>
            </a:r>
            <a:r>
              <a:rPr lang="en-US" sz="1050" b="1" dirty="0"/>
              <a:t> / </a:t>
            </a:r>
            <a:r>
              <a:rPr lang="en-US" sz="1050" b="1" dirty="0" err="1"/>
              <a:t>AidenCOO</a:t>
            </a:r>
            <a:r>
              <a:rPr lang="en-US" sz="1050" b="1" dirty="0"/>
              <a:t> (change management)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3A2D93A-553B-1335-6123-FC8C95D0F768}"/>
              </a:ext>
            </a:extLst>
          </p:cNvPr>
          <p:cNvSpPr/>
          <p:nvPr/>
        </p:nvSpPr>
        <p:spPr>
          <a:xfrm>
            <a:off x="4611427" y="4781081"/>
            <a:ext cx="79313" cy="931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113554-FAF9-95C7-F283-92888CD10537}"/>
              </a:ext>
            </a:extLst>
          </p:cNvPr>
          <p:cNvSpPr txBox="1"/>
          <p:nvPr/>
        </p:nvSpPr>
        <p:spPr>
          <a:xfrm>
            <a:off x="5442619" y="4777136"/>
            <a:ext cx="381864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BRIAN MULCAHY</a:t>
            </a:r>
          </a:p>
          <a:p>
            <a:r>
              <a:rPr lang="en-US" sz="1050" b="1" dirty="0"/>
              <a:t>ANGUS RIGBY (</a:t>
            </a:r>
            <a:r>
              <a:rPr lang="en-US" sz="1050" b="1" i="1" dirty="0"/>
              <a:t>departed)</a:t>
            </a:r>
            <a:endParaRPr lang="en-US" sz="1050" b="1" dirty="0"/>
          </a:p>
          <a:p>
            <a:r>
              <a:rPr lang="en-US" sz="1050" b="1" dirty="0"/>
              <a:t>LINDSAY PATRICK</a:t>
            </a:r>
          </a:p>
          <a:p>
            <a:r>
              <a:rPr lang="en-US" sz="1050" b="1" dirty="0"/>
              <a:t>ALLISON SZMULEWICZ</a:t>
            </a:r>
          </a:p>
          <a:p>
            <a:r>
              <a:rPr lang="en-US" sz="1050" b="1" dirty="0"/>
              <a:t>JONATHAN HUNTER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17764A-7B7D-4168-F44A-2C0075E02ED0}"/>
              </a:ext>
            </a:extLst>
          </p:cNvPr>
          <p:cNvSpPr txBox="1"/>
          <p:nvPr/>
        </p:nvSpPr>
        <p:spPr>
          <a:xfrm>
            <a:off x="9098313" y="4696153"/>
            <a:ext cx="25298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Worked with Sean Stanzak / Angus Rigby to help found Capital Market Digital Asset Committee (serve as QTS representative). Oversee Technical Delivery of 2 </a:t>
            </a:r>
            <a:r>
              <a:rPr lang="en-US" sz="1050" b="1" dirty="0" err="1"/>
              <a:t>PoCs</a:t>
            </a:r>
            <a:r>
              <a:rPr lang="en-US" sz="1050" b="1" dirty="0"/>
              <a:t>; working through Digital Asset Platform build-out (in </a:t>
            </a:r>
            <a:r>
              <a:rPr lang="en-US" sz="1050" b="1" dirty="0" err="1"/>
              <a:t>alignement</a:t>
            </a:r>
            <a:r>
              <a:rPr lang="en-US" sz="1050" b="1" dirty="0"/>
              <a:t> w/ other </a:t>
            </a:r>
            <a:r>
              <a:rPr lang="en-US" sz="1050" b="1" dirty="0" err="1"/>
              <a:t>LoBs</a:t>
            </a:r>
            <a:r>
              <a:rPr lang="en-US" sz="1050" b="1" dirty="0"/>
              <a:t>).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802BB367-E51C-3F58-3259-AD4E5531DCDA}"/>
              </a:ext>
            </a:extLst>
          </p:cNvPr>
          <p:cNvSpPr txBox="1">
            <a:spLocks/>
          </p:cNvSpPr>
          <p:nvPr/>
        </p:nvSpPr>
        <p:spPr>
          <a:xfrm>
            <a:off x="664337" y="4817200"/>
            <a:ext cx="5397500" cy="457200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/>
              <a:t>Nayana </a:t>
            </a:r>
            <a:r>
              <a:rPr lang="en-US" sz="2000" b="0" dirty="0" err="1"/>
              <a:t>Balakuduru</a:t>
            </a:r>
            <a:endParaRPr lang="en-US" sz="2000" b="0" dirty="0"/>
          </a:p>
          <a:p>
            <a:r>
              <a:rPr lang="en-US" sz="2000" b="0" dirty="0"/>
              <a:t>Liron </a:t>
            </a:r>
            <a:r>
              <a:rPr lang="en-US" sz="2000" b="0" dirty="0" err="1"/>
              <a:t>Shimrony</a:t>
            </a:r>
            <a:endParaRPr lang="en-US" sz="2000" b="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C350271-EB08-EF46-88E5-C47E3D0186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443" t="23144" r="19950" b="25003"/>
          <a:stretch>
            <a:fillRect/>
          </a:stretch>
        </p:blipFill>
        <p:spPr>
          <a:xfrm>
            <a:off x="3287870" y="4745902"/>
            <a:ext cx="1143356" cy="96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8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496BD2-9AA7-BA56-4FE7-56230FC4D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PROGRAM ALIGNMENTS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EF93E-097F-EF89-8750-7577634F6C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SUPPORTED BY SHARED TECHNICAL SERVICES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BF6D2E-628F-E610-EE4B-941D49C19C9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084484" y="2080464"/>
            <a:ext cx="2286000" cy="231865"/>
          </a:xfrm>
        </p:spPr>
        <p:txBody>
          <a:bodyPr/>
          <a:lstStyle/>
          <a:p>
            <a:r>
              <a:rPr lang="en-US" dirty="0"/>
              <a:t>FULL STACK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FE50D43-6D86-8E8E-93CC-AFFC86F8FF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084484" y="2318859"/>
            <a:ext cx="2286000" cy="450671"/>
          </a:xfrm>
        </p:spPr>
        <p:txBody>
          <a:bodyPr/>
          <a:lstStyle/>
          <a:p>
            <a:r>
              <a:rPr lang="en-US" dirty="0"/>
              <a:t>DEVELPOMENT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8A337D-C9B4-2054-32DE-E41D2032D7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84484" y="2769529"/>
            <a:ext cx="2286000" cy="1615134"/>
          </a:xfrm>
        </p:spPr>
        <p:txBody>
          <a:bodyPr/>
          <a:lstStyle/>
          <a:p>
            <a:r>
              <a:rPr lang="en-US" dirty="0"/>
              <a:t>Confirmations – Front End and Back End development</a:t>
            </a:r>
          </a:p>
          <a:p>
            <a:r>
              <a:rPr lang="en-US" dirty="0"/>
              <a:t>Payment Controls – Front End</a:t>
            </a:r>
          </a:p>
          <a:p>
            <a:r>
              <a:rPr lang="en-US" dirty="0" err="1"/>
              <a:t>TradeX</a:t>
            </a:r>
            <a:r>
              <a:rPr lang="en-US" dirty="0"/>
              <a:t>* – Front End / Back-End</a:t>
            </a:r>
          </a:p>
          <a:p>
            <a:pPr algn="l"/>
            <a:r>
              <a:rPr lang="en-US" dirty="0"/>
              <a:t>*</a:t>
            </a:r>
            <a:r>
              <a:rPr lang="en-US" sz="900" dirty="0"/>
              <a:t>used to be my program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086751-8E0A-C6E4-CF35-E25AAE2547C2}"/>
              </a:ext>
            </a:extLst>
          </p:cNvPr>
          <p:cNvSpPr/>
          <p:nvPr/>
        </p:nvSpPr>
        <p:spPr>
          <a:xfrm>
            <a:off x="0" y="6339684"/>
            <a:ext cx="12188825" cy="51831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BF9BBD-ED6C-32D4-5498-C655BEF1AE18}"/>
              </a:ext>
            </a:extLst>
          </p:cNvPr>
          <p:cNvSpPr/>
          <p:nvPr/>
        </p:nvSpPr>
        <p:spPr>
          <a:xfrm>
            <a:off x="0" y="6039118"/>
            <a:ext cx="12188825" cy="3016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D8679F-01FA-78A3-AE89-46CF1EAC8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083" y="6437567"/>
            <a:ext cx="337522" cy="337522"/>
          </a:xfrm>
          <a:prstGeom prst="rect">
            <a:avLst/>
          </a:prstGeom>
        </p:spPr>
      </p:pic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4BFC698D-576B-AB45-6260-0604C673A58B}"/>
              </a:ext>
            </a:extLst>
          </p:cNvPr>
          <p:cNvSpPr txBox="1">
            <a:spLocks/>
          </p:cNvSpPr>
          <p:nvPr/>
        </p:nvSpPr>
        <p:spPr>
          <a:xfrm>
            <a:off x="4843607" y="2316582"/>
            <a:ext cx="2286000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SOURCING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8D362D49-9EF8-E573-11B2-E1DDC26EE199}"/>
              </a:ext>
            </a:extLst>
          </p:cNvPr>
          <p:cNvSpPr txBox="1">
            <a:spLocks/>
          </p:cNvSpPr>
          <p:nvPr/>
        </p:nvSpPr>
        <p:spPr>
          <a:xfrm>
            <a:off x="4843607" y="2767252"/>
            <a:ext cx="2286000" cy="21428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USTC – includes transforms</a:t>
            </a:r>
          </a:p>
          <a:p>
            <a:r>
              <a:rPr lang="en-US" dirty="0"/>
              <a:t>T1 – Gateways</a:t>
            </a:r>
          </a:p>
          <a:p>
            <a:r>
              <a:rPr lang="en-US" dirty="0"/>
              <a:t>Business Works – Gateways</a:t>
            </a:r>
          </a:p>
          <a:p>
            <a:r>
              <a:rPr lang="en-US" dirty="0"/>
              <a:t>Spire Phase 2 – Gateways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22CDA8A4-08F2-12EE-5AED-44D87C50D8BC}"/>
              </a:ext>
            </a:extLst>
          </p:cNvPr>
          <p:cNvSpPr txBox="1">
            <a:spLocks/>
          </p:cNvSpPr>
          <p:nvPr/>
        </p:nvSpPr>
        <p:spPr>
          <a:xfrm>
            <a:off x="7602730" y="2080464"/>
            <a:ext cx="2286000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 kern="120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SHARED SERVICE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79D81E40-5EDB-D629-1DEC-9FE2F9612D38}"/>
              </a:ext>
            </a:extLst>
          </p:cNvPr>
          <p:cNvSpPr txBox="1">
            <a:spLocks/>
          </p:cNvSpPr>
          <p:nvPr/>
        </p:nvSpPr>
        <p:spPr>
          <a:xfrm>
            <a:off x="7602730" y="2318859"/>
            <a:ext cx="2286000" cy="450671"/>
          </a:xfrm>
          <a:prstGeom prst="rect">
            <a:avLst/>
          </a:prstGeom>
          <a:noFill/>
        </p:spPr>
        <p:txBody>
          <a:bodyPr vert="horz" wrap="none" lIns="0" tIns="91440" rIns="0" bIns="0" anchor="t" anchorCtr="0">
            <a:noAutofit/>
          </a:bodyPr>
          <a:lstStyle>
            <a:lvl1pPr marL="0" indent="0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PLATFORM USE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74FB91C9-A4BF-8721-53C6-D8A0CF275B9C}"/>
              </a:ext>
            </a:extLst>
          </p:cNvPr>
          <p:cNvSpPr txBox="1">
            <a:spLocks/>
          </p:cNvSpPr>
          <p:nvPr/>
        </p:nvSpPr>
        <p:spPr>
          <a:xfrm>
            <a:off x="7602730" y="2769529"/>
            <a:ext cx="2286000" cy="21428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AML – Airflow // Supporting</a:t>
            </a:r>
          </a:p>
          <a:p>
            <a:r>
              <a:rPr lang="en-US" dirty="0"/>
              <a:t>Business Works – CQS (Events)</a:t>
            </a:r>
          </a:p>
          <a:p>
            <a:r>
              <a:rPr lang="en-US" dirty="0"/>
              <a:t>TIC SLT – Airflow / CQS</a:t>
            </a:r>
          </a:p>
          <a:p>
            <a:r>
              <a:rPr lang="en-US" dirty="0"/>
              <a:t>IG – End of Day Contract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F473F273-D479-6C2D-3898-DDF94FC4B625}"/>
              </a:ext>
            </a:extLst>
          </p:cNvPr>
          <p:cNvSpPr txBox="1">
            <a:spLocks/>
          </p:cNvSpPr>
          <p:nvPr/>
        </p:nvSpPr>
        <p:spPr>
          <a:xfrm>
            <a:off x="4900472" y="2063798"/>
            <a:ext cx="2286000" cy="231865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lvl1pPr marL="0" indent="0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 kern="1200">
                <a:solidFill>
                  <a:schemeClr val="accent3"/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STRATEGIC</a:t>
            </a:r>
          </a:p>
        </p:txBody>
      </p:sp>
      <p:sp>
        <p:nvSpPr>
          <p:cNvPr id="44" name="Text Placeholder 48">
            <a:extLst>
              <a:ext uri="{FF2B5EF4-FFF2-40B4-BE49-F238E27FC236}">
                <a16:creationId xmlns:a16="http://schemas.microsoft.com/office/drawing/2014/main" id="{BBF3328B-7AD9-5D18-B21D-1FD80E3E8FA6}"/>
              </a:ext>
            </a:extLst>
          </p:cNvPr>
          <p:cNvSpPr txBox="1">
            <a:spLocks/>
          </p:cNvSpPr>
          <p:nvPr/>
        </p:nvSpPr>
        <p:spPr>
          <a:xfrm>
            <a:off x="869833" y="5390866"/>
            <a:ext cx="10546875" cy="57083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914126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4pPr>
            <a:lvl5pPr marL="1828252" indent="0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aleway" charset="0"/>
                <a:ea typeface="Raleway" charset="0"/>
                <a:cs typeface="Raleway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None of these programs are officially owned or managed by my group, however am responsible for various degrees of work.</a:t>
            </a:r>
          </a:p>
        </p:txBody>
      </p:sp>
    </p:spTree>
    <p:extLst>
      <p:ext uri="{BB962C8B-B14F-4D97-AF65-F5344CB8AC3E}">
        <p14:creationId xmlns:p14="http://schemas.microsoft.com/office/powerpoint/2010/main" val="47036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rbcroyalbank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59B3"/>
      </a:accent1>
      <a:accent2>
        <a:srgbClr val="FFDF01"/>
      </a:accent2>
      <a:accent3>
        <a:srgbClr val="08BBEE"/>
      </a:accent3>
      <a:accent4>
        <a:srgbClr val="002D5B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rbcroyalbank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59B3"/>
      </a:accent1>
      <a:accent2>
        <a:srgbClr val="FFDF01"/>
      </a:accent2>
      <a:accent3>
        <a:srgbClr val="08BBEE"/>
      </a:accent3>
      <a:accent4>
        <a:srgbClr val="002D5B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11687</TotalTime>
  <Words>1078</Words>
  <Application>Microsoft Office PowerPoint</Application>
  <PresentationFormat>Custom</PresentationFormat>
  <Paragraphs>237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Lato</vt:lpstr>
      <vt:lpstr>Lato Light</vt:lpstr>
      <vt:lpstr>Lemon/Milk</vt:lpstr>
      <vt:lpstr>Raleway</vt:lpstr>
      <vt:lpstr>Raleway SemiBold</vt:lpstr>
      <vt:lpstr>Roboto Bold</vt:lpstr>
      <vt:lpstr>Segoe UI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Isaac Rivera</dc:creator>
  <cp:lastModifiedBy>JP Creedon</cp:lastModifiedBy>
  <cp:revision>356</cp:revision>
  <dcterms:created xsi:type="dcterms:W3CDTF">2017-03-02T20:21:40Z</dcterms:created>
  <dcterms:modified xsi:type="dcterms:W3CDTF">2026-08-03T01:30:52Z</dcterms:modified>
</cp:coreProperties>
</file>